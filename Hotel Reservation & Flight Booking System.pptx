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  <p:sldMasterId id="2147483739" r:id="rId5"/>
  </p:sldMasterIdLst>
  <p:notesMasterIdLst>
    <p:notesMasterId r:id="rId32"/>
  </p:notesMasterIdLst>
  <p:sldIdLst>
    <p:sldId id="258" r:id="rId6"/>
    <p:sldId id="278" r:id="rId7"/>
    <p:sldId id="279" r:id="rId8"/>
    <p:sldId id="257" r:id="rId9"/>
    <p:sldId id="260" r:id="rId10"/>
    <p:sldId id="281" r:id="rId11"/>
    <p:sldId id="285" r:id="rId12"/>
    <p:sldId id="282" r:id="rId13"/>
    <p:sldId id="283" r:id="rId14"/>
    <p:sldId id="284" r:id="rId15"/>
    <p:sldId id="264" r:id="rId16"/>
    <p:sldId id="262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6" r:id="rId28"/>
    <p:sldId id="277" r:id="rId29"/>
    <p:sldId id="261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C1953-6CD7-42F0-AC26-F2EF80072C99}" v="76" dt="2026-03-25T22:26:37.531"/>
    <p1510:client id="{3D9BE703-786E-5E4C-B029-B40674CD55E3}" v="37" dt="2026-03-25T20:34:25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" Type="http://schemas.openxmlformats.org/officeDocument/2006/relationships/image" Target="../media/image7.svg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" Type="http://schemas.openxmlformats.org/officeDocument/2006/relationships/image" Target="../media/image7.svg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EFFE3-AFCD-4BEA-9185-6B338485871A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4B9689-C0ED-4FAD-953A-DB143615AF66}">
      <dgm:prSet/>
      <dgm:spPr/>
      <dgm:t>
        <a:bodyPr anchor="b"/>
        <a:lstStyle/>
        <a:p>
          <a:r>
            <a:rPr lang="en-US" dirty="0"/>
            <a:t>Users</a:t>
          </a:r>
        </a:p>
      </dgm:t>
    </dgm:pt>
    <dgm:pt modelId="{94DE26ED-36B5-4595-95F8-DD1FFA2C9F24}" type="parTrans" cxnId="{63339FE1-C2CC-4826-9417-01F38E68D89D}">
      <dgm:prSet/>
      <dgm:spPr/>
      <dgm:t>
        <a:bodyPr/>
        <a:lstStyle/>
        <a:p>
          <a:endParaRPr lang="en-US"/>
        </a:p>
      </dgm:t>
    </dgm:pt>
    <dgm:pt modelId="{730B8051-BD65-4047-91CC-E1363A4A07E7}" type="sibTrans" cxnId="{63339FE1-C2CC-4826-9417-01F38E68D89D}">
      <dgm:prSet/>
      <dgm:spPr/>
      <dgm:t>
        <a:bodyPr/>
        <a:lstStyle/>
        <a:p>
          <a:endParaRPr lang="en-US"/>
        </a:p>
      </dgm:t>
    </dgm:pt>
    <dgm:pt modelId="{3F0EE2F6-26F3-4922-A7C4-A3E6D785C292}">
      <dgm:prSet/>
      <dgm:spPr/>
      <dgm:t>
        <a:bodyPr anchor="b"/>
        <a:lstStyle/>
        <a:p>
          <a:r>
            <a:rPr lang="en-US" dirty="0"/>
            <a:t>Hotels</a:t>
          </a:r>
        </a:p>
      </dgm:t>
    </dgm:pt>
    <dgm:pt modelId="{2BD2104C-67F0-48F1-94E9-739CA5064CBC}" type="parTrans" cxnId="{A7711BAE-5CAD-4323-98B2-34B551CA02ED}">
      <dgm:prSet/>
      <dgm:spPr/>
      <dgm:t>
        <a:bodyPr/>
        <a:lstStyle/>
        <a:p>
          <a:endParaRPr lang="en-US"/>
        </a:p>
      </dgm:t>
    </dgm:pt>
    <dgm:pt modelId="{78B1CBCF-A412-4AF4-8409-9EA27EF2CFF8}" type="sibTrans" cxnId="{A7711BAE-5CAD-4323-98B2-34B551CA02ED}">
      <dgm:prSet/>
      <dgm:spPr/>
      <dgm:t>
        <a:bodyPr/>
        <a:lstStyle/>
        <a:p>
          <a:endParaRPr lang="en-US"/>
        </a:p>
      </dgm:t>
    </dgm:pt>
    <dgm:pt modelId="{D25B35ED-2252-4C9A-891B-77A8138AE9D6}">
      <dgm:prSet/>
      <dgm:spPr/>
      <dgm:t>
        <a:bodyPr anchor="b"/>
        <a:lstStyle/>
        <a:p>
          <a:r>
            <a:rPr lang="en-US" dirty="0"/>
            <a:t>Rooms</a:t>
          </a:r>
        </a:p>
      </dgm:t>
    </dgm:pt>
    <dgm:pt modelId="{4149E6AB-9848-4E7F-B27C-8DF4953A39F7}" type="parTrans" cxnId="{1DDA0543-759E-4683-8291-1D19D3959EB8}">
      <dgm:prSet/>
      <dgm:spPr/>
      <dgm:t>
        <a:bodyPr/>
        <a:lstStyle/>
        <a:p>
          <a:endParaRPr lang="en-US"/>
        </a:p>
      </dgm:t>
    </dgm:pt>
    <dgm:pt modelId="{1E48FB77-A564-4600-A13D-BE4B130AE18B}" type="sibTrans" cxnId="{1DDA0543-759E-4683-8291-1D19D3959EB8}">
      <dgm:prSet/>
      <dgm:spPr/>
      <dgm:t>
        <a:bodyPr/>
        <a:lstStyle/>
        <a:p>
          <a:endParaRPr lang="en-US"/>
        </a:p>
      </dgm:t>
    </dgm:pt>
    <dgm:pt modelId="{B526708C-A572-4AAC-954C-C78872D84F63}">
      <dgm:prSet/>
      <dgm:spPr/>
      <dgm:t>
        <a:bodyPr anchor="b"/>
        <a:lstStyle/>
        <a:p>
          <a:r>
            <a:rPr lang="en-US"/>
            <a:t>Airlines</a:t>
          </a:r>
        </a:p>
      </dgm:t>
    </dgm:pt>
    <dgm:pt modelId="{D22E384C-F9C2-4905-BB61-520D193AA508}" type="parTrans" cxnId="{06E3DB9C-7CEE-45B6-BABC-1DEDDFF59EE0}">
      <dgm:prSet/>
      <dgm:spPr/>
      <dgm:t>
        <a:bodyPr/>
        <a:lstStyle/>
        <a:p>
          <a:endParaRPr lang="en-US"/>
        </a:p>
      </dgm:t>
    </dgm:pt>
    <dgm:pt modelId="{40C3D7AC-DB5D-4EB4-8550-7489F59FB684}" type="sibTrans" cxnId="{06E3DB9C-7CEE-45B6-BABC-1DEDDFF59EE0}">
      <dgm:prSet/>
      <dgm:spPr/>
      <dgm:t>
        <a:bodyPr/>
        <a:lstStyle/>
        <a:p>
          <a:endParaRPr lang="en-US"/>
        </a:p>
      </dgm:t>
    </dgm:pt>
    <dgm:pt modelId="{053625C7-1EDD-4BEE-8D93-924F8EC578A3}">
      <dgm:prSet/>
      <dgm:spPr/>
      <dgm:t>
        <a:bodyPr anchor="b"/>
        <a:lstStyle/>
        <a:p>
          <a:r>
            <a:rPr lang="en-US"/>
            <a:t>Flights</a:t>
          </a:r>
        </a:p>
      </dgm:t>
    </dgm:pt>
    <dgm:pt modelId="{3F50A1B5-D1A9-49DF-B5E1-C1DAEB4A1A7D}" type="parTrans" cxnId="{E1B42261-E494-466C-B49A-BC67124062CA}">
      <dgm:prSet/>
      <dgm:spPr/>
      <dgm:t>
        <a:bodyPr/>
        <a:lstStyle/>
        <a:p>
          <a:endParaRPr lang="en-US"/>
        </a:p>
      </dgm:t>
    </dgm:pt>
    <dgm:pt modelId="{E118D61C-9E0F-4050-8998-920D2B1A8A1C}" type="sibTrans" cxnId="{E1B42261-E494-466C-B49A-BC67124062CA}">
      <dgm:prSet/>
      <dgm:spPr/>
      <dgm:t>
        <a:bodyPr/>
        <a:lstStyle/>
        <a:p>
          <a:endParaRPr lang="en-US"/>
        </a:p>
      </dgm:t>
    </dgm:pt>
    <dgm:pt modelId="{BB546900-9645-405D-B1D3-937405042E88}">
      <dgm:prSet/>
      <dgm:spPr/>
      <dgm:t>
        <a:bodyPr anchor="b"/>
        <a:lstStyle/>
        <a:p>
          <a:r>
            <a:rPr lang="en-US"/>
            <a:t>Seats</a:t>
          </a:r>
        </a:p>
      </dgm:t>
    </dgm:pt>
    <dgm:pt modelId="{8411F2D1-96F4-436E-A7B9-CD5A06641667}" type="parTrans" cxnId="{1038EA4B-F789-43D1-80D6-16965839A6F6}">
      <dgm:prSet/>
      <dgm:spPr/>
      <dgm:t>
        <a:bodyPr/>
        <a:lstStyle/>
        <a:p>
          <a:endParaRPr lang="en-US"/>
        </a:p>
      </dgm:t>
    </dgm:pt>
    <dgm:pt modelId="{8564E0ED-8A67-4C8C-AD31-5ADAC1517807}" type="sibTrans" cxnId="{1038EA4B-F789-43D1-80D6-16965839A6F6}">
      <dgm:prSet/>
      <dgm:spPr/>
      <dgm:t>
        <a:bodyPr/>
        <a:lstStyle/>
        <a:p>
          <a:endParaRPr lang="en-US"/>
        </a:p>
      </dgm:t>
    </dgm:pt>
    <dgm:pt modelId="{E735BCD7-DC70-4F68-BD35-743B22136E04}">
      <dgm:prSet/>
      <dgm:spPr/>
      <dgm:t>
        <a:bodyPr anchor="b"/>
        <a:lstStyle/>
        <a:p>
          <a:r>
            <a:rPr lang="en-US"/>
            <a:t>Hotel Bookings</a:t>
          </a:r>
        </a:p>
      </dgm:t>
    </dgm:pt>
    <dgm:pt modelId="{A90BBF76-26B5-4B8B-93D0-E6A94407B88C}" type="parTrans" cxnId="{2FE0D60E-B174-4CB6-88EC-A97D14160B59}">
      <dgm:prSet/>
      <dgm:spPr/>
      <dgm:t>
        <a:bodyPr/>
        <a:lstStyle/>
        <a:p>
          <a:endParaRPr lang="en-US"/>
        </a:p>
      </dgm:t>
    </dgm:pt>
    <dgm:pt modelId="{DF135AAC-E72B-4FDF-9D99-7107DFA9010D}" type="sibTrans" cxnId="{2FE0D60E-B174-4CB6-88EC-A97D14160B59}">
      <dgm:prSet/>
      <dgm:spPr/>
      <dgm:t>
        <a:bodyPr/>
        <a:lstStyle/>
        <a:p>
          <a:endParaRPr lang="en-US"/>
        </a:p>
      </dgm:t>
    </dgm:pt>
    <dgm:pt modelId="{45B63E34-8033-4784-8647-6CD9BC09E214}">
      <dgm:prSet/>
      <dgm:spPr/>
      <dgm:t>
        <a:bodyPr anchor="b"/>
        <a:lstStyle/>
        <a:p>
          <a:r>
            <a:rPr lang="en-US"/>
            <a:t>Flight Bookings</a:t>
          </a:r>
        </a:p>
      </dgm:t>
    </dgm:pt>
    <dgm:pt modelId="{91B30172-FCC4-4807-8404-F8B2D4DDE442}" type="parTrans" cxnId="{BD4051C5-26F0-4142-802D-60ADCBD49754}">
      <dgm:prSet/>
      <dgm:spPr/>
      <dgm:t>
        <a:bodyPr/>
        <a:lstStyle/>
        <a:p>
          <a:endParaRPr lang="en-US"/>
        </a:p>
      </dgm:t>
    </dgm:pt>
    <dgm:pt modelId="{D2A1E0C3-063F-4E49-857B-9D037013E4AC}" type="sibTrans" cxnId="{BD4051C5-26F0-4142-802D-60ADCBD49754}">
      <dgm:prSet/>
      <dgm:spPr/>
      <dgm:t>
        <a:bodyPr/>
        <a:lstStyle/>
        <a:p>
          <a:endParaRPr lang="en-US"/>
        </a:p>
      </dgm:t>
    </dgm:pt>
    <dgm:pt modelId="{3BEF4BC2-D536-4CBF-907B-BD6044149C21}">
      <dgm:prSet/>
      <dgm:spPr/>
      <dgm:t>
        <a:bodyPr anchor="b"/>
        <a:lstStyle/>
        <a:p>
          <a:r>
            <a:rPr lang="en-US"/>
            <a:t>Payments</a:t>
          </a:r>
        </a:p>
      </dgm:t>
    </dgm:pt>
    <dgm:pt modelId="{2F7EFDC7-4642-4818-9052-F7269D644C10}" type="parTrans" cxnId="{0A657F9F-07AE-4283-A3A6-FE7A214F5C1E}">
      <dgm:prSet/>
      <dgm:spPr/>
      <dgm:t>
        <a:bodyPr/>
        <a:lstStyle/>
        <a:p>
          <a:endParaRPr lang="en-US"/>
        </a:p>
      </dgm:t>
    </dgm:pt>
    <dgm:pt modelId="{664E357E-EED6-4A09-B1BD-FA4CF34A99F2}" type="sibTrans" cxnId="{0A657F9F-07AE-4283-A3A6-FE7A214F5C1E}">
      <dgm:prSet/>
      <dgm:spPr/>
      <dgm:t>
        <a:bodyPr/>
        <a:lstStyle/>
        <a:p>
          <a:endParaRPr lang="en-US"/>
        </a:p>
      </dgm:t>
    </dgm:pt>
    <dgm:pt modelId="{075271E7-111B-4D24-998B-E2232BC2E36E}">
      <dgm:prSet/>
      <dgm:spPr/>
      <dgm:t>
        <a:bodyPr anchor="b"/>
        <a:lstStyle/>
        <a:p>
          <a:r>
            <a:rPr lang="en-US"/>
            <a:t>Reviews</a:t>
          </a:r>
        </a:p>
      </dgm:t>
    </dgm:pt>
    <dgm:pt modelId="{A0E25BED-96DA-4B68-BF4D-A61043C3885E}" type="parTrans" cxnId="{B14302C0-B549-42A8-9165-D919A83E22A9}">
      <dgm:prSet/>
      <dgm:spPr/>
      <dgm:t>
        <a:bodyPr/>
        <a:lstStyle/>
        <a:p>
          <a:endParaRPr lang="en-US"/>
        </a:p>
      </dgm:t>
    </dgm:pt>
    <dgm:pt modelId="{978EB5A2-ACC6-41AF-8307-2C5FB3B1B9A1}" type="sibTrans" cxnId="{B14302C0-B549-42A8-9165-D919A83E22A9}">
      <dgm:prSet/>
      <dgm:spPr/>
      <dgm:t>
        <a:bodyPr/>
        <a:lstStyle/>
        <a:p>
          <a:endParaRPr lang="en-US"/>
        </a:p>
      </dgm:t>
    </dgm:pt>
    <dgm:pt modelId="{04DACF09-4386-4296-A3F5-AD23E2EC0296}" type="pres">
      <dgm:prSet presAssocID="{36CEFFE3-AFCD-4BEA-9185-6B338485871A}" presName="Name0" presStyleCnt="0">
        <dgm:presLayoutVars>
          <dgm:chMax/>
          <dgm:chPref/>
          <dgm:dir/>
        </dgm:presLayoutVars>
      </dgm:prSet>
      <dgm:spPr/>
    </dgm:pt>
    <dgm:pt modelId="{9F0E507E-1629-4151-B723-0D57609C985F}" type="pres">
      <dgm:prSet presAssocID="{6C4B9689-C0ED-4FAD-953A-DB143615AF66}" presName="composite" presStyleCnt="0">
        <dgm:presLayoutVars>
          <dgm:chMax val="1"/>
          <dgm:chPref val="1"/>
        </dgm:presLayoutVars>
      </dgm:prSet>
      <dgm:spPr/>
    </dgm:pt>
    <dgm:pt modelId="{86B4CE18-B566-41C9-BB34-EC2C6C48FC08}" type="pres">
      <dgm:prSet presAssocID="{6C4B9689-C0ED-4FAD-953A-DB143615AF66}" presName="Accent" presStyleLbl="trAlignAcc1" presStyleIdx="0" presStyleCnt="10">
        <dgm:presLayoutVars>
          <dgm:chMax val="0"/>
          <dgm:chPref val="0"/>
        </dgm:presLayoutVars>
      </dgm:prSet>
      <dgm:spPr/>
    </dgm:pt>
    <dgm:pt modelId="{0135A983-7D05-44BB-A287-48DC96F909CF}" type="pres">
      <dgm:prSet presAssocID="{6C4B9689-C0ED-4FAD-953A-DB143615AF66}" presName="Image" presStyleLbl="alignImgPlace1" presStyleIdx="0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9000" b="-9000"/>
          </a:stretch>
        </a:blipFill>
      </dgm:spPr>
    </dgm:pt>
    <dgm:pt modelId="{68085BEA-9BC5-40E3-94B9-AA293DB5C45E}" type="pres">
      <dgm:prSet presAssocID="{6C4B9689-C0ED-4FAD-953A-DB143615AF66}" presName="ChildComposite" presStyleCnt="0"/>
      <dgm:spPr/>
    </dgm:pt>
    <dgm:pt modelId="{AE5B574C-C3E9-4FCB-8B38-E47FE3746E5E}" type="pres">
      <dgm:prSet presAssocID="{6C4B9689-C0ED-4FAD-953A-DB143615AF66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D6E262F-CE78-42AD-A256-44D583401849}" type="pres">
      <dgm:prSet presAssocID="{6C4B9689-C0ED-4FAD-953A-DB143615AF66}" presName="Parent" presStyleLbl="revTx" presStyleIdx="0" presStyleCnt="10">
        <dgm:presLayoutVars>
          <dgm:chMax val="1"/>
          <dgm:chPref val="0"/>
          <dgm:bulletEnabled val="1"/>
        </dgm:presLayoutVars>
      </dgm:prSet>
      <dgm:spPr/>
    </dgm:pt>
    <dgm:pt modelId="{3BA46AF4-F337-4CEB-B53A-872E6FBD71D2}" type="pres">
      <dgm:prSet presAssocID="{730B8051-BD65-4047-91CC-E1363A4A07E7}" presName="sibTrans" presStyleCnt="0"/>
      <dgm:spPr/>
    </dgm:pt>
    <dgm:pt modelId="{EF615B35-4A90-43AD-98EC-0577018BABDA}" type="pres">
      <dgm:prSet presAssocID="{3F0EE2F6-26F3-4922-A7C4-A3E6D785C292}" presName="composite" presStyleCnt="0">
        <dgm:presLayoutVars>
          <dgm:chMax val="1"/>
          <dgm:chPref val="1"/>
        </dgm:presLayoutVars>
      </dgm:prSet>
      <dgm:spPr/>
    </dgm:pt>
    <dgm:pt modelId="{3B303FF3-79EF-46CD-B0CF-5D023A24EE7D}" type="pres">
      <dgm:prSet presAssocID="{3F0EE2F6-26F3-4922-A7C4-A3E6D785C292}" presName="Accent" presStyleLbl="trAlignAcc1" presStyleIdx="1" presStyleCnt="10">
        <dgm:presLayoutVars>
          <dgm:chMax val="0"/>
          <dgm:chPref val="0"/>
        </dgm:presLayoutVars>
      </dgm:prSet>
      <dgm:spPr/>
    </dgm:pt>
    <dgm:pt modelId="{4E3C920B-52E0-4DDB-8CE6-D6BC385A1E2B}" type="pres">
      <dgm:prSet presAssocID="{3F0EE2F6-26F3-4922-A7C4-A3E6D785C292}" presName="Image" presStyleLbl="alignImgPlace1" presStyleIdx="1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9000" b="-9000"/>
          </a:stretch>
        </a:blipFill>
      </dgm:spPr>
    </dgm:pt>
    <dgm:pt modelId="{42ACC350-6853-4735-9919-0B3E328F83CB}" type="pres">
      <dgm:prSet presAssocID="{3F0EE2F6-26F3-4922-A7C4-A3E6D785C292}" presName="ChildComposite" presStyleCnt="0"/>
      <dgm:spPr/>
    </dgm:pt>
    <dgm:pt modelId="{D194D62E-7CCD-4F85-8144-57AF90EBB353}" type="pres">
      <dgm:prSet presAssocID="{3F0EE2F6-26F3-4922-A7C4-A3E6D785C292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780F7E7-473E-45EE-947C-34BFEF720DD0}" type="pres">
      <dgm:prSet presAssocID="{3F0EE2F6-26F3-4922-A7C4-A3E6D785C292}" presName="Parent" presStyleLbl="revTx" presStyleIdx="1" presStyleCnt="10">
        <dgm:presLayoutVars>
          <dgm:chMax val="1"/>
          <dgm:chPref val="0"/>
          <dgm:bulletEnabled val="1"/>
        </dgm:presLayoutVars>
      </dgm:prSet>
      <dgm:spPr/>
    </dgm:pt>
    <dgm:pt modelId="{66D7301F-A239-4031-B6C4-BFDCDF2D71C2}" type="pres">
      <dgm:prSet presAssocID="{78B1CBCF-A412-4AF4-8409-9EA27EF2CFF8}" presName="sibTrans" presStyleCnt="0"/>
      <dgm:spPr/>
    </dgm:pt>
    <dgm:pt modelId="{B9C00593-131D-4EDD-A431-CAF5F0DDACA2}" type="pres">
      <dgm:prSet presAssocID="{D25B35ED-2252-4C9A-891B-77A8138AE9D6}" presName="composite" presStyleCnt="0">
        <dgm:presLayoutVars>
          <dgm:chMax val="1"/>
          <dgm:chPref val="1"/>
        </dgm:presLayoutVars>
      </dgm:prSet>
      <dgm:spPr/>
    </dgm:pt>
    <dgm:pt modelId="{96293912-87C6-4D9D-80CC-5681BFC2B5F8}" type="pres">
      <dgm:prSet presAssocID="{D25B35ED-2252-4C9A-891B-77A8138AE9D6}" presName="Accent" presStyleLbl="trAlignAcc1" presStyleIdx="2" presStyleCnt="10">
        <dgm:presLayoutVars>
          <dgm:chMax val="0"/>
          <dgm:chPref val="0"/>
        </dgm:presLayoutVars>
      </dgm:prSet>
      <dgm:spPr/>
    </dgm:pt>
    <dgm:pt modelId="{42CD276C-9EC0-443C-8744-EB9C3649324F}" type="pres">
      <dgm:prSet presAssocID="{D25B35ED-2252-4C9A-891B-77A8138AE9D6}" presName="Image" presStyleLbl="alignImgPlace1" presStyleIdx="2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9000" b="-9000"/>
          </a:stretch>
        </a:blipFill>
      </dgm:spPr>
    </dgm:pt>
    <dgm:pt modelId="{54FA8055-B23B-4194-8A96-EFBCE3C895D3}" type="pres">
      <dgm:prSet presAssocID="{D25B35ED-2252-4C9A-891B-77A8138AE9D6}" presName="ChildComposite" presStyleCnt="0"/>
      <dgm:spPr/>
    </dgm:pt>
    <dgm:pt modelId="{94188E8A-E3FF-42E0-ACC3-5995EFFEC3B9}" type="pres">
      <dgm:prSet presAssocID="{D25B35ED-2252-4C9A-891B-77A8138AE9D6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673ABF0-12FD-40FA-9689-824560B4CA1F}" type="pres">
      <dgm:prSet presAssocID="{D25B35ED-2252-4C9A-891B-77A8138AE9D6}" presName="Parent" presStyleLbl="revTx" presStyleIdx="2" presStyleCnt="10">
        <dgm:presLayoutVars>
          <dgm:chMax val="1"/>
          <dgm:chPref val="0"/>
          <dgm:bulletEnabled val="1"/>
        </dgm:presLayoutVars>
      </dgm:prSet>
      <dgm:spPr/>
    </dgm:pt>
    <dgm:pt modelId="{D991AB3B-9961-4521-8295-F7EE9E7F29BA}" type="pres">
      <dgm:prSet presAssocID="{1E48FB77-A564-4600-A13D-BE4B130AE18B}" presName="sibTrans" presStyleCnt="0"/>
      <dgm:spPr/>
    </dgm:pt>
    <dgm:pt modelId="{82D2E711-196F-409E-B03E-EBCA9D2E1208}" type="pres">
      <dgm:prSet presAssocID="{B526708C-A572-4AAC-954C-C78872D84F63}" presName="composite" presStyleCnt="0">
        <dgm:presLayoutVars>
          <dgm:chMax val="1"/>
          <dgm:chPref val="1"/>
        </dgm:presLayoutVars>
      </dgm:prSet>
      <dgm:spPr/>
    </dgm:pt>
    <dgm:pt modelId="{600DA035-218A-4458-8AFC-2E89B4B14214}" type="pres">
      <dgm:prSet presAssocID="{B526708C-A572-4AAC-954C-C78872D84F63}" presName="Accent" presStyleLbl="trAlignAcc1" presStyleIdx="3" presStyleCnt="10">
        <dgm:presLayoutVars>
          <dgm:chMax val="0"/>
          <dgm:chPref val="0"/>
        </dgm:presLayoutVars>
      </dgm:prSet>
      <dgm:spPr/>
    </dgm:pt>
    <dgm:pt modelId="{27B67DA0-8E50-4D43-9BE7-892BAB71AED3}" type="pres">
      <dgm:prSet presAssocID="{B526708C-A572-4AAC-954C-C78872D84F63}" presName="Image" presStyleLbl="alignImgPlace1" presStyleIdx="3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9000" b="-9000"/>
          </a:stretch>
        </a:blipFill>
      </dgm:spPr>
    </dgm:pt>
    <dgm:pt modelId="{E40F32F1-95A2-4FA6-9F37-286775A2EC48}" type="pres">
      <dgm:prSet presAssocID="{B526708C-A572-4AAC-954C-C78872D84F63}" presName="ChildComposite" presStyleCnt="0"/>
      <dgm:spPr/>
    </dgm:pt>
    <dgm:pt modelId="{FEE09C80-60F9-405C-A671-9C830299D4BC}" type="pres">
      <dgm:prSet presAssocID="{B526708C-A572-4AAC-954C-C78872D84F63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77FBD12-042C-4D26-AAD4-F075591F830B}" type="pres">
      <dgm:prSet presAssocID="{B526708C-A572-4AAC-954C-C78872D84F63}" presName="Parent" presStyleLbl="revTx" presStyleIdx="3" presStyleCnt="10">
        <dgm:presLayoutVars>
          <dgm:chMax val="1"/>
          <dgm:chPref val="0"/>
          <dgm:bulletEnabled val="1"/>
        </dgm:presLayoutVars>
      </dgm:prSet>
      <dgm:spPr/>
    </dgm:pt>
    <dgm:pt modelId="{D7A07835-E97A-47B8-8640-D4656C4F6872}" type="pres">
      <dgm:prSet presAssocID="{40C3D7AC-DB5D-4EB4-8550-7489F59FB684}" presName="sibTrans" presStyleCnt="0"/>
      <dgm:spPr/>
    </dgm:pt>
    <dgm:pt modelId="{15585335-EDCE-44E7-B2DC-154E3FDCA97C}" type="pres">
      <dgm:prSet presAssocID="{053625C7-1EDD-4BEE-8D93-924F8EC578A3}" presName="composite" presStyleCnt="0">
        <dgm:presLayoutVars>
          <dgm:chMax val="1"/>
          <dgm:chPref val="1"/>
        </dgm:presLayoutVars>
      </dgm:prSet>
      <dgm:spPr/>
    </dgm:pt>
    <dgm:pt modelId="{BC92F293-F4AC-4D3E-875A-D2A0ED169444}" type="pres">
      <dgm:prSet presAssocID="{053625C7-1EDD-4BEE-8D93-924F8EC578A3}" presName="Accent" presStyleLbl="trAlignAcc1" presStyleIdx="4" presStyleCnt="10">
        <dgm:presLayoutVars>
          <dgm:chMax val="0"/>
          <dgm:chPref val="0"/>
        </dgm:presLayoutVars>
      </dgm:prSet>
      <dgm:spPr/>
    </dgm:pt>
    <dgm:pt modelId="{27846770-8803-45A4-B868-184D3E1343F2}" type="pres">
      <dgm:prSet presAssocID="{053625C7-1EDD-4BEE-8D93-924F8EC578A3}" presName="Image" presStyleLbl="alignImgPlace1" presStyleIdx="4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t="-9000" b="-9000"/>
          </a:stretch>
        </a:blipFill>
      </dgm:spPr>
    </dgm:pt>
    <dgm:pt modelId="{8FBE87EB-DC21-43FB-A897-684BF9108F58}" type="pres">
      <dgm:prSet presAssocID="{053625C7-1EDD-4BEE-8D93-924F8EC578A3}" presName="ChildComposite" presStyleCnt="0"/>
      <dgm:spPr/>
    </dgm:pt>
    <dgm:pt modelId="{4B825243-40A7-4B6C-9AB7-609CCA3609BF}" type="pres">
      <dgm:prSet presAssocID="{053625C7-1EDD-4BEE-8D93-924F8EC578A3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75AE0A0-6A54-4D7E-BE34-B2CBFF426586}" type="pres">
      <dgm:prSet presAssocID="{053625C7-1EDD-4BEE-8D93-924F8EC578A3}" presName="Parent" presStyleLbl="revTx" presStyleIdx="4" presStyleCnt="10">
        <dgm:presLayoutVars>
          <dgm:chMax val="1"/>
          <dgm:chPref val="0"/>
          <dgm:bulletEnabled val="1"/>
        </dgm:presLayoutVars>
      </dgm:prSet>
      <dgm:spPr/>
    </dgm:pt>
    <dgm:pt modelId="{B8A0B86D-BCB8-433D-8F66-30BFFBDA3858}" type="pres">
      <dgm:prSet presAssocID="{E118D61C-9E0F-4050-8998-920D2B1A8A1C}" presName="sibTrans" presStyleCnt="0"/>
      <dgm:spPr/>
    </dgm:pt>
    <dgm:pt modelId="{E715EC26-4263-45A9-9B8F-44298FFAE48A}" type="pres">
      <dgm:prSet presAssocID="{BB546900-9645-405D-B1D3-937405042E88}" presName="composite" presStyleCnt="0">
        <dgm:presLayoutVars>
          <dgm:chMax val="1"/>
          <dgm:chPref val="1"/>
        </dgm:presLayoutVars>
      </dgm:prSet>
      <dgm:spPr/>
    </dgm:pt>
    <dgm:pt modelId="{72E2CA44-C8B2-489E-A8F3-5137EE6E54AF}" type="pres">
      <dgm:prSet presAssocID="{BB546900-9645-405D-B1D3-937405042E88}" presName="Accent" presStyleLbl="trAlignAcc1" presStyleIdx="5" presStyleCnt="10">
        <dgm:presLayoutVars>
          <dgm:chMax val="0"/>
          <dgm:chPref val="0"/>
        </dgm:presLayoutVars>
      </dgm:prSet>
      <dgm:spPr/>
    </dgm:pt>
    <dgm:pt modelId="{C3F1C44A-E3E4-4DEE-8D8D-110327666090}" type="pres">
      <dgm:prSet presAssocID="{BB546900-9645-405D-B1D3-937405042E88}" presName="Image" presStyleLbl="alignImgPlace1" presStyleIdx="5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 t="-9000" b="-9000"/>
          </a:stretch>
        </a:blipFill>
      </dgm:spPr>
    </dgm:pt>
    <dgm:pt modelId="{03A12461-1D16-40EE-8933-87A3B53CD19D}" type="pres">
      <dgm:prSet presAssocID="{BB546900-9645-405D-B1D3-937405042E88}" presName="ChildComposite" presStyleCnt="0"/>
      <dgm:spPr/>
    </dgm:pt>
    <dgm:pt modelId="{8E850505-E191-41A8-A156-435BA43936E4}" type="pres">
      <dgm:prSet presAssocID="{BB546900-9645-405D-B1D3-937405042E88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D0F1EE5-2551-4AEE-B9BB-6BB639057F11}" type="pres">
      <dgm:prSet presAssocID="{BB546900-9645-405D-B1D3-937405042E88}" presName="Parent" presStyleLbl="revTx" presStyleIdx="5" presStyleCnt="10">
        <dgm:presLayoutVars>
          <dgm:chMax val="1"/>
          <dgm:chPref val="0"/>
          <dgm:bulletEnabled val="1"/>
        </dgm:presLayoutVars>
      </dgm:prSet>
      <dgm:spPr/>
    </dgm:pt>
    <dgm:pt modelId="{0109376F-DB03-4F20-A518-F7439E0CB02E}" type="pres">
      <dgm:prSet presAssocID="{8564E0ED-8A67-4C8C-AD31-5ADAC1517807}" presName="sibTrans" presStyleCnt="0"/>
      <dgm:spPr/>
    </dgm:pt>
    <dgm:pt modelId="{7879448F-7BCB-4A9F-A8BF-CB4D4FD3C722}" type="pres">
      <dgm:prSet presAssocID="{E735BCD7-DC70-4F68-BD35-743B22136E04}" presName="composite" presStyleCnt="0">
        <dgm:presLayoutVars>
          <dgm:chMax val="1"/>
          <dgm:chPref val="1"/>
        </dgm:presLayoutVars>
      </dgm:prSet>
      <dgm:spPr/>
    </dgm:pt>
    <dgm:pt modelId="{4FB374AC-9E34-4AE1-84C1-9B3363A4F55E}" type="pres">
      <dgm:prSet presAssocID="{E735BCD7-DC70-4F68-BD35-743B22136E04}" presName="Accent" presStyleLbl="trAlignAcc1" presStyleIdx="6" presStyleCnt="10">
        <dgm:presLayoutVars>
          <dgm:chMax val="0"/>
          <dgm:chPref val="0"/>
        </dgm:presLayoutVars>
      </dgm:prSet>
      <dgm:spPr/>
    </dgm:pt>
    <dgm:pt modelId="{EA05622D-2FEB-4F4F-B945-91DA89B031E9}" type="pres">
      <dgm:prSet presAssocID="{E735BCD7-DC70-4F68-BD35-743B22136E04}" presName="Image" presStyleLbl="alignImgPlace1" presStyleIdx="6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t="-9000" b="-9000"/>
          </a:stretch>
        </a:blipFill>
      </dgm:spPr>
    </dgm:pt>
    <dgm:pt modelId="{E932E20A-1696-451A-8AF7-B131DDE26D5A}" type="pres">
      <dgm:prSet presAssocID="{E735BCD7-DC70-4F68-BD35-743B22136E04}" presName="ChildComposite" presStyleCnt="0"/>
      <dgm:spPr/>
    </dgm:pt>
    <dgm:pt modelId="{E1EF2011-D770-406F-B8F6-25DB26B1E188}" type="pres">
      <dgm:prSet presAssocID="{E735BCD7-DC70-4F68-BD35-743B22136E04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EE6D6FB-DEFB-4FAD-B78D-52936C774045}" type="pres">
      <dgm:prSet presAssocID="{E735BCD7-DC70-4F68-BD35-743B22136E04}" presName="Parent" presStyleLbl="revTx" presStyleIdx="6" presStyleCnt="10">
        <dgm:presLayoutVars>
          <dgm:chMax val="1"/>
          <dgm:chPref val="0"/>
          <dgm:bulletEnabled val="1"/>
        </dgm:presLayoutVars>
      </dgm:prSet>
      <dgm:spPr/>
    </dgm:pt>
    <dgm:pt modelId="{C2B8DD44-BD0C-4E86-845E-784FAFFB7A01}" type="pres">
      <dgm:prSet presAssocID="{DF135AAC-E72B-4FDF-9D99-7107DFA9010D}" presName="sibTrans" presStyleCnt="0"/>
      <dgm:spPr/>
    </dgm:pt>
    <dgm:pt modelId="{FF5FC6A5-B6C8-4CAF-BB22-319D443EB226}" type="pres">
      <dgm:prSet presAssocID="{45B63E34-8033-4784-8647-6CD9BC09E214}" presName="composite" presStyleCnt="0">
        <dgm:presLayoutVars>
          <dgm:chMax val="1"/>
          <dgm:chPref val="1"/>
        </dgm:presLayoutVars>
      </dgm:prSet>
      <dgm:spPr/>
    </dgm:pt>
    <dgm:pt modelId="{952219C6-7E3E-4E61-884E-A5868CEF22E7}" type="pres">
      <dgm:prSet presAssocID="{45B63E34-8033-4784-8647-6CD9BC09E214}" presName="Accent" presStyleLbl="trAlignAcc1" presStyleIdx="7" presStyleCnt="10">
        <dgm:presLayoutVars>
          <dgm:chMax val="0"/>
          <dgm:chPref val="0"/>
        </dgm:presLayoutVars>
      </dgm:prSet>
      <dgm:spPr/>
    </dgm:pt>
    <dgm:pt modelId="{BB64EACA-E0F7-42C0-850B-029396D29277}" type="pres">
      <dgm:prSet presAssocID="{45B63E34-8033-4784-8647-6CD9BC09E214}" presName="Image" presStyleLbl="alignImgPlace1" presStyleIdx="7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 t="-9000" b="-9000"/>
          </a:stretch>
        </a:blipFill>
      </dgm:spPr>
    </dgm:pt>
    <dgm:pt modelId="{419634A3-56E5-4461-A31B-2B4DB0DB30A5}" type="pres">
      <dgm:prSet presAssocID="{45B63E34-8033-4784-8647-6CD9BC09E214}" presName="ChildComposite" presStyleCnt="0"/>
      <dgm:spPr/>
    </dgm:pt>
    <dgm:pt modelId="{F6710098-97CD-4B6B-8CBC-59617A940F2E}" type="pres">
      <dgm:prSet presAssocID="{45B63E34-8033-4784-8647-6CD9BC09E214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57C20A5-964D-473E-82D6-FA80F026A323}" type="pres">
      <dgm:prSet presAssocID="{45B63E34-8033-4784-8647-6CD9BC09E214}" presName="Parent" presStyleLbl="revTx" presStyleIdx="7" presStyleCnt="10">
        <dgm:presLayoutVars>
          <dgm:chMax val="1"/>
          <dgm:chPref val="0"/>
          <dgm:bulletEnabled val="1"/>
        </dgm:presLayoutVars>
      </dgm:prSet>
      <dgm:spPr/>
    </dgm:pt>
    <dgm:pt modelId="{20C9A849-D86C-4DFC-A224-F13671297501}" type="pres">
      <dgm:prSet presAssocID="{D2A1E0C3-063F-4E49-857B-9D037013E4AC}" presName="sibTrans" presStyleCnt="0"/>
      <dgm:spPr/>
    </dgm:pt>
    <dgm:pt modelId="{DBE552FB-5C3A-4273-AF8D-738AEDEF2FE2}" type="pres">
      <dgm:prSet presAssocID="{3BEF4BC2-D536-4CBF-907B-BD6044149C21}" presName="composite" presStyleCnt="0">
        <dgm:presLayoutVars>
          <dgm:chMax val="1"/>
          <dgm:chPref val="1"/>
        </dgm:presLayoutVars>
      </dgm:prSet>
      <dgm:spPr/>
    </dgm:pt>
    <dgm:pt modelId="{63C8CFD6-0A07-48B2-9B22-EE38C6B3F9BA}" type="pres">
      <dgm:prSet presAssocID="{3BEF4BC2-D536-4CBF-907B-BD6044149C21}" presName="Accent" presStyleLbl="trAlignAcc1" presStyleIdx="8" presStyleCnt="10">
        <dgm:presLayoutVars>
          <dgm:chMax val="0"/>
          <dgm:chPref val="0"/>
        </dgm:presLayoutVars>
      </dgm:prSet>
      <dgm:spPr/>
    </dgm:pt>
    <dgm:pt modelId="{0EEB6FAD-6E5D-4429-A4A0-B4E7B908DC8C}" type="pres">
      <dgm:prSet presAssocID="{3BEF4BC2-D536-4CBF-907B-BD6044149C21}" presName="Image" presStyleLbl="alignImgPlace1" presStyleIdx="8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 t="-9000" b="-9000"/>
          </a:stretch>
        </a:blipFill>
      </dgm:spPr>
    </dgm:pt>
    <dgm:pt modelId="{22819B8A-C688-4299-965F-64E91BCA82B7}" type="pres">
      <dgm:prSet presAssocID="{3BEF4BC2-D536-4CBF-907B-BD6044149C21}" presName="ChildComposite" presStyleCnt="0"/>
      <dgm:spPr/>
    </dgm:pt>
    <dgm:pt modelId="{A74AA424-4D97-4904-9750-229C99EEB083}" type="pres">
      <dgm:prSet presAssocID="{3BEF4BC2-D536-4CBF-907B-BD6044149C21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D0A9DE1-EB4D-4632-9578-427A5899C582}" type="pres">
      <dgm:prSet presAssocID="{3BEF4BC2-D536-4CBF-907B-BD6044149C21}" presName="Parent" presStyleLbl="revTx" presStyleIdx="8" presStyleCnt="10">
        <dgm:presLayoutVars>
          <dgm:chMax val="1"/>
          <dgm:chPref val="0"/>
          <dgm:bulletEnabled val="1"/>
        </dgm:presLayoutVars>
      </dgm:prSet>
      <dgm:spPr/>
    </dgm:pt>
    <dgm:pt modelId="{1702AFF5-AC20-4B79-B7B7-DAB157879567}" type="pres">
      <dgm:prSet presAssocID="{664E357E-EED6-4A09-B1BD-FA4CF34A99F2}" presName="sibTrans" presStyleCnt="0"/>
      <dgm:spPr/>
    </dgm:pt>
    <dgm:pt modelId="{B554A564-0BCA-4481-8055-AB271C3618F3}" type="pres">
      <dgm:prSet presAssocID="{075271E7-111B-4D24-998B-E2232BC2E36E}" presName="composite" presStyleCnt="0">
        <dgm:presLayoutVars>
          <dgm:chMax val="1"/>
          <dgm:chPref val="1"/>
        </dgm:presLayoutVars>
      </dgm:prSet>
      <dgm:spPr/>
    </dgm:pt>
    <dgm:pt modelId="{6B936C8B-4DFA-45A7-B679-9EF4F5815C6B}" type="pres">
      <dgm:prSet presAssocID="{075271E7-111B-4D24-998B-E2232BC2E36E}" presName="Accent" presStyleLbl="trAlignAcc1" presStyleIdx="9" presStyleCnt="10">
        <dgm:presLayoutVars>
          <dgm:chMax val="0"/>
          <dgm:chPref val="0"/>
        </dgm:presLayoutVars>
      </dgm:prSet>
      <dgm:spPr/>
    </dgm:pt>
    <dgm:pt modelId="{13019B95-4C2D-497D-845D-B2FE35E4C202}" type="pres">
      <dgm:prSet presAssocID="{075271E7-111B-4D24-998B-E2232BC2E36E}" presName="Image" presStyleLbl="alignImgPlace1" presStyleIdx="9" presStyleCnt="1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 t="-9000" b="-9000"/>
          </a:stretch>
        </a:blipFill>
      </dgm:spPr>
    </dgm:pt>
    <dgm:pt modelId="{3B53E138-4ABE-4CDE-8F7D-5E7E7A1292E4}" type="pres">
      <dgm:prSet presAssocID="{075271E7-111B-4D24-998B-E2232BC2E36E}" presName="ChildComposite" presStyleCnt="0"/>
      <dgm:spPr/>
    </dgm:pt>
    <dgm:pt modelId="{0FA0A574-CFF1-4349-83BD-14E21D14A9FD}" type="pres">
      <dgm:prSet presAssocID="{075271E7-111B-4D24-998B-E2232BC2E36E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E03B6E2-E656-4A60-BB79-3C6859E7C844}" type="pres">
      <dgm:prSet presAssocID="{075271E7-111B-4D24-998B-E2232BC2E36E}" presName="Parent" presStyleLbl="revTx" presStyleIdx="9" presStyleCnt="10">
        <dgm:presLayoutVars>
          <dgm:chMax val="1"/>
          <dgm:chPref val="0"/>
          <dgm:bulletEnabled val="1"/>
        </dgm:presLayoutVars>
      </dgm:prSet>
      <dgm:spPr/>
    </dgm:pt>
  </dgm:ptLst>
  <dgm:cxnLst>
    <dgm:cxn modelId="{2FE0D60E-B174-4CB6-88EC-A97D14160B59}" srcId="{36CEFFE3-AFCD-4BEA-9185-6B338485871A}" destId="{E735BCD7-DC70-4F68-BD35-743B22136E04}" srcOrd="6" destOrd="0" parTransId="{A90BBF76-26B5-4B8B-93D0-E6A94407B88C}" sibTransId="{DF135AAC-E72B-4FDF-9D99-7107DFA9010D}"/>
    <dgm:cxn modelId="{25D9BA17-74ED-44F2-A4EF-9F554FB51E0C}" type="presOf" srcId="{45B63E34-8033-4784-8647-6CD9BC09E214}" destId="{757C20A5-964D-473E-82D6-FA80F026A323}" srcOrd="0" destOrd="0" presId="urn:microsoft.com/office/officeart/2008/layout/CaptionedPictures"/>
    <dgm:cxn modelId="{C13AA436-0BBE-4DF1-BCBB-80076BD7BCDB}" type="presOf" srcId="{3BEF4BC2-D536-4CBF-907B-BD6044149C21}" destId="{5D0A9DE1-EB4D-4632-9578-427A5899C582}" srcOrd="0" destOrd="0" presId="urn:microsoft.com/office/officeart/2008/layout/CaptionedPictures"/>
    <dgm:cxn modelId="{E1B42261-E494-466C-B49A-BC67124062CA}" srcId="{36CEFFE3-AFCD-4BEA-9185-6B338485871A}" destId="{053625C7-1EDD-4BEE-8D93-924F8EC578A3}" srcOrd="4" destOrd="0" parTransId="{3F50A1B5-D1A9-49DF-B5E1-C1DAEB4A1A7D}" sibTransId="{E118D61C-9E0F-4050-8998-920D2B1A8A1C}"/>
    <dgm:cxn modelId="{1DDA0543-759E-4683-8291-1D19D3959EB8}" srcId="{36CEFFE3-AFCD-4BEA-9185-6B338485871A}" destId="{D25B35ED-2252-4C9A-891B-77A8138AE9D6}" srcOrd="2" destOrd="0" parTransId="{4149E6AB-9848-4E7F-B27C-8DF4953A39F7}" sibTransId="{1E48FB77-A564-4600-A13D-BE4B130AE18B}"/>
    <dgm:cxn modelId="{1038EA4B-F789-43D1-80D6-16965839A6F6}" srcId="{36CEFFE3-AFCD-4BEA-9185-6B338485871A}" destId="{BB546900-9645-405D-B1D3-937405042E88}" srcOrd="5" destOrd="0" parTransId="{8411F2D1-96F4-436E-A7B9-CD5A06641667}" sibTransId="{8564E0ED-8A67-4C8C-AD31-5ADAC1517807}"/>
    <dgm:cxn modelId="{15FE8B50-0A01-4DC6-ADA6-9AD8B44C0611}" type="presOf" srcId="{3F0EE2F6-26F3-4922-A7C4-A3E6D785C292}" destId="{1780F7E7-473E-45EE-947C-34BFEF720DD0}" srcOrd="0" destOrd="0" presId="urn:microsoft.com/office/officeart/2008/layout/CaptionedPictures"/>
    <dgm:cxn modelId="{F0DC5586-503F-405B-A8D2-DCBE786CFCE0}" type="presOf" srcId="{D25B35ED-2252-4C9A-891B-77A8138AE9D6}" destId="{9673ABF0-12FD-40FA-9689-824560B4CA1F}" srcOrd="0" destOrd="0" presId="urn:microsoft.com/office/officeart/2008/layout/CaptionedPictures"/>
    <dgm:cxn modelId="{6E237F8E-CF1A-4597-8EDC-10FBA891B79B}" type="presOf" srcId="{B526708C-A572-4AAC-954C-C78872D84F63}" destId="{077FBD12-042C-4D26-AAD4-F075591F830B}" srcOrd="0" destOrd="0" presId="urn:microsoft.com/office/officeart/2008/layout/CaptionedPictures"/>
    <dgm:cxn modelId="{E8B89890-AE45-42CC-961A-6C0188B6AA3E}" type="presOf" srcId="{BB546900-9645-405D-B1D3-937405042E88}" destId="{AD0F1EE5-2551-4AEE-B9BB-6BB639057F11}" srcOrd="0" destOrd="0" presId="urn:microsoft.com/office/officeart/2008/layout/CaptionedPictures"/>
    <dgm:cxn modelId="{06E3DB9C-7CEE-45B6-BABC-1DEDDFF59EE0}" srcId="{36CEFFE3-AFCD-4BEA-9185-6B338485871A}" destId="{B526708C-A572-4AAC-954C-C78872D84F63}" srcOrd="3" destOrd="0" parTransId="{D22E384C-F9C2-4905-BB61-520D193AA508}" sibTransId="{40C3D7AC-DB5D-4EB4-8550-7489F59FB684}"/>
    <dgm:cxn modelId="{0A657F9F-07AE-4283-A3A6-FE7A214F5C1E}" srcId="{36CEFFE3-AFCD-4BEA-9185-6B338485871A}" destId="{3BEF4BC2-D536-4CBF-907B-BD6044149C21}" srcOrd="8" destOrd="0" parTransId="{2F7EFDC7-4642-4818-9052-F7269D644C10}" sibTransId="{664E357E-EED6-4A09-B1BD-FA4CF34A99F2}"/>
    <dgm:cxn modelId="{03831EA2-F6B5-4770-A32E-0345539CCA04}" type="presOf" srcId="{E735BCD7-DC70-4F68-BD35-743B22136E04}" destId="{3EE6D6FB-DEFB-4FAD-B78D-52936C774045}" srcOrd="0" destOrd="0" presId="urn:microsoft.com/office/officeart/2008/layout/CaptionedPictures"/>
    <dgm:cxn modelId="{9EB627A3-CBC6-4C15-9D99-94559D5F8ADE}" type="presOf" srcId="{075271E7-111B-4D24-998B-E2232BC2E36E}" destId="{3E03B6E2-E656-4A60-BB79-3C6859E7C844}" srcOrd="0" destOrd="0" presId="urn:microsoft.com/office/officeart/2008/layout/CaptionedPictures"/>
    <dgm:cxn modelId="{A7711BAE-5CAD-4323-98B2-34B551CA02ED}" srcId="{36CEFFE3-AFCD-4BEA-9185-6B338485871A}" destId="{3F0EE2F6-26F3-4922-A7C4-A3E6D785C292}" srcOrd="1" destOrd="0" parTransId="{2BD2104C-67F0-48F1-94E9-739CA5064CBC}" sibTransId="{78B1CBCF-A412-4AF4-8409-9EA27EF2CFF8}"/>
    <dgm:cxn modelId="{4F9CAABE-613A-4F87-90C8-2C5526BEE265}" type="presOf" srcId="{053625C7-1EDD-4BEE-8D93-924F8EC578A3}" destId="{275AE0A0-6A54-4D7E-BE34-B2CBFF426586}" srcOrd="0" destOrd="0" presId="urn:microsoft.com/office/officeart/2008/layout/CaptionedPictures"/>
    <dgm:cxn modelId="{B14302C0-B549-42A8-9165-D919A83E22A9}" srcId="{36CEFFE3-AFCD-4BEA-9185-6B338485871A}" destId="{075271E7-111B-4D24-998B-E2232BC2E36E}" srcOrd="9" destOrd="0" parTransId="{A0E25BED-96DA-4B68-BF4D-A61043C3885E}" sibTransId="{978EB5A2-ACC6-41AF-8307-2C5FB3B1B9A1}"/>
    <dgm:cxn modelId="{BD4051C5-26F0-4142-802D-60ADCBD49754}" srcId="{36CEFFE3-AFCD-4BEA-9185-6B338485871A}" destId="{45B63E34-8033-4784-8647-6CD9BC09E214}" srcOrd="7" destOrd="0" parTransId="{91B30172-FCC4-4807-8404-F8B2D4DDE442}" sibTransId="{D2A1E0C3-063F-4E49-857B-9D037013E4AC}"/>
    <dgm:cxn modelId="{63339FE1-C2CC-4826-9417-01F38E68D89D}" srcId="{36CEFFE3-AFCD-4BEA-9185-6B338485871A}" destId="{6C4B9689-C0ED-4FAD-953A-DB143615AF66}" srcOrd="0" destOrd="0" parTransId="{94DE26ED-36B5-4595-95F8-DD1FFA2C9F24}" sibTransId="{730B8051-BD65-4047-91CC-E1363A4A07E7}"/>
    <dgm:cxn modelId="{CA575FE9-4D81-4ABD-B1C6-D7F3A1B605F0}" type="presOf" srcId="{6C4B9689-C0ED-4FAD-953A-DB143615AF66}" destId="{FD6E262F-CE78-42AD-A256-44D583401849}" srcOrd="0" destOrd="0" presId="urn:microsoft.com/office/officeart/2008/layout/CaptionedPictures"/>
    <dgm:cxn modelId="{5BD22BFC-6DBE-463B-B07F-B382CA6FCCD1}" type="presOf" srcId="{36CEFFE3-AFCD-4BEA-9185-6B338485871A}" destId="{04DACF09-4386-4296-A3F5-AD23E2EC0296}" srcOrd="0" destOrd="0" presId="urn:microsoft.com/office/officeart/2008/layout/CaptionedPictures"/>
    <dgm:cxn modelId="{409354E3-1C8F-44DE-A5A5-FB1C56EFD98C}" type="presParOf" srcId="{04DACF09-4386-4296-A3F5-AD23E2EC0296}" destId="{9F0E507E-1629-4151-B723-0D57609C985F}" srcOrd="0" destOrd="0" presId="urn:microsoft.com/office/officeart/2008/layout/CaptionedPictures"/>
    <dgm:cxn modelId="{2083381F-F5C1-4B0B-B6FE-28F02FD3CBAF}" type="presParOf" srcId="{9F0E507E-1629-4151-B723-0D57609C985F}" destId="{86B4CE18-B566-41C9-BB34-EC2C6C48FC08}" srcOrd="0" destOrd="0" presId="urn:microsoft.com/office/officeart/2008/layout/CaptionedPictures"/>
    <dgm:cxn modelId="{E8F70076-D2DF-4AD7-B63D-AA2A229C63F8}" type="presParOf" srcId="{9F0E507E-1629-4151-B723-0D57609C985F}" destId="{0135A983-7D05-44BB-A287-48DC96F909CF}" srcOrd="1" destOrd="0" presId="urn:microsoft.com/office/officeart/2008/layout/CaptionedPictures"/>
    <dgm:cxn modelId="{C15B7516-46FC-4E1A-824C-47473650BCED}" type="presParOf" srcId="{9F0E507E-1629-4151-B723-0D57609C985F}" destId="{68085BEA-9BC5-40E3-94B9-AA293DB5C45E}" srcOrd="2" destOrd="0" presId="urn:microsoft.com/office/officeart/2008/layout/CaptionedPictures"/>
    <dgm:cxn modelId="{71B7A903-C87B-46DB-BCB5-9DAB29372252}" type="presParOf" srcId="{68085BEA-9BC5-40E3-94B9-AA293DB5C45E}" destId="{AE5B574C-C3E9-4FCB-8B38-E47FE3746E5E}" srcOrd="0" destOrd="0" presId="urn:microsoft.com/office/officeart/2008/layout/CaptionedPictures"/>
    <dgm:cxn modelId="{B526E968-7A60-494C-9F77-014E9800A083}" type="presParOf" srcId="{68085BEA-9BC5-40E3-94B9-AA293DB5C45E}" destId="{FD6E262F-CE78-42AD-A256-44D583401849}" srcOrd="1" destOrd="0" presId="urn:microsoft.com/office/officeart/2008/layout/CaptionedPictures"/>
    <dgm:cxn modelId="{B908FC3C-F315-4104-A400-67AB79DF9ED8}" type="presParOf" srcId="{04DACF09-4386-4296-A3F5-AD23E2EC0296}" destId="{3BA46AF4-F337-4CEB-B53A-872E6FBD71D2}" srcOrd="1" destOrd="0" presId="urn:microsoft.com/office/officeart/2008/layout/CaptionedPictures"/>
    <dgm:cxn modelId="{F1EC6516-9BE3-4C08-9109-8961CC49536F}" type="presParOf" srcId="{04DACF09-4386-4296-A3F5-AD23E2EC0296}" destId="{EF615B35-4A90-43AD-98EC-0577018BABDA}" srcOrd="2" destOrd="0" presId="urn:microsoft.com/office/officeart/2008/layout/CaptionedPictures"/>
    <dgm:cxn modelId="{2DCCEDA3-93DA-4B6E-B587-DBB29ECC1277}" type="presParOf" srcId="{EF615B35-4A90-43AD-98EC-0577018BABDA}" destId="{3B303FF3-79EF-46CD-B0CF-5D023A24EE7D}" srcOrd="0" destOrd="0" presId="urn:microsoft.com/office/officeart/2008/layout/CaptionedPictures"/>
    <dgm:cxn modelId="{BB2990CE-A700-4A13-9BE7-CDE0AB20CB5C}" type="presParOf" srcId="{EF615B35-4A90-43AD-98EC-0577018BABDA}" destId="{4E3C920B-52E0-4DDB-8CE6-D6BC385A1E2B}" srcOrd="1" destOrd="0" presId="urn:microsoft.com/office/officeart/2008/layout/CaptionedPictures"/>
    <dgm:cxn modelId="{5B0737A5-49F9-4ABD-901D-6A0E6CEFC0DF}" type="presParOf" srcId="{EF615B35-4A90-43AD-98EC-0577018BABDA}" destId="{42ACC350-6853-4735-9919-0B3E328F83CB}" srcOrd="2" destOrd="0" presId="urn:microsoft.com/office/officeart/2008/layout/CaptionedPictures"/>
    <dgm:cxn modelId="{141C651D-898A-43AF-B2E1-C072F9F27459}" type="presParOf" srcId="{42ACC350-6853-4735-9919-0B3E328F83CB}" destId="{D194D62E-7CCD-4F85-8144-57AF90EBB353}" srcOrd="0" destOrd="0" presId="urn:microsoft.com/office/officeart/2008/layout/CaptionedPictures"/>
    <dgm:cxn modelId="{A1B8DCA8-F5B7-4C5C-91E9-B7E17459EAD6}" type="presParOf" srcId="{42ACC350-6853-4735-9919-0B3E328F83CB}" destId="{1780F7E7-473E-45EE-947C-34BFEF720DD0}" srcOrd="1" destOrd="0" presId="urn:microsoft.com/office/officeart/2008/layout/CaptionedPictures"/>
    <dgm:cxn modelId="{C53E7DBE-74D8-48D8-8377-E7627F06E045}" type="presParOf" srcId="{04DACF09-4386-4296-A3F5-AD23E2EC0296}" destId="{66D7301F-A239-4031-B6C4-BFDCDF2D71C2}" srcOrd="3" destOrd="0" presId="urn:microsoft.com/office/officeart/2008/layout/CaptionedPictures"/>
    <dgm:cxn modelId="{E8333698-CB87-48A8-9BAD-120C80207980}" type="presParOf" srcId="{04DACF09-4386-4296-A3F5-AD23E2EC0296}" destId="{B9C00593-131D-4EDD-A431-CAF5F0DDACA2}" srcOrd="4" destOrd="0" presId="urn:microsoft.com/office/officeart/2008/layout/CaptionedPictures"/>
    <dgm:cxn modelId="{34E54878-F1B1-47FA-B93B-D2F2902F8B67}" type="presParOf" srcId="{B9C00593-131D-4EDD-A431-CAF5F0DDACA2}" destId="{96293912-87C6-4D9D-80CC-5681BFC2B5F8}" srcOrd="0" destOrd="0" presId="urn:microsoft.com/office/officeart/2008/layout/CaptionedPictures"/>
    <dgm:cxn modelId="{DD456E5E-B0A9-4BF3-AD18-6A31CB22EE07}" type="presParOf" srcId="{B9C00593-131D-4EDD-A431-CAF5F0DDACA2}" destId="{42CD276C-9EC0-443C-8744-EB9C3649324F}" srcOrd="1" destOrd="0" presId="urn:microsoft.com/office/officeart/2008/layout/CaptionedPictures"/>
    <dgm:cxn modelId="{92152B05-73E1-4EBB-8E1A-896E6E098679}" type="presParOf" srcId="{B9C00593-131D-4EDD-A431-CAF5F0DDACA2}" destId="{54FA8055-B23B-4194-8A96-EFBCE3C895D3}" srcOrd="2" destOrd="0" presId="urn:microsoft.com/office/officeart/2008/layout/CaptionedPictures"/>
    <dgm:cxn modelId="{1DB1260E-EF78-4842-BACE-9F582C635706}" type="presParOf" srcId="{54FA8055-B23B-4194-8A96-EFBCE3C895D3}" destId="{94188E8A-E3FF-42E0-ACC3-5995EFFEC3B9}" srcOrd="0" destOrd="0" presId="urn:microsoft.com/office/officeart/2008/layout/CaptionedPictures"/>
    <dgm:cxn modelId="{6288FC9F-9D95-4DD5-891E-B9ADE2171E10}" type="presParOf" srcId="{54FA8055-B23B-4194-8A96-EFBCE3C895D3}" destId="{9673ABF0-12FD-40FA-9689-824560B4CA1F}" srcOrd="1" destOrd="0" presId="urn:microsoft.com/office/officeart/2008/layout/CaptionedPictures"/>
    <dgm:cxn modelId="{715BF708-F892-4C4C-9733-DC57F34F9B23}" type="presParOf" srcId="{04DACF09-4386-4296-A3F5-AD23E2EC0296}" destId="{D991AB3B-9961-4521-8295-F7EE9E7F29BA}" srcOrd="5" destOrd="0" presId="urn:microsoft.com/office/officeart/2008/layout/CaptionedPictures"/>
    <dgm:cxn modelId="{856B86A0-B046-4770-BFFE-27B5C38F685D}" type="presParOf" srcId="{04DACF09-4386-4296-A3F5-AD23E2EC0296}" destId="{82D2E711-196F-409E-B03E-EBCA9D2E1208}" srcOrd="6" destOrd="0" presId="urn:microsoft.com/office/officeart/2008/layout/CaptionedPictures"/>
    <dgm:cxn modelId="{2B288226-DDA2-497B-BC28-C1531D3C3A61}" type="presParOf" srcId="{82D2E711-196F-409E-B03E-EBCA9D2E1208}" destId="{600DA035-218A-4458-8AFC-2E89B4B14214}" srcOrd="0" destOrd="0" presId="urn:microsoft.com/office/officeart/2008/layout/CaptionedPictures"/>
    <dgm:cxn modelId="{CBCF93B2-2EE2-4434-94B5-6A2B9AA71C00}" type="presParOf" srcId="{82D2E711-196F-409E-B03E-EBCA9D2E1208}" destId="{27B67DA0-8E50-4D43-9BE7-892BAB71AED3}" srcOrd="1" destOrd="0" presId="urn:microsoft.com/office/officeart/2008/layout/CaptionedPictures"/>
    <dgm:cxn modelId="{1A1947CE-1116-4935-AA11-27B305F46A67}" type="presParOf" srcId="{82D2E711-196F-409E-B03E-EBCA9D2E1208}" destId="{E40F32F1-95A2-4FA6-9F37-286775A2EC48}" srcOrd="2" destOrd="0" presId="urn:microsoft.com/office/officeart/2008/layout/CaptionedPictures"/>
    <dgm:cxn modelId="{0FAD7773-311D-48A3-B646-3FE43EB16662}" type="presParOf" srcId="{E40F32F1-95A2-4FA6-9F37-286775A2EC48}" destId="{FEE09C80-60F9-405C-A671-9C830299D4BC}" srcOrd="0" destOrd="0" presId="urn:microsoft.com/office/officeart/2008/layout/CaptionedPictures"/>
    <dgm:cxn modelId="{E519DD9B-934B-41E6-9DEB-FD749C9FAF4D}" type="presParOf" srcId="{E40F32F1-95A2-4FA6-9F37-286775A2EC48}" destId="{077FBD12-042C-4D26-AAD4-F075591F830B}" srcOrd="1" destOrd="0" presId="urn:microsoft.com/office/officeart/2008/layout/CaptionedPictures"/>
    <dgm:cxn modelId="{3997FBAE-CEE9-47B9-B96C-F6E647B2D1E5}" type="presParOf" srcId="{04DACF09-4386-4296-A3F5-AD23E2EC0296}" destId="{D7A07835-E97A-47B8-8640-D4656C4F6872}" srcOrd="7" destOrd="0" presId="urn:microsoft.com/office/officeart/2008/layout/CaptionedPictures"/>
    <dgm:cxn modelId="{4D1C0D6F-754D-4628-85E3-09526B9A108C}" type="presParOf" srcId="{04DACF09-4386-4296-A3F5-AD23E2EC0296}" destId="{15585335-EDCE-44E7-B2DC-154E3FDCA97C}" srcOrd="8" destOrd="0" presId="urn:microsoft.com/office/officeart/2008/layout/CaptionedPictures"/>
    <dgm:cxn modelId="{C6105F5D-3727-4C2D-8AA7-1643A7E9CC0E}" type="presParOf" srcId="{15585335-EDCE-44E7-B2DC-154E3FDCA97C}" destId="{BC92F293-F4AC-4D3E-875A-D2A0ED169444}" srcOrd="0" destOrd="0" presId="urn:microsoft.com/office/officeart/2008/layout/CaptionedPictures"/>
    <dgm:cxn modelId="{4089BD9B-CA0B-467A-A610-11E8CC3CB228}" type="presParOf" srcId="{15585335-EDCE-44E7-B2DC-154E3FDCA97C}" destId="{27846770-8803-45A4-B868-184D3E1343F2}" srcOrd="1" destOrd="0" presId="urn:microsoft.com/office/officeart/2008/layout/CaptionedPictures"/>
    <dgm:cxn modelId="{EB48CE80-E77A-4EB6-9209-2B28EF01279E}" type="presParOf" srcId="{15585335-EDCE-44E7-B2DC-154E3FDCA97C}" destId="{8FBE87EB-DC21-43FB-A897-684BF9108F58}" srcOrd="2" destOrd="0" presId="urn:microsoft.com/office/officeart/2008/layout/CaptionedPictures"/>
    <dgm:cxn modelId="{F1362FA3-DC0B-45EC-A92D-00AAB9B98932}" type="presParOf" srcId="{8FBE87EB-DC21-43FB-A897-684BF9108F58}" destId="{4B825243-40A7-4B6C-9AB7-609CCA3609BF}" srcOrd="0" destOrd="0" presId="urn:microsoft.com/office/officeart/2008/layout/CaptionedPictures"/>
    <dgm:cxn modelId="{E49D03BA-02A8-4E67-BE3D-2E095CDE25E2}" type="presParOf" srcId="{8FBE87EB-DC21-43FB-A897-684BF9108F58}" destId="{275AE0A0-6A54-4D7E-BE34-B2CBFF426586}" srcOrd="1" destOrd="0" presId="urn:microsoft.com/office/officeart/2008/layout/CaptionedPictures"/>
    <dgm:cxn modelId="{6099C2C8-A3EF-412B-A214-0272049B9E75}" type="presParOf" srcId="{04DACF09-4386-4296-A3F5-AD23E2EC0296}" destId="{B8A0B86D-BCB8-433D-8F66-30BFFBDA3858}" srcOrd="9" destOrd="0" presId="urn:microsoft.com/office/officeart/2008/layout/CaptionedPictures"/>
    <dgm:cxn modelId="{58311B30-61B1-4099-86D7-03D774AF617E}" type="presParOf" srcId="{04DACF09-4386-4296-A3F5-AD23E2EC0296}" destId="{E715EC26-4263-45A9-9B8F-44298FFAE48A}" srcOrd="10" destOrd="0" presId="urn:microsoft.com/office/officeart/2008/layout/CaptionedPictures"/>
    <dgm:cxn modelId="{E5E57774-2550-4857-B92C-B7256FEF8A7F}" type="presParOf" srcId="{E715EC26-4263-45A9-9B8F-44298FFAE48A}" destId="{72E2CA44-C8B2-489E-A8F3-5137EE6E54AF}" srcOrd="0" destOrd="0" presId="urn:microsoft.com/office/officeart/2008/layout/CaptionedPictures"/>
    <dgm:cxn modelId="{7833CA49-E1FE-43A9-B7AA-1E96A0DEC3F4}" type="presParOf" srcId="{E715EC26-4263-45A9-9B8F-44298FFAE48A}" destId="{C3F1C44A-E3E4-4DEE-8D8D-110327666090}" srcOrd="1" destOrd="0" presId="urn:microsoft.com/office/officeart/2008/layout/CaptionedPictures"/>
    <dgm:cxn modelId="{81F27345-7CE6-4821-AA88-D30D484D9101}" type="presParOf" srcId="{E715EC26-4263-45A9-9B8F-44298FFAE48A}" destId="{03A12461-1D16-40EE-8933-87A3B53CD19D}" srcOrd="2" destOrd="0" presId="urn:microsoft.com/office/officeart/2008/layout/CaptionedPictures"/>
    <dgm:cxn modelId="{98324D44-51C0-46F8-9FF9-3B8B50215F1E}" type="presParOf" srcId="{03A12461-1D16-40EE-8933-87A3B53CD19D}" destId="{8E850505-E191-41A8-A156-435BA43936E4}" srcOrd="0" destOrd="0" presId="urn:microsoft.com/office/officeart/2008/layout/CaptionedPictures"/>
    <dgm:cxn modelId="{937BC605-8B80-4332-AA4E-775451B8C30B}" type="presParOf" srcId="{03A12461-1D16-40EE-8933-87A3B53CD19D}" destId="{AD0F1EE5-2551-4AEE-B9BB-6BB639057F11}" srcOrd="1" destOrd="0" presId="urn:microsoft.com/office/officeart/2008/layout/CaptionedPictures"/>
    <dgm:cxn modelId="{4B31FA44-2F9A-46BA-850D-9DFB12A653FE}" type="presParOf" srcId="{04DACF09-4386-4296-A3F5-AD23E2EC0296}" destId="{0109376F-DB03-4F20-A518-F7439E0CB02E}" srcOrd="11" destOrd="0" presId="urn:microsoft.com/office/officeart/2008/layout/CaptionedPictures"/>
    <dgm:cxn modelId="{94561D0E-684F-4D84-BA43-77298942EAD2}" type="presParOf" srcId="{04DACF09-4386-4296-A3F5-AD23E2EC0296}" destId="{7879448F-7BCB-4A9F-A8BF-CB4D4FD3C722}" srcOrd="12" destOrd="0" presId="urn:microsoft.com/office/officeart/2008/layout/CaptionedPictures"/>
    <dgm:cxn modelId="{F6F31F22-7C82-465A-8288-0C8210B67EDE}" type="presParOf" srcId="{7879448F-7BCB-4A9F-A8BF-CB4D4FD3C722}" destId="{4FB374AC-9E34-4AE1-84C1-9B3363A4F55E}" srcOrd="0" destOrd="0" presId="urn:microsoft.com/office/officeart/2008/layout/CaptionedPictures"/>
    <dgm:cxn modelId="{232BA28F-6AFA-4569-9546-1E9B179F92E9}" type="presParOf" srcId="{7879448F-7BCB-4A9F-A8BF-CB4D4FD3C722}" destId="{EA05622D-2FEB-4F4F-B945-91DA89B031E9}" srcOrd="1" destOrd="0" presId="urn:microsoft.com/office/officeart/2008/layout/CaptionedPictures"/>
    <dgm:cxn modelId="{1B3B262D-E8BF-4A9B-84B9-29C8044963F8}" type="presParOf" srcId="{7879448F-7BCB-4A9F-A8BF-CB4D4FD3C722}" destId="{E932E20A-1696-451A-8AF7-B131DDE26D5A}" srcOrd="2" destOrd="0" presId="urn:microsoft.com/office/officeart/2008/layout/CaptionedPictures"/>
    <dgm:cxn modelId="{03729C8E-9134-4993-AAE3-BBBD6CA7411B}" type="presParOf" srcId="{E932E20A-1696-451A-8AF7-B131DDE26D5A}" destId="{E1EF2011-D770-406F-B8F6-25DB26B1E188}" srcOrd="0" destOrd="0" presId="urn:microsoft.com/office/officeart/2008/layout/CaptionedPictures"/>
    <dgm:cxn modelId="{44FCB897-5F71-4D4F-AB1E-587EC429FFE9}" type="presParOf" srcId="{E932E20A-1696-451A-8AF7-B131DDE26D5A}" destId="{3EE6D6FB-DEFB-4FAD-B78D-52936C774045}" srcOrd="1" destOrd="0" presId="urn:microsoft.com/office/officeart/2008/layout/CaptionedPictures"/>
    <dgm:cxn modelId="{4093EAC3-C823-465B-8997-2786FE72F7F9}" type="presParOf" srcId="{04DACF09-4386-4296-A3F5-AD23E2EC0296}" destId="{C2B8DD44-BD0C-4E86-845E-784FAFFB7A01}" srcOrd="13" destOrd="0" presId="urn:microsoft.com/office/officeart/2008/layout/CaptionedPictures"/>
    <dgm:cxn modelId="{BE747FA2-EA44-4006-9A83-DA48F7481E45}" type="presParOf" srcId="{04DACF09-4386-4296-A3F5-AD23E2EC0296}" destId="{FF5FC6A5-B6C8-4CAF-BB22-319D443EB226}" srcOrd="14" destOrd="0" presId="urn:microsoft.com/office/officeart/2008/layout/CaptionedPictures"/>
    <dgm:cxn modelId="{B762DA7D-FEA3-4226-BA07-42D0C78E74EF}" type="presParOf" srcId="{FF5FC6A5-B6C8-4CAF-BB22-319D443EB226}" destId="{952219C6-7E3E-4E61-884E-A5868CEF22E7}" srcOrd="0" destOrd="0" presId="urn:microsoft.com/office/officeart/2008/layout/CaptionedPictures"/>
    <dgm:cxn modelId="{7FF8F71B-0DE4-4094-8622-3118CB11C0E3}" type="presParOf" srcId="{FF5FC6A5-B6C8-4CAF-BB22-319D443EB226}" destId="{BB64EACA-E0F7-42C0-850B-029396D29277}" srcOrd="1" destOrd="0" presId="urn:microsoft.com/office/officeart/2008/layout/CaptionedPictures"/>
    <dgm:cxn modelId="{14949E83-03E0-4389-AE01-361990B89C26}" type="presParOf" srcId="{FF5FC6A5-B6C8-4CAF-BB22-319D443EB226}" destId="{419634A3-56E5-4461-A31B-2B4DB0DB30A5}" srcOrd="2" destOrd="0" presId="urn:microsoft.com/office/officeart/2008/layout/CaptionedPictures"/>
    <dgm:cxn modelId="{501AF5D6-82C4-4EF9-94C6-77C12F88A174}" type="presParOf" srcId="{419634A3-56E5-4461-A31B-2B4DB0DB30A5}" destId="{F6710098-97CD-4B6B-8CBC-59617A940F2E}" srcOrd="0" destOrd="0" presId="urn:microsoft.com/office/officeart/2008/layout/CaptionedPictures"/>
    <dgm:cxn modelId="{4EC1A828-B8EF-4909-94B3-DE0BB7DD1CDB}" type="presParOf" srcId="{419634A3-56E5-4461-A31B-2B4DB0DB30A5}" destId="{757C20A5-964D-473E-82D6-FA80F026A323}" srcOrd="1" destOrd="0" presId="urn:microsoft.com/office/officeart/2008/layout/CaptionedPictures"/>
    <dgm:cxn modelId="{CF786663-1D04-483B-B0DD-1CD7C28FEBB7}" type="presParOf" srcId="{04DACF09-4386-4296-A3F5-AD23E2EC0296}" destId="{20C9A849-D86C-4DFC-A224-F13671297501}" srcOrd="15" destOrd="0" presId="urn:microsoft.com/office/officeart/2008/layout/CaptionedPictures"/>
    <dgm:cxn modelId="{EF52513B-35C2-48EF-8656-44001E7E7907}" type="presParOf" srcId="{04DACF09-4386-4296-A3F5-AD23E2EC0296}" destId="{DBE552FB-5C3A-4273-AF8D-738AEDEF2FE2}" srcOrd="16" destOrd="0" presId="urn:microsoft.com/office/officeart/2008/layout/CaptionedPictures"/>
    <dgm:cxn modelId="{90EF8049-F260-48AF-B928-93FC62899A47}" type="presParOf" srcId="{DBE552FB-5C3A-4273-AF8D-738AEDEF2FE2}" destId="{63C8CFD6-0A07-48B2-9B22-EE38C6B3F9BA}" srcOrd="0" destOrd="0" presId="urn:microsoft.com/office/officeart/2008/layout/CaptionedPictures"/>
    <dgm:cxn modelId="{3414C151-B1D8-4820-8DB3-B8DB07607760}" type="presParOf" srcId="{DBE552FB-5C3A-4273-AF8D-738AEDEF2FE2}" destId="{0EEB6FAD-6E5D-4429-A4A0-B4E7B908DC8C}" srcOrd="1" destOrd="0" presId="urn:microsoft.com/office/officeart/2008/layout/CaptionedPictures"/>
    <dgm:cxn modelId="{1349C492-ABA6-4E58-9BB1-38756A18952F}" type="presParOf" srcId="{DBE552FB-5C3A-4273-AF8D-738AEDEF2FE2}" destId="{22819B8A-C688-4299-965F-64E91BCA82B7}" srcOrd="2" destOrd="0" presId="urn:microsoft.com/office/officeart/2008/layout/CaptionedPictures"/>
    <dgm:cxn modelId="{51372DC0-D21A-49B3-A866-73E896063528}" type="presParOf" srcId="{22819B8A-C688-4299-965F-64E91BCA82B7}" destId="{A74AA424-4D97-4904-9750-229C99EEB083}" srcOrd="0" destOrd="0" presId="urn:microsoft.com/office/officeart/2008/layout/CaptionedPictures"/>
    <dgm:cxn modelId="{3C87BDEC-3430-4693-B612-4A58302BFB70}" type="presParOf" srcId="{22819B8A-C688-4299-965F-64E91BCA82B7}" destId="{5D0A9DE1-EB4D-4632-9578-427A5899C582}" srcOrd="1" destOrd="0" presId="urn:microsoft.com/office/officeart/2008/layout/CaptionedPictures"/>
    <dgm:cxn modelId="{A6DD4081-A150-4E7C-ACB2-ACEAABE07318}" type="presParOf" srcId="{04DACF09-4386-4296-A3F5-AD23E2EC0296}" destId="{1702AFF5-AC20-4B79-B7B7-DAB157879567}" srcOrd="17" destOrd="0" presId="urn:microsoft.com/office/officeart/2008/layout/CaptionedPictures"/>
    <dgm:cxn modelId="{9547EDA1-FBC1-4661-B776-DAF055A085A8}" type="presParOf" srcId="{04DACF09-4386-4296-A3F5-AD23E2EC0296}" destId="{B554A564-0BCA-4481-8055-AB271C3618F3}" srcOrd="18" destOrd="0" presId="urn:microsoft.com/office/officeart/2008/layout/CaptionedPictures"/>
    <dgm:cxn modelId="{80651523-CDFD-4012-B856-F40510611527}" type="presParOf" srcId="{B554A564-0BCA-4481-8055-AB271C3618F3}" destId="{6B936C8B-4DFA-45A7-B679-9EF4F5815C6B}" srcOrd="0" destOrd="0" presId="urn:microsoft.com/office/officeart/2008/layout/CaptionedPictures"/>
    <dgm:cxn modelId="{99F6AEE2-A037-4F9D-934B-AE195746887E}" type="presParOf" srcId="{B554A564-0BCA-4481-8055-AB271C3618F3}" destId="{13019B95-4C2D-497D-845D-B2FE35E4C202}" srcOrd="1" destOrd="0" presId="urn:microsoft.com/office/officeart/2008/layout/CaptionedPictures"/>
    <dgm:cxn modelId="{7D84A9B4-9401-4975-ABD6-2D37CC28A907}" type="presParOf" srcId="{B554A564-0BCA-4481-8055-AB271C3618F3}" destId="{3B53E138-4ABE-4CDE-8F7D-5E7E7A1292E4}" srcOrd="2" destOrd="0" presId="urn:microsoft.com/office/officeart/2008/layout/CaptionedPictures"/>
    <dgm:cxn modelId="{72D6EAE2-F832-47D5-9D74-671EBF33E925}" type="presParOf" srcId="{3B53E138-4ABE-4CDE-8F7D-5E7E7A1292E4}" destId="{0FA0A574-CFF1-4349-83BD-14E21D14A9FD}" srcOrd="0" destOrd="0" presId="urn:microsoft.com/office/officeart/2008/layout/CaptionedPictures"/>
    <dgm:cxn modelId="{0203B836-7423-41A7-A21D-558A63CA1674}" type="presParOf" srcId="{3B53E138-4ABE-4CDE-8F7D-5E7E7A1292E4}" destId="{3E03B6E2-E656-4A60-BB79-3C6859E7C844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4CE18-B566-41C9-BB34-EC2C6C48FC08}">
      <dsp:nvSpPr>
        <dsp:cNvPr id="0" name=""/>
        <dsp:cNvSpPr/>
      </dsp:nvSpPr>
      <dsp:spPr>
        <a:xfrm>
          <a:off x="105283" y="167022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5A983-7D05-44BB-A287-48DC96F909CF}">
      <dsp:nvSpPr>
        <dsp:cNvPr id="0" name=""/>
        <dsp:cNvSpPr/>
      </dsp:nvSpPr>
      <dsp:spPr>
        <a:xfrm>
          <a:off x="173409" y="231140"/>
          <a:ext cx="1226260" cy="10419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E262F-CE78-42AD-A256-44D583401849}">
      <dsp:nvSpPr>
        <dsp:cNvPr id="0" name=""/>
        <dsp:cNvSpPr/>
      </dsp:nvSpPr>
      <dsp:spPr>
        <a:xfrm>
          <a:off x="173409" y="1273061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Users</a:t>
          </a:r>
        </a:p>
      </dsp:txBody>
      <dsp:txXfrm>
        <a:off x="173409" y="1273061"/>
        <a:ext cx="1226260" cy="432797"/>
      </dsp:txXfrm>
    </dsp:sp>
    <dsp:sp modelId="{3B303FF3-79EF-46CD-B0CF-5D023A24EE7D}">
      <dsp:nvSpPr>
        <dsp:cNvPr id="0" name=""/>
        <dsp:cNvSpPr/>
      </dsp:nvSpPr>
      <dsp:spPr>
        <a:xfrm>
          <a:off x="1935380" y="167022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C920B-52E0-4DDB-8CE6-D6BC385A1E2B}">
      <dsp:nvSpPr>
        <dsp:cNvPr id="0" name=""/>
        <dsp:cNvSpPr/>
      </dsp:nvSpPr>
      <dsp:spPr>
        <a:xfrm>
          <a:off x="2003505" y="231140"/>
          <a:ext cx="1226260" cy="10419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0F7E7-473E-45EE-947C-34BFEF720DD0}">
      <dsp:nvSpPr>
        <dsp:cNvPr id="0" name=""/>
        <dsp:cNvSpPr/>
      </dsp:nvSpPr>
      <dsp:spPr>
        <a:xfrm>
          <a:off x="2003505" y="1273061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Hotels</a:t>
          </a:r>
        </a:p>
      </dsp:txBody>
      <dsp:txXfrm>
        <a:off x="2003505" y="1273061"/>
        <a:ext cx="1226260" cy="432797"/>
      </dsp:txXfrm>
    </dsp:sp>
    <dsp:sp modelId="{96293912-87C6-4D9D-80CC-5681BFC2B5F8}">
      <dsp:nvSpPr>
        <dsp:cNvPr id="0" name=""/>
        <dsp:cNvSpPr/>
      </dsp:nvSpPr>
      <dsp:spPr>
        <a:xfrm>
          <a:off x="3765477" y="167022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D276C-9EC0-443C-8744-EB9C3649324F}">
      <dsp:nvSpPr>
        <dsp:cNvPr id="0" name=""/>
        <dsp:cNvSpPr/>
      </dsp:nvSpPr>
      <dsp:spPr>
        <a:xfrm>
          <a:off x="3833602" y="231140"/>
          <a:ext cx="1226260" cy="10419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3ABF0-12FD-40FA-9689-824560B4CA1F}">
      <dsp:nvSpPr>
        <dsp:cNvPr id="0" name=""/>
        <dsp:cNvSpPr/>
      </dsp:nvSpPr>
      <dsp:spPr>
        <a:xfrm>
          <a:off x="3833602" y="1273061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Rooms</a:t>
          </a:r>
        </a:p>
      </dsp:txBody>
      <dsp:txXfrm>
        <a:off x="3833602" y="1273061"/>
        <a:ext cx="1226260" cy="432797"/>
      </dsp:txXfrm>
    </dsp:sp>
    <dsp:sp modelId="{600DA035-218A-4458-8AFC-2E89B4B14214}">
      <dsp:nvSpPr>
        <dsp:cNvPr id="0" name=""/>
        <dsp:cNvSpPr/>
      </dsp:nvSpPr>
      <dsp:spPr>
        <a:xfrm>
          <a:off x="5595574" y="167022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67DA0-8E50-4D43-9BE7-892BAB71AED3}">
      <dsp:nvSpPr>
        <dsp:cNvPr id="0" name=""/>
        <dsp:cNvSpPr/>
      </dsp:nvSpPr>
      <dsp:spPr>
        <a:xfrm>
          <a:off x="5663699" y="231140"/>
          <a:ext cx="1226260" cy="10419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7FBD12-042C-4D26-AAD4-F075591F830B}">
      <dsp:nvSpPr>
        <dsp:cNvPr id="0" name=""/>
        <dsp:cNvSpPr/>
      </dsp:nvSpPr>
      <dsp:spPr>
        <a:xfrm>
          <a:off x="5663699" y="1273061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Airlines</a:t>
          </a:r>
        </a:p>
      </dsp:txBody>
      <dsp:txXfrm>
        <a:off x="5663699" y="1273061"/>
        <a:ext cx="1226260" cy="432797"/>
      </dsp:txXfrm>
    </dsp:sp>
    <dsp:sp modelId="{BC92F293-F4AC-4D3E-875A-D2A0ED169444}">
      <dsp:nvSpPr>
        <dsp:cNvPr id="0" name=""/>
        <dsp:cNvSpPr/>
      </dsp:nvSpPr>
      <dsp:spPr>
        <a:xfrm>
          <a:off x="7425670" y="167022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46770-8803-45A4-B868-184D3E1343F2}">
      <dsp:nvSpPr>
        <dsp:cNvPr id="0" name=""/>
        <dsp:cNvSpPr/>
      </dsp:nvSpPr>
      <dsp:spPr>
        <a:xfrm>
          <a:off x="7493796" y="231140"/>
          <a:ext cx="1226260" cy="10419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AE0A0-6A54-4D7E-BE34-B2CBFF426586}">
      <dsp:nvSpPr>
        <dsp:cNvPr id="0" name=""/>
        <dsp:cNvSpPr/>
      </dsp:nvSpPr>
      <dsp:spPr>
        <a:xfrm>
          <a:off x="7493796" y="1273061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Flights</a:t>
          </a:r>
        </a:p>
      </dsp:txBody>
      <dsp:txXfrm>
        <a:off x="7493796" y="1273061"/>
        <a:ext cx="1226260" cy="432797"/>
      </dsp:txXfrm>
    </dsp:sp>
    <dsp:sp modelId="{72E2CA44-C8B2-489E-A8F3-5137EE6E54AF}">
      <dsp:nvSpPr>
        <dsp:cNvPr id="0" name=""/>
        <dsp:cNvSpPr/>
      </dsp:nvSpPr>
      <dsp:spPr>
        <a:xfrm>
          <a:off x="9255767" y="167022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1C44A-E3E4-4DEE-8D8D-110327666090}">
      <dsp:nvSpPr>
        <dsp:cNvPr id="0" name=""/>
        <dsp:cNvSpPr/>
      </dsp:nvSpPr>
      <dsp:spPr>
        <a:xfrm>
          <a:off x="9323893" y="231140"/>
          <a:ext cx="1226260" cy="10419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F1EE5-2551-4AEE-B9BB-6BB639057F11}">
      <dsp:nvSpPr>
        <dsp:cNvPr id="0" name=""/>
        <dsp:cNvSpPr/>
      </dsp:nvSpPr>
      <dsp:spPr>
        <a:xfrm>
          <a:off x="9323893" y="1273061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Seats</a:t>
          </a:r>
        </a:p>
      </dsp:txBody>
      <dsp:txXfrm>
        <a:off x="9323893" y="1273061"/>
        <a:ext cx="1226260" cy="432797"/>
      </dsp:txXfrm>
    </dsp:sp>
    <dsp:sp modelId="{4FB374AC-9E34-4AE1-84C1-9B3363A4F55E}">
      <dsp:nvSpPr>
        <dsp:cNvPr id="0" name=""/>
        <dsp:cNvSpPr/>
      </dsp:nvSpPr>
      <dsp:spPr>
        <a:xfrm>
          <a:off x="1935380" y="1906228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5622D-2FEB-4F4F-B945-91DA89B031E9}">
      <dsp:nvSpPr>
        <dsp:cNvPr id="0" name=""/>
        <dsp:cNvSpPr/>
      </dsp:nvSpPr>
      <dsp:spPr>
        <a:xfrm>
          <a:off x="2003505" y="1970346"/>
          <a:ext cx="1226260" cy="104192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6D6FB-DEFB-4FAD-B78D-52936C774045}">
      <dsp:nvSpPr>
        <dsp:cNvPr id="0" name=""/>
        <dsp:cNvSpPr/>
      </dsp:nvSpPr>
      <dsp:spPr>
        <a:xfrm>
          <a:off x="2003505" y="3012267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Hotel Bookings</a:t>
          </a:r>
        </a:p>
      </dsp:txBody>
      <dsp:txXfrm>
        <a:off x="2003505" y="3012267"/>
        <a:ext cx="1226260" cy="432797"/>
      </dsp:txXfrm>
    </dsp:sp>
    <dsp:sp modelId="{952219C6-7E3E-4E61-884E-A5868CEF22E7}">
      <dsp:nvSpPr>
        <dsp:cNvPr id="0" name=""/>
        <dsp:cNvSpPr/>
      </dsp:nvSpPr>
      <dsp:spPr>
        <a:xfrm>
          <a:off x="3765477" y="1906228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4EACA-E0F7-42C0-850B-029396D29277}">
      <dsp:nvSpPr>
        <dsp:cNvPr id="0" name=""/>
        <dsp:cNvSpPr/>
      </dsp:nvSpPr>
      <dsp:spPr>
        <a:xfrm>
          <a:off x="3833602" y="1970346"/>
          <a:ext cx="1226260" cy="104192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C20A5-964D-473E-82D6-FA80F026A323}">
      <dsp:nvSpPr>
        <dsp:cNvPr id="0" name=""/>
        <dsp:cNvSpPr/>
      </dsp:nvSpPr>
      <dsp:spPr>
        <a:xfrm>
          <a:off x="3833602" y="3012267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Flight Bookings</a:t>
          </a:r>
        </a:p>
      </dsp:txBody>
      <dsp:txXfrm>
        <a:off x="3833602" y="3012267"/>
        <a:ext cx="1226260" cy="432797"/>
      </dsp:txXfrm>
    </dsp:sp>
    <dsp:sp modelId="{63C8CFD6-0A07-48B2-9B22-EE38C6B3F9BA}">
      <dsp:nvSpPr>
        <dsp:cNvPr id="0" name=""/>
        <dsp:cNvSpPr/>
      </dsp:nvSpPr>
      <dsp:spPr>
        <a:xfrm>
          <a:off x="5595574" y="1906228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B6FAD-6E5D-4429-A4A0-B4E7B908DC8C}">
      <dsp:nvSpPr>
        <dsp:cNvPr id="0" name=""/>
        <dsp:cNvSpPr/>
      </dsp:nvSpPr>
      <dsp:spPr>
        <a:xfrm>
          <a:off x="5663699" y="1970346"/>
          <a:ext cx="1226260" cy="1041920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A9DE1-EB4D-4632-9578-427A5899C582}">
      <dsp:nvSpPr>
        <dsp:cNvPr id="0" name=""/>
        <dsp:cNvSpPr/>
      </dsp:nvSpPr>
      <dsp:spPr>
        <a:xfrm>
          <a:off x="5663699" y="3012267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Payments</a:t>
          </a:r>
        </a:p>
      </dsp:txBody>
      <dsp:txXfrm>
        <a:off x="5663699" y="3012267"/>
        <a:ext cx="1226260" cy="432797"/>
      </dsp:txXfrm>
    </dsp:sp>
    <dsp:sp modelId="{6B936C8B-4DFA-45A7-B679-9EF4F5815C6B}">
      <dsp:nvSpPr>
        <dsp:cNvPr id="0" name=""/>
        <dsp:cNvSpPr/>
      </dsp:nvSpPr>
      <dsp:spPr>
        <a:xfrm>
          <a:off x="7425670" y="1906228"/>
          <a:ext cx="1362511" cy="160295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19B95-4C2D-497D-845D-B2FE35E4C202}">
      <dsp:nvSpPr>
        <dsp:cNvPr id="0" name=""/>
        <dsp:cNvSpPr/>
      </dsp:nvSpPr>
      <dsp:spPr>
        <a:xfrm>
          <a:off x="7493796" y="1970346"/>
          <a:ext cx="1226260" cy="1041920"/>
        </a:xfrm>
        <a:prstGeom prst="rect">
          <a:avLst/>
        </a:prstGeom>
        <a:blipFill>
          <a:blip xmlns:r="http://schemas.openxmlformats.org/officeDocument/2006/relationships"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3B6E2-E656-4A60-BB79-3C6859E7C844}">
      <dsp:nvSpPr>
        <dsp:cNvPr id="0" name=""/>
        <dsp:cNvSpPr/>
      </dsp:nvSpPr>
      <dsp:spPr>
        <a:xfrm>
          <a:off x="7493796" y="3012267"/>
          <a:ext cx="1226260" cy="432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Reviews</a:t>
          </a:r>
        </a:p>
      </dsp:txBody>
      <dsp:txXfrm>
        <a:off x="7493796" y="3012267"/>
        <a:ext cx="1226260" cy="432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876A3-8D1F-4BFF-8FA9-F5B241157229}" type="datetimeFigureOut">
              <a:rPr lang="en-US" smtClean="0"/>
              <a:t>26/3/2026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557A8-8BFB-4A63-92E3-6127C1BF4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26/3/2026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7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26/3/2026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26/3/2026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0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26/3/2026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8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26/3/2026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8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26/3/2026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7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26/3/2026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5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26/3/2026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3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26/3/2026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5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26/3/2026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4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26/3/2026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86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202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4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26/3/2026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8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43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9733A6A7-E7EE-42C5-88DE-B09D16B3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414584-79E2-7AEF-69EC-67E4F4489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2196115"/>
            <a:ext cx="5555624" cy="2232199"/>
          </a:xfrm>
        </p:spPr>
        <p:txBody>
          <a:bodyPr anchor="t">
            <a:normAutofit/>
          </a:bodyPr>
          <a:lstStyle/>
          <a:p>
            <a:pPr algn="l"/>
            <a:r>
              <a:rPr lang="en-US" sz="5000" dirty="0"/>
              <a:t>Hotel Reservation &amp; Flight Booking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85F6C-E977-CBB5-1B02-B787A2519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4243762"/>
            <a:ext cx="5555624" cy="2063925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HRFBS is a relational data model and reporting project built in PostgreSQL.</a:t>
            </a:r>
          </a:p>
        </p:txBody>
      </p:sp>
      <p:sp>
        <p:nvSpPr>
          <p:cNvPr id="86" name="Right Triangle 85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3F8BADC-B29C-D161-490A-95A8C2319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7"/>
                    </a14:imgEffect>
                  </a14:imgLayer>
                </a14:imgProps>
              </a:ext>
            </a:extLst>
          </a:blip>
          <a:srcRect l="26862" r="26285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C493EFA-4A2F-65C9-96AF-3AB07CF42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977" y="807359"/>
            <a:ext cx="1305816" cy="130581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68F70F2-B6BB-5990-CA0E-413521ADEA32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63" y="1121848"/>
            <a:ext cx="3118469" cy="67683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91287A-358F-A4F8-60A8-C8DD39E38894}"/>
              </a:ext>
            </a:extLst>
          </p:cNvPr>
          <p:cNvGrpSpPr/>
          <p:nvPr/>
        </p:nvGrpSpPr>
        <p:grpSpPr>
          <a:xfrm>
            <a:off x="8105324" y="1922473"/>
            <a:ext cx="2778451" cy="2899502"/>
            <a:chOff x="8105324" y="1922473"/>
            <a:chExt cx="2778451" cy="289950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BC7699F-E689-730E-2C42-1F7C7FEC7A08}"/>
                </a:ext>
              </a:extLst>
            </p:cNvPr>
            <p:cNvSpPr/>
            <p:nvPr/>
          </p:nvSpPr>
          <p:spPr>
            <a:xfrm>
              <a:off x="8105324" y="1922473"/>
              <a:ext cx="2778451" cy="2899502"/>
            </a:xfrm>
            <a:prstGeom prst="roundRect">
              <a:avLst/>
            </a:prstGeom>
            <a:ln>
              <a:noFill/>
            </a:ln>
            <a:effectLst>
              <a:outerShdw blurRad="457200" dist="330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pic>
          <p:nvPicPr>
            <p:cNvPr id="1026" name="Picture 2" descr="Postgresql plain wordmark logo - free Icon PNG, SVG">
              <a:extLst>
                <a:ext uri="{FF2B5EF4-FFF2-40B4-BE49-F238E27FC236}">
                  <a16:creationId xmlns:a16="http://schemas.microsoft.com/office/drawing/2014/main" id="{95111075-FF50-D35E-EB14-8028F2C215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2841" y="2348070"/>
              <a:ext cx="2286922" cy="22869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5D3B98-57D8-D942-99DC-C16384DBEAB9}"/>
                </a:ext>
              </a:extLst>
            </p:cNvPr>
            <p:cNvSpPr txBox="1"/>
            <p:nvPr/>
          </p:nvSpPr>
          <p:spPr>
            <a:xfrm>
              <a:off x="8397297" y="1946155"/>
              <a:ext cx="2194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Made with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041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91850" y="3238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4ECDC4">
              <a:alpha val="80000"/>
            </a:srgbClr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 rot="720000">
            <a:off x="274228" y="5532027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96688" y="34432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0050" y="4381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8872" y="5238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6300" y="381000"/>
            <a:ext cx="3667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Project Overview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5825" y="923925"/>
            <a:ext cx="1504950" cy="19050"/>
          </a:xfrm>
          <a:custGeom>
            <a:avLst/>
            <a:gdLst/>
            <a:ahLst/>
            <a:cxnLst/>
            <a:rect l="l" t="t" r="r" b="b"/>
            <a:pathLst>
              <a:path w="1504950" h="19050">
                <a:moveTo>
                  <a:pt x="0" y="0"/>
                </a:moveTo>
                <a:lnTo>
                  <a:pt x="1504950" y="0"/>
                </a:lnTo>
                <a:lnTo>
                  <a:pt x="15049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050" y="1123950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5788" y="13096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2938" y="13811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0600" y="131445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User Management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" y="1714500"/>
            <a:ext cx="5314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RBAC Implementation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with 'customer' and 'admin' roles. Secure authentication with password hashing support.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0050" y="2495550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5788" y="26812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9606" y="2752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167" y="6251"/>
                </a:moveTo>
                <a:cubicBezTo>
                  <a:pt x="4167" y="2787"/>
                  <a:pt x="6954" y="0"/>
                  <a:pt x="10418" y="0"/>
                </a:cubicBezTo>
                <a:lnTo>
                  <a:pt x="122932" y="0"/>
                </a:lnTo>
                <a:cubicBezTo>
                  <a:pt x="126396" y="0"/>
                  <a:pt x="129183" y="2787"/>
                  <a:pt x="129183" y="6251"/>
                </a:cubicBezTo>
                <a:cubicBezTo>
                  <a:pt x="129183" y="9715"/>
                  <a:pt x="126396" y="12502"/>
                  <a:pt x="122932" y="12502"/>
                </a:cubicBezTo>
                <a:lnTo>
                  <a:pt x="120848" y="12502"/>
                </a:lnTo>
                <a:lnTo>
                  <a:pt x="120848" y="120848"/>
                </a:lnTo>
                <a:lnTo>
                  <a:pt x="122932" y="120848"/>
                </a:lnTo>
                <a:cubicBezTo>
                  <a:pt x="126396" y="120848"/>
                  <a:pt x="129183" y="123635"/>
                  <a:pt x="129183" y="127099"/>
                </a:cubicBezTo>
                <a:cubicBezTo>
                  <a:pt x="129183" y="130563"/>
                  <a:pt x="126396" y="133350"/>
                  <a:pt x="122932" y="133350"/>
                </a:cubicBezTo>
                <a:lnTo>
                  <a:pt x="10418" y="133350"/>
                </a:lnTo>
                <a:cubicBezTo>
                  <a:pt x="6954" y="133350"/>
                  <a:pt x="4167" y="130563"/>
                  <a:pt x="4167" y="127099"/>
                </a:cubicBezTo>
                <a:cubicBezTo>
                  <a:pt x="4167" y="123635"/>
                  <a:pt x="6954" y="120848"/>
                  <a:pt x="10418" y="120848"/>
                </a:cubicBezTo>
                <a:lnTo>
                  <a:pt x="12502" y="120848"/>
                </a:lnTo>
                <a:lnTo>
                  <a:pt x="12502" y="12502"/>
                </a:lnTo>
                <a:lnTo>
                  <a:pt x="10418" y="12502"/>
                </a:lnTo>
                <a:cubicBezTo>
                  <a:pt x="6954" y="12502"/>
                  <a:pt x="4167" y="9715"/>
                  <a:pt x="4167" y="6251"/>
                </a:cubicBezTo>
                <a:close/>
                <a:moveTo>
                  <a:pt x="58341" y="29170"/>
                </a:moveTo>
                <a:lnTo>
                  <a:pt x="58341" y="37505"/>
                </a:lnTo>
                <a:cubicBezTo>
                  <a:pt x="58341" y="39797"/>
                  <a:pt x="60216" y="41672"/>
                  <a:pt x="62508" y="41672"/>
                </a:cubicBezTo>
                <a:lnTo>
                  <a:pt x="70842" y="41672"/>
                </a:lnTo>
                <a:cubicBezTo>
                  <a:pt x="73134" y="41672"/>
                  <a:pt x="75009" y="39797"/>
                  <a:pt x="75009" y="37505"/>
                </a:cubicBezTo>
                <a:lnTo>
                  <a:pt x="75009" y="29170"/>
                </a:lnTo>
                <a:cubicBezTo>
                  <a:pt x="75009" y="26878"/>
                  <a:pt x="73134" y="25003"/>
                  <a:pt x="70842" y="25003"/>
                </a:cubicBezTo>
                <a:lnTo>
                  <a:pt x="62508" y="25003"/>
                </a:lnTo>
                <a:cubicBezTo>
                  <a:pt x="60216" y="25003"/>
                  <a:pt x="58341" y="26878"/>
                  <a:pt x="58341" y="29170"/>
                </a:cubicBezTo>
                <a:close/>
                <a:moveTo>
                  <a:pt x="33337" y="25003"/>
                </a:moveTo>
                <a:cubicBezTo>
                  <a:pt x="31046" y="25003"/>
                  <a:pt x="29170" y="26878"/>
                  <a:pt x="29170" y="29170"/>
                </a:cubicBezTo>
                <a:lnTo>
                  <a:pt x="29170" y="37505"/>
                </a:lnTo>
                <a:cubicBezTo>
                  <a:pt x="29170" y="39797"/>
                  <a:pt x="31046" y="41672"/>
                  <a:pt x="33337" y="41672"/>
                </a:cubicBezTo>
                <a:lnTo>
                  <a:pt x="41672" y="41672"/>
                </a:lnTo>
                <a:cubicBezTo>
                  <a:pt x="43964" y="41672"/>
                  <a:pt x="45839" y="39797"/>
                  <a:pt x="45839" y="37505"/>
                </a:cubicBezTo>
                <a:lnTo>
                  <a:pt x="45839" y="29170"/>
                </a:lnTo>
                <a:cubicBezTo>
                  <a:pt x="45839" y="26878"/>
                  <a:pt x="43964" y="25003"/>
                  <a:pt x="41672" y="25003"/>
                </a:cubicBezTo>
                <a:lnTo>
                  <a:pt x="33337" y="25003"/>
                </a:lnTo>
                <a:close/>
                <a:moveTo>
                  <a:pt x="58341" y="54173"/>
                </a:moveTo>
                <a:lnTo>
                  <a:pt x="58341" y="62508"/>
                </a:lnTo>
                <a:cubicBezTo>
                  <a:pt x="58341" y="64800"/>
                  <a:pt x="60216" y="66675"/>
                  <a:pt x="62508" y="66675"/>
                </a:cubicBezTo>
                <a:lnTo>
                  <a:pt x="70842" y="66675"/>
                </a:lnTo>
                <a:cubicBezTo>
                  <a:pt x="73134" y="66675"/>
                  <a:pt x="75009" y="64800"/>
                  <a:pt x="75009" y="62508"/>
                </a:cubicBezTo>
                <a:lnTo>
                  <a:pt x="75009" y="54173"/>
                </a:lnTo>
                <a:cubicBezTo>
                  <a:pt x="75009" y="51881"/>
                  <a:pt x="73134" y="50006"/>
                  <a:pt x="70842" y="50006"/>
                </a:cubicBezTo>
                <a:lnTo>
                  <a:pt x="62508" y="50006"/>
                </a:lnTo>
                <a:cubicBezTo>
                  <a:pt x="60216" y="50006"/>
                  <a:pt x="58341" y="51881"/>
                  <a:pt x="58341" y="54173"/>
                </a:cubicBezTo>
                <a:close/>
                <a:moveTo>
                  <a:pt x="91678" y="25003"/>
                </a:moveTo>
                <a:cubicBezTo>
                  <a:pt x="89386" y="25003"/>
                  <a:pt x="87511" y="26878"/>
                  <a:pt x="87511" y="29170"/>
                </a:cubicBezTo>
                <a:lnTo>
                  <a:pt x="87511" y="37505"/>
                </a:lnTo>
                <a:cubicBezTo>
                  <a:pt x="87511" y="39797"/>
                  <a:pt x="89386" y="41672"/>
                  <a:pt x="91678" y="41672"/>
                </a:cubicBezTo>
                <a:lnTo>
                  <a:pt x="100013" y="41672"/>
                </a:lnTo>
                <a:cubicBezTo>
                  <a:pt x="102304" y="41672"/>
                  <a:pt x="104180" y="39797"/>
                  <a:pt x="104180" y="37505"/>
                </a:cubicBezTo>
                <a:lnTo>
                  <a:pt x="104180" y="29170"/>
                </a:lnTo>
                <a:cubicBezTo>
                  <a:pt x="104180" y="26878"/>
                  <a:pt x="102304" y="25003"/>
                  <a:pt x="100013" y="25003"/>
                </a:cubicBezTo>
                <a:lnTo>
                  <a:pt x="91678" y="25003"/>
                </a:lnTo>
                <a:close/>
                <a:moveTo>
                  <a:pt x="29170" y="54173"/>
                </a:moveTo>
                <a:lnTo>
                  <a:pt x="29170" y="62508"/>
                </a:lnTo>
                <a:cubicBezTo>
                  <a:pt x="29170" y="64800"/>
                  <a:pt x="31046" y="66675"/>
                  <a:pt x="33337" y="66675"/>
                </a:cubicBezTo>
                <a:lnTo>
                  <a:pt x="41672" y="66675"/>
                </a:lnTo>
                <a:cubicBezTo>
                  <a:pt x="43964" y="66675"/>
                  <a:pt x="45839" y="64800"/>
                  <a:pt x="45839" y="62508"/>
                </a:cubicBezTo>
                <a:lnTo>
                  <a:pt x="45839" y="54173"/>
                </a:lnTo>
                <a:cubicBezTo>
                  <a:pt x="45839" y="51881"/>
                  <a:pt x="43964" y="50006"/>
                  <a:pt x="41672" y="50006"/>
                </a:cubicBezTo>
                <a:lnTo>
                  <a:pt x="33337" y="50006"/>
                </a:lnTo>
                <a:cubicBezTo>
                  <a:pt x="31046" y="50006"/>
                  <a:pt x="29170" y="51881"/>
                  <a:pt x="29170" y="54173"/>
                </a:cubicBezTo>
                <a:close/>
                <a:moveTo>
                  <a:pt x="91678" y="50006"/>
                </a:moveTo>
                <a:cubicBezTo>
                  <a:pt x="89386" y="50006"/>
                  <a:pt x="87511" y="51881"/>
                  <a:pt x="87511" y="54173"/>
                </a:cubicBezTo>
                <a:lnTo>
                  <a:pt x="87511" y="62508"/>
                </a:lnTo>
                <a:cubicBezTo>
                  <a:pt x="87511" y="64800"/>
                  <a:pt x="89386" y="66675"/>
                  <a:pt x="91678" y="66675"/>
                </a:cubicBezTo>
                <a:lnTo>
                  <a:pt x="100013" y="66675"/>
                </a:lnTo>
                <a:cubicBezTo>
                  <a:pt x="102304" y="66675"/>
                  <a:pt x="104180" y="64800"/>
                  <a:pt x="104180" y="62508"/>
                </a:cubicBezTo>
                <a:lnTo>
                  <a:pt x="104180" y="54173"/>
                </a:lnTo>
                <a:cubicBezTo>
                  <a:pt x="104180" y="51881"/>
                  <a:pt x="102304" y="50006"/>
                  <a:pt x="100013" y="50006"/>
                </a:cubicBezTo>
                <a:lnTo>
                  <a:pt x="91678" y="50006"/>
                </a:lnTo>
                <a:close/>
                <a:moveTo>
                  <a:pt x="75009" y="100013"/>
                </a:moveTo>
                <a:lnTo>
                  <a:pt x="86417" y="100013"/>
                </a:lnTo>
                <a:cubicBezTo>
                  <a:pt x="88995" y="100013"/>
                  <a:pt x="90975" y="97668"/>
                  <a:pt x="90063" y="95272"/>
                </a:cubicBezTo>
                <a:cubicBezTo>
                  <a:pt x="86469" y="85870"/>
                  <a:pt x="77353" y="79177"/>
                  <a:pt x="66701" y="79177"/>
                </a:cubicBezTo>
                <a:cubicBezTo>
                  <a:pt x="56049" y="79177"/>
                  <a:pt x="46933" y="85870"/>
                  <a:pt x="43339" y="95272"/>
                </a:cubicBezTo>
                <a:cubicBezTo>
                  <a:pt x="42427" y="97668"/>
                  <a:pt x="44407" y="100013"/>
                  <a:pt x="46985" y="100013"/>
                </a:cubicBezTo>
                <a:lnTo>
                  <a:pt x="58393" y="100013"/>
                </a:lnTo>
                <a:lnTo>
                  <a:pt x="58393" y="120848"/>
                </a:lnTo>
                <a:lnTo>
                  <a:pt x="75061" y="120848"/>
                </a:lnTo>
                <a:lnTo>
                  <a:pt x="75061" y="100013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0600" y="26860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Hotel Logistics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" y="3086100"/>
            <a:ext cx="5314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Multi-room support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per hotel with derived availability. Dynamic pricing per room type (single, double, suite).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0050" y="3867150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788" y="40528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1272" y="41243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5434" y="52090"/>
                </a:moveTo>
                <a:cubicBezTo>
                  <a:pt x="143481" y="52090"/>
                  <a:pt x="150019" y="58627"/>
                  <a:pt x="150019" y="66675"/>
                </a:cubicBezTo>
                <a:cubicBezTo>
                  <a:pt x="150019" y="74723"/>
                  <a:pt x="143481" y="81260"/>
                  <a:pt x="135434" y="81260"/>
                </a:cubicBezTo>
                <a:lnTo>
                  <a:pt x="102278" y="81260"/>
                </a:lnTo>
                <a:lnTo>
                  <a:pt x="60815" y="126474"/>
                </a:lnTo>
                <a:cubicBezTo>
                  <a:pt x="59226" y="128193"/>
                  <a:pt x="57012" y="129183"/>
                  <a:pt x="54668" y="129183"/>
                </a:cubicBezTo>
                <a:lnTo>
                  <a:pt x="43287" y="129183"/>
                </a:lnTo>
                <a:cubicBezTo>
                  <a:pt x="40448" y="129183"/>
                  <a:pt x="38442" y="126396"/>
                  <a:pt x="39328" y="123687"/>
                </a:cubicBezTo>
                <a:lnTo>
                  <a:pt x="53470" y="81260"/>
                </a:lnTo>
                <a:lnTo>
                  <a:pt x="27503" y="81260"/>
                </a:lnTo>
                <a:lnTo>
                  <a:pt x="13752" y="98450"/>
                </a:lnTo>
                <a:cubicBezTo>
                  <a:pt x="12970" y="99440"/>
                  <a:pt x="11772" y="100013"/>
                  <a:pt x="10496" y="100013"/>
                </a:cubicBezTo>
                <a:lnTo>
                  <a:pt x="5339" y="100013"/>
                </a:lnTo>
                <a:cubicBezTo>
                  <a:pt x="2631" y="100013"/>
                  <a:pt x="651" y="97460"/>
                  <a:pt x="1302" y="94830"/>
                </a:cubicBezTo>
                <a:lnTo>
                  <a:pt x="8334" y="66675"/>
                </a:lnTo>
                <a:lnTo>
                  <a:pt x="1302" y="38520"/>
                </a:lnTo>
                <a:cubicBezTo>
                  <a:pt x="625" y="35890"/>
                  <a:pt x="2631" y="33337"/>
                  <a:pt x="5339" y="33337"/>
                </a:cubicBezTo>
                <a:lnTo>
                  <a:pt x="10496" y="33337"/>
                </a:lnTo>
                <a:cubicBezTo>
                  <a:pt x="11772" y="33337"/>
                  <a:pt x="12970" y="33910"/>
                  <a:pt x="13752" y="34900"/>
                </a:cubicBezTo>
                <a:lnTo>
                  <a:pt x="27503" y="52090"/>
                </a:lnTo>
                <a:lnTo>
                  <a:pt x="53470" y="52090"/>
                </a:lnTo>
                <a:lnTo>
                  <a:pt x="39328" y="9663"/>
                </a:lnTo>
                <a:cubicBezTo>
                  <a:pt x="38442" y="6954"/>
                  <a:pt x="40448" y="4167"/>
                  <a:pt x="43287" y="4167"/>
                </a:cubicBezTo>
                <a:lnTo>
                  <a:pt x="54668" y="4167"/>
                </a:lnTo>
                <a:cubicBezTo>
                  <a:pt x="57012" y="4167"/>
                  <a:pt x="59226" y="5157"/>
                  <a:pt x="60815" y="6876"/>
                </a:cubicBezTo>
                <a:lnTo>
                  <a:pt x="102278" y="52090"/>
                </a:lnTo>
                <a:lnTo>
                  <a:pt x="135434" y="5209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0600" y="405765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Aviation Logistics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1500" y="4457700"/>
            <a:ext cx="5314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Flight scheduling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with physical seat mapping (1A, 1B, etc.). Real-time seat availability tracking.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0300" y="1123950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96038" y="13096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69856" y="1381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33337"/>
                </a:moveTo>
                <a:lnTo>
                  <a:pt x="0" y="41672"/>
                </a:lnTo>
                <a:lnTo>
                  <a:pt x="133350" y="41672"/>
                </a:ln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close/>
                <a:moveTo>
                  <a:pt x="0" y="54173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4173"/>
                </a:lnTo>
                <a:lnTo>
                  <a:pt x="0" y="54173"/>
                </a:lnTo>
                <a:close/>
                <a:moveTo>
                  <a:pt x="16669" y="93762"/>
                </a:moveTo>
                <a:cubicBezTo>
                  <a:pt x="16669" y="90298"/>
                  <a:pt x="19456" y="87511"/>
                  <a:pt x="22920" y="87511"/>
                </a:cubicBezTo>
                <a:lnTo>
                  <a:pt x="35421" y="87511"/>
                </a:lnTo>
                <a:cubicBezTo>
                  <a:pt x="38885" y="87511"/>
                  <a:pt x="41672" y="90298"/>
                  <a:pt x="41672" y="93762"/>
                </a:cubicBezTo>
                <a:cubicBezTo>
                  <a:pt x="41672" y="97226"/>
                  <a:pt x="38885" y="100013"/>
                  <a:pt x="35421" y="100013"/>
                </a:cubicBezTo>
                <a:lnTo>
                  <a:pt x="22920" y="100013"/>
                </a:lnTo>
                <a:cubicBezTo>
                  <a:pt x="19456" y="100013"/>
                  <a:pt x="16669" y="97226"/>
                  <a:pt x="16669" y="93762"/>
                </a:cubicBezTo>
                <a:close/>
                <a:moveTo>
                  <a:pt x="54173" y="93762"/>
                </a:moveTo>
                <a:cubicBezTo>
                  <a:pt x="54173" y="90298"/>
                  <a:pt x="56960" y="87511"/>
                  <a:pt x="60424" y="87511"/>
                </a:cubicBez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60424" y="100013"/>
                </a:lnTo>
                <a:cubicBezTo>
                  <a:pt x="56960" y="100013"/>
                  <a:pt x="54173" y="97226"/>
                  <a:pt x="54173" y="93762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00850" y="13144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Financial Layer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81750" y="1714500"/>
            <a:ext cx="5314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Unified payment table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with strict 1:1 mapping to bookings. Support for multiple payment methods (credit card, cash, online).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0300" y="2495550"/>
            <a:ext cx="5581650" cy="1181100"/>
          </a:xfrm>
          <a:custGeom>
            <a:avLst/>
            <a:gdLst/>
            <a:ahLst/>
            <a:cxnLst/>
            <a:rect l="l" t="t" r="r" b="b"/>
            <a:pathLst>
              <a:path w="5581650" h="1181100">
                <a:moveTo>
                  <a:pt x="0" y="0"/>
                </a:moveTo>
                <a:lnTo>
                  <a:pt x="5581650" y="0"/>
                </a:lnTo>
                <a:lnTo>
                  <a:pt x="55816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96038" y="26812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61522" y="2752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00850" y="26860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Engagement Layer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81750" y="3086100"/>
            <a:ext cx="5314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Review system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for both airlines and hotels with "one review per stay" enforcement. 1-5 star rating scale.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10300" y="3867150"/>
            <a:ext cx="5581650" cy="1143000"/>
          </a:xfrm>
          <a:custGeom>
            <a:avLst/>
            <a:gdLst/>
            <a:ahLst/>
            <a:cxnLst/>
            <a:rect l="l" t="t" r="r" b="b"/>
            <a:pathLst>
              <a:path w="5581650" h="1143000">
                <a:moveTo>
                  <a:pt x="0" y="0"/>
                </a:moveTo>
                <a:lnTo>
                  <a:pt x="5581650" y="0"/>
                </a:lnTo>
                <a:lnTo>
                  <a:pt x="55816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96038" y="40528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69856" y="4124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0394" y="8803"/>
                </a:moveTo>
                <a:cubicBezTo>
                  <a:pt x="31566" y="7214"/>
                  <a:pt x="33442" y="6251"/>
                  <a:pt x="35421" y="6251"/>
                </a:cubicBezTo>
                <a:lnTo>
                  <a:pt x="97929" y="6251"/>
                </a:lnTo>
                <a:cubicBezTo>
                  <a:pt x="99908" y="6251"/>
                  <a:pt x="101784" y="7188"/>
                  <a:pt x="102956" y="8803"/>
                </a:cubicBezTo>
                <a:lnTo>
                  <a:pt x="132126" y="48391"/>
                </a:lnTo>
                <a:cubicBezTo>
                  <a:pt x="133897" y="50788"/>
                  <a:pt x="133715" y="54095"/>
                  <a:pt x="131735" y="56309"/>
                </a:cubicBezTo>
                <a:lnTo>
                  <a:pt x="71311" y="122984"/>
                </a:lnTo>
                <a:cubicBezTo>
                  <a:pt x="70139" y="124286"/>
                  <a:pt x="68446" y="125042"/>
                  <a:pt x="66675" y="125042"/>
                </a:cubicBezTo>
                <a:cubicBezTo>
                  <a:pt x="64904" y="125042"/>
                  <a:pt x="63237" y="124286"/>
                  <a:pt x="62039" y="122984"/>
                </a:cubicBezTo>
                <a:lnTo>
                  <a:pt x="1615" y="56309"/>
                </a:lnTo>
                <a:cubicBezTo>
                  <a:pt x="-391" y="54095"/>
                  <a:pt x="-547" y="50788"/>
                  <a:pt x="1224" y="48391"/>
                </a:cubicBezTo>
                <a:lnTo>
                  <a:pt x="30394" y="8803"/>
                </a:lnTo>
                <a:close/>
                <a:moveTo>
                  <a:pt x="40422" y="19169"/>
                </a:moveTo>
                <a:cubicBezTo>
                  <a:pt x="39562" y="19820"/>
                  <a:pt x="39328" y="20992"/>
                  <a:pt x="39875" y="21904"/>
                </a:cubicBezTo>
                <a:lnTo>
                  <a:pt x="54825" y="46829"/>
                </a:lnTo>
                <a:lnTo>
                  <a:pt x="16486" y="50006"/>
                </a:lnTo>
                <a:cubicBezTo>
                  <a:pt x="15419" y="50084"/>
                  <a:pt x="14585" y="50996"/>
                  <a:pt x="14585" y="52090"/>
                </a:cubicBezTo>
                <a:cubicBezTo>
                  <a:pt x="14585" y="53184"/>
                  <a:pt x="15419" y="54069"/>
                  <a:pt x="16486" y="54173"/>
                </a:cubicBezTo>
                <a:lnTo>
                  <a:pt x="66493" y="58341"/>
                </a:lnTo>
                <a:cubicBezTo>
                  <a:pt x="66597" y="58341"/>
                  <a:pt x="66727" y="58341"/>
                  <a:pt x="66831" y="58341"/>
                </a:cubicBezTo>
                <a:lnTo>
                  <a:pt x="116838" y="54173"/>
                </a:lnTo>
                <a:cubicBezTo>
                  <a:pt x="117905" y="54095"/>
                  <a:pt x="118739" y="53184"/>
                  <a:pt x="118739" y="52090"/>
                </a:cubicBezTo>
                <a:cubicBezTo>
                  <a:pt x="118739" y="50996"/>
                  <a:pt x="117905" y="50110"/>
                  <a:pt x="116838" y="50006"/>
                </a:cubicBezTo>
                <a:lnTo>
                  <a:pt x="78499" y="46803"/>
                </a:lnTo>
                <a:lnTo>
                  <a:pt x="93449" y="21904"/>
                </a:lnTo>
                <a:cubicBezTo>
                  <a:pt x="93996" y="20992"/>
                  <a:pt x="93762" y="19794"/>
                  <a:pt x="92902" y="19169"/>
                </a:cubicBezTo>
                <a:cubicBezTo>
                  <a:pt x="92043" y="18544"/>
                  <a:pt x="90845" y="18648"/>
                  <a:pt x="90115" y="19430"/>
                </a:cubicBezTo>
                <a:lnTo>
                  <a:pt x="66675" y="44849"/>
                </a:lnTo>
                <a:lnTo>
                  <a:pt x="43209" y="19430"/>
                </a:lnTo>
                <a:cubicBezTo>
                  <a:pt x="42479" y="18648"/>
                  <a:pt x="41281" y="18544"/>
                  <a:pt x="40422" y="19169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00850" y="40576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Core Philosophy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81750" y="4419600"/>
            <a:ext cx="5314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Data Integrity at the Schema Level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— Business logic enforced via PostgreSQL constraints, triggers, and indexes rather than application code.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08164" y="5238750"/>
            <a:ext cx="1181100" cy="457200"/>
          </a:xfrm>
          <a:custGeom>
            <a:avLst/>
            <a:gdLst/>
            <a:ahLst/>
            <a:cxnLst/>
            <a:rect l="l" t="t" r="r" b="b"/>
            <a:pathLst>
              <a:path w="1181100" h="457200">
                <a:moveTo>
                  <a:pt x="0" y="0"/>
                </a:moveTo>
                <a:lnTo>
                  <a:pt x="1181100" y="0"/>
                </a:lnTo>
                <a:lnTo>
                  <a:pt x="1181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17714" y="5334000"/>
            <a:ext cx="8578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10 Tables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56559" y="5238750"/>
            <a:ext cx="1485900" cy="457200"/>
          </a:xfrm>
          <a:custGeom>
            <a:avLst/>
            <a:gdLst/>
            <a:ahLst/>
            <a:cxnLst/>
            <a:rect l="l" t="t" r="r" b="b"/>
            <a:pathLst>
              <a:path w="1485900" h="457200">
                <a:moveTo>
                  <a:pt x="0" y="0"/>
                </a:moveTo>
                <a:lnTo>
                  <a:pt x="1485900" y="0"/>
                </a:lnTo>
                <a:lnTo>
                  <a:pt x="1485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066109" y="5334000"/>
            <a:ext cx="11623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12 BI Queries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609457" y="5238750"/>
            <a:ext cx="2171700" cy="457200"/>
          </a:xfrm>
          <a:custGeom>
            <a:avLst/>
            <a:gdLst/>
            <a:ahLst/>
            <a:cxnLst/>
            <a:rect l="l" t="t" r="r" b="b"/>
            <a:pathLst>
              <a:path w="2171700" h="457200">
                <a:moveTo>
                  <a:pt x="0" y="0"/>
                </a:moveTo>
                <a:lnTo>
                  <a:pt x="2171700" y="0"/>
                </a:lnTo>
                <a:lnTo>
                  <a:pt x="21717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819007" y="5334000"/>
            <a:ext cx="18505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3 Advanced Patterns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E672E3D-1DD7-122B-7D19-0A9DA6C37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5" y="5933512"/>
            <a:ext cx="3118469" cy="676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492218" y="4483417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0050" y="581025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209550" y="0"/>
                </a:moveTo>
                <a:lnTo>
                  <a:pt x="209550" y="0"/>
                </a:lnTo>
                <a:cubicBezTo>
                  <a:pt x="325204" y="0"/>
                  <a:pt x="419100" y="93896"/>
                  <a:pt x="419100" y="209550"/>
                </a:cubicBezTo>
                <a:lnTo>
                  <a:pt x="419100" y="209550"/>
                </a:lnTo>
                <a:cubicBezTo>
                  <a:pt x="419100" y="325204"/>
                  <a:pt x="325204" y="419100"/>
                  <a:pt x="2095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0050" y="4000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6300" y="381000"/>
            <a:ext cx="4314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System Architecture &amp; ERD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5825" y="809625"/>
            <a:ext cx="1809750" cy="19050"/>
          </a:xfrm>
          <a:custGeom>
            <a:avLst/>
            <a:gdLst/>
            <a:ahLst/>
            <a:cxnLst/>
            <a:rect l="l" t="t" r="r" b="b"/>
            <a:pathLst>
              <a:path w="1809750" h="19050">
                <a:moveTo>
                  <a:pt x="0" y="0"/>
                </a:moveTo>
                <a:lnTo>
                  <a:pt x="1809750" y="0"/>
                </a:lnTo>
                <a:lnTo>
                  <a:pt x="18097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050" y="933450"/>
            <a:ext cx="11391900" cy="3048000"/>
          </a:xfrm>
          <a:custGeom>
            <a:avLst/>
            <a:gdLst/>
            <a:ahLst/>
            <a:cxnLst/>
            <a:rect l="l" t="t" r="r" b="b"/>
            <a:pathLst>
              <a:path w="11391900" h="3048000">
                <a:moveTo>
                  <a:pt x="0" y="0"/>
                </a:moveTo>
                <a:lnTo>
                  <a:pt x="11391900" y="0"/>
                </a:lnTo>
                <a:lnTo>
                  <a:pt x="113919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5775" y="1066800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Entity Extraction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7688" y="15763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0075" y="16287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4428" y="1671638"/>
            <a:ext cx="4819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USERS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0075" y="1933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user_id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0075" y="2105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0075" y="22764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email UK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0075" y="24479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role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87923" y="15763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40310" y="16287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88841" y="1671638"/>
            <a:ext cx="5336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HOTELS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40310" y="1933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hotel_id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40310" y="2105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840310" y="22764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location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40310" y="24479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rating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8233" y="15763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80620" y="16287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31756" y="1671638"/>
            <a:ext cx="528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ROOMS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80620" y="1933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room_id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80620" y="2105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hotel_id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80620" y="22764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type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80620" y="24479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price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68468" y="15763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20855" y="16287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48588" y="1671638"/>
            <a:ext cx="11752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HOTEL_BOOKINGS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20855" y="1933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booking_id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20855" y="2105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user_id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20855" y="22764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room_id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20855" y="24479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check_in/out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508778" y="15763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561165" y="16287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266834" y="1671638"/>
            <a:ext cx="6193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AIRLINES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561165" y="1933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airline_id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561165" y="2105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name UK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7688" y="27574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00075" y="28098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334765" y="2852738"/>
            <a:ext cx="5612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FLIGHTS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00075" y="31146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flight_id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00075" y="32861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airline_id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00075" y="3457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departure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00075" y="3629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arrival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787923" y="27574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840310" y="28098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3631183" y="2852738"/>
            <a:ext cx="449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SEATS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840310" y="31146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seat_id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840310" y="32861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flight_id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840310" y="3457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seat_number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028233" y="27574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080620" y="28098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494586" y="2852738"/>
            <a:ext cx="1202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FLIGHT_BOOKINGS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080620" y="31146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booking_id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080620" y="32861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user_id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080620" y="3457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flight_id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080620" y="3629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seat_id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268468" y="27574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320855" y="28098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975178" y="2852738"/>
            <a:ext cx="722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PAYMENTS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320855" y="31146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payment_id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320855" y="32861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hotel_booking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320855" y="3457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flight_booking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320855" y="3629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amount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9508778" y="2757488"/>
            <a:ext cx="2133600" cy="1076325"/>
          </a:xfrm>
          <a:custGeom>
            <a:avLst/>
            <a:gdLst/>
            <a:ahLst/>
            <a:cxnLst/>
            <a:rect l="l" t="t" r="r" b="b"/>
            <a:pathLst>
              <a:path w="2133600" h="1076325">
                <a:moveTo>
                  <a:pt x="0" y="0"/>
                </a:moveTo>
                <a:lnTo>
                  <a:pt x="2133600" y="0"/>
                </a:lnTo>
                <a:lnTo>
                  <a:pt x="2133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561165" y="2809875"/>
            <a:ext cx="2028825" cy="266700"/>
          </a:xfrm>
          <a:custGeom>
            <a:avLst/>
            <a:gdLst/>
            <a:ahLst/>
            <a:cxnLst/>
            <a:rect l="l" t="t" r="r" b="b"/>
            <a:pathLst>
              <a:path w="2028825" h="266700">
                <a:moveTo>
                  <a:pt x="0" y="0"/>
                </a:moveTo>
                <a:lnTo>
                  <a:pt x="2028825" y="0"/>
                </a:lnTo>
                <a:lnTo>
                  <a:pt x="2028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0272117" y="2852738"/>
            <a:ext cx="6087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REVIEWS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9561165" y="31146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review_id PK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561165" y="32861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user_id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561165" y="345757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hotel_id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9561165" y="36290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airline_id FK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D0C90D1-4EFB-6DDF-07A0-2DC2E6970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5" y="4967006"/>
            <a:ext cx="3118469" cy="676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8E7E1993-6448-42F8-8FB3-76104F45B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C3FA84C-8729-4FD0-B361-46AE04B43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2391C84E-C2EA-44FC-A7D1-FAE3E285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7B3131A-B518-43E5-A896-E9D654A48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76355E6-7A00-4B30-A47B-80EF0D0D6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7D0B06C-9FFD-42E8-B19F-062C248CD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5291278-5FDA-45C6-B93E-1FA6D9130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FF95DF7-BFEE-4791-A691-BAF693F3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7C504F1-5AA9-45F5-9030-2253388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D75999E-3496-4713-8046-AC17DB266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6B91000-D71E-40A8-AA8F-E9BB106A8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A9D188E-6FDB-47DE-A5FB-728E56BD0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D98C242-C677-4CF5-A189-52C3ADAF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9D7CD7F-137F-42DC-AFFA-52D9B8DF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E3C1C05-EF55-47B3-B1D8-54911633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E6BE961-4385-4384-B028-D57AA88EF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98288B9-9DC0-41DF-BDC2-329675E14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A97B8C6-FF63-4B6A-913C-50CB2EB7B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3734427-CEE3-45F9-8CDE-7DC289716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5443404-2D71-4E54-86D6-DB0D769AA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C94E908-A14E-4E7A-B4FC-BB9D82FD0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2E257B4-59EA-43CC-A20C-D2755D26B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1037FBF-2F84-4578-9624-4E6D10766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26E3BDC-D7FC-4C7E-9F35-1D05C9D54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E39965B-216F-478B-8653-0F7B877C0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2116FC6-1CFC-4E87-8431-E7833BFB7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7829DA6-D97C-490E-BEEF-83832787D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495B6D3-A3B6-4636-A210-AFC128284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2462476-3252-49A1-93CE-4FA22B830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3C18803-7708-483D-8CE3-0992784BB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B4024AE-5222-4804-AA42-E7A4C0B97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14FBE75-ECC4-4BB7-92B2-74D6CF686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7061C60-9F4E-4144-B974-AFB802AF4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C23EBA-FC45-E649-3E9D-53F937B8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470"/>
            <a:ext cx="10744186" cy="16117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Entity Extraction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B97ECD4-67DD-4166-9EC5-5D8834005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316" y="2403921"/>
            <a:ext cx="11806942" cy="3841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6" name="Content Placeholder 2">
            <a:extLst>
              <a:ext uri="{FF2B5EF4-FFF2-40B4-BE49-F238E27FC236}">
                <a16:creationId xmlns:a16="http://schemas.microsoft.com/office/drawing/2014/main" id="{17026D0C-F99C-85A7-4183-EB5E33151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310940"/>
              </p:ext>
            </p:extLst>
          </p:nvPr>
        </p:nvGraphicFramePr>
        <p:xfrm>
          <a:off x="457200" y="2500757"/>
          <a:ext cx="10723563" cy="3676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13931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0135A983-7D05-44BB-A287-48DC96F90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graphicEl>
                                              <a:dgm id="{0135A983-7D05-44BB-A287-48DC96F90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graphicEl>
                                              <a:dgm id="{0135A983-7D05-44BB-A287-48DC96F90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graphicEl>
                                              <a:dgm id="{0135A983-7D05-44BB-A287-48DC96F909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86B4CE18-B566-41C9-BB34-EC2C6C48F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>
                                            <p:graphicEl>
                                              <a:dgm id="{86B4CE18-B566-41C9-BB34-EC2C6C48F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">
                                            <p:graphicEl>
                                              <a:dgm id="{86B4CE18-B566-41C9-BB34-EC2C6C48F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>
                                            <p:graphicEl>
                                              <a:dgm id="{86B4CE18-B566-41C9-BB34-EC2C6C48FC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FD6E262F-CE78-42AD-A256-44D583401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>
                                            <p:graphicEl>
                                              <a:dgm id="{FD6E262F-CE78-42AD-A256-44D583401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>
                                            <p:graphicEl>
                                              <a:dgm id="{FD6E262F-CE78-42AD-A256-44D583401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>
                                            <p:graphicEl>
                                              <a:dgm id="{FD6E262F-CE78-42AD-A256-44D583401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4E3C920B-52E0-4DDB-8CE6-D6BC385A1E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graphicEl>
                                              <a:dgm id="{4E3C920B-52E0-4DDB-8CE6-D6BC385A1E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>
                                            <p:graphicEl>
                                              <a:dgm id="{4E3C920B-52E0-4DDB-8CE6-D6BC385A1E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>
                                            <p:graphicEl>
                                              <a:dgm id="{4E3C920B-52E0-4DDB-8CE6-D6BC385A1E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3B303FF3-79EF-46CD-B0CF-5D023A24E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>
                                            <p:graphicEl>
                                              <a:dgm id="{3B303FF3-79EF-46CD-B0CF-5D023A24E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>
                                            <p:graphicEl>
                                              <a:dgm id="{3B303FF3-79EF-46CD-B0CF-5D023A24E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>
                                            <p:graphicEl>
                                              <a:dgm id="{3B303FF3-79EF-46CD-B0CF-5D023A24EE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1780F7E7-473E-45EE-947C-34BFEF720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>
                                            <p:graphicEl>
                                              <a:dgm id="{1780F7E7-473E-45EE-947C-34BFEF720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>
                                            <p:graphicEl>
                                              <a:dgm id="{1780F7E7-473E-45EE-947C-34BFEF720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>
                                            <p:graphicEl>
                                              <a:dgm id="{1780F7E7-473E-45EE-947C-34BFEF720D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96293912-87C6-4D9D-80CC-5681BFC2B5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>
                                            <p:graphicEl>
                                              <a:dgm id="{96293912-87C6-4D9D-80CC-5681BFC2B5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">
                                            <p:graphicEl>
                                              <a:dgm id="{96293912-87C6-4D9D-80CC-5681BFC2B5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>
                                            <p:graphicEl>
                                              <a:dgm id="{96293912-87C6-4D9D-80CC-5681BFC2B5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42CD276C-9EC0-443C-8744-EB9C364932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6">
                                            <p:graphicEl>
                                              <a:dgm id="{42CD276C-9EC0-443C-8744-EB9C364932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>
                                            <p:graphicEl>
                                              <a:dgm id="{42CD276C-9EC0-443C-8744-EB9C364932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6">
                                            <p:graphicEl>
                                              <a:dgm id="{42CD276C-9EC0-443C-8744-EB9C364932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9673ABF0-12FD-40FA-9689-824560B4CA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6">
                                            <p:graphicEl>
                                              <a:dgm id="{9673ABF0-12FD-40FA-9689-824560B4CA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6">
                                            <p:graphicEl>
                                              <a:dgm id="{9673ABF0-12FD-40FA-9689-824560B4CA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>
                                            <p:graphicEl>
                                              <a:dgm id="{9673ABF0-12FD-40FA-9689-824560B4CA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600DA035-218A-4458-8AFC-2E89B4B142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">
                                            <p:graphicEl>
                                              <a:dgm id="{600DA035-218A-4458-8AFC-2E89B4B142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6">
                                            <p:graphicEl>
                                              <a:dgm id="{600DA035-218A-4458-8AFC-2E89B4B142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>
                                            <p:graphicEl>
                                              <a:dgm id="{600DA035-218A-4458-8AFC-2E89B4B142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27B67DA0-8E50-4D43-9BE7-892BAB71A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6">
                                            <p:graphicEl>
                                              <a:dgm id="{27B67DA0-8E50-4D43-9BE7-892BAB71A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6">
                                            <p:graphicEl>
                                              <a:dgm id="{27B67DA0-8E50-4D43-9BE7-892BAB71A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>
                                            <p:graphicEl>
                                              <a:dgm id="{27B67DA0-8E50-4D43-9BE7-892BAB71AE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077FBD12-042C-4D26-AAD4-F075591F8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6">
                                            <p:graphicEl>
                                              <a:dgm id="{077FBD12-042C-4D26-AAD4-F075591F8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6">
                                            <p:graphicEl>
                                              <a:dgm id="{077FBD12-042C-4D26-AAD4-F075591F83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>
                                            <p:graphicEl>
                                              <a:dgm id="{077FBD12-042C-4D26-AAD4-F075591F83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27846770-8803-45A4-B868-184D3E134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6">
                                            <p:graphicEl>
                                              <a:dgm id="{27846770-8803-45A4-B868-184D3E134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6">
                                            <p:graphicEl>
                                              <a:dgm id="{27846770-8803-45A4-B868-184D3E1343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6">
                                            <p:graphicEl>
                                              <a:dgm id="{27846770-8803-45A4-B868-184D3E1343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BC92F293-F4AC-4D3E-875A-D2A0ED169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6">
                                            <p:graphicEl>
                                              <a:dgm id="{BC92F293-F4AC-4D3E-875A-D2A0ED169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">
                                            <p:graphicEl>
                                              <a:dgm id="{BC92F293-F4AC-4D3E-875A-D2A0ED169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6">
                                            <p:graphicEl>
                                              <a:dgm id="{BC92F293-F4AC-4D3E-875A-D2A0ED169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275AE0A0-6A54-4D7E-BE34-B2CBFF4265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6">
                                            <p:graphicEl>
                                              <a:dgm id="{275AE0A0-6A54-4D7E-BE34-B2CBFF4265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6">
                                            <p:graphicEl>
                                              <a:dgm id="{275AE0A0-6A54-4D7E-BE34-B2CBFF4265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>
                                            <p:graphicEl>
                                              <a:dgm id="{275AE0A0-6A54-4D7E-BE34-B2CBFF4265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C3F1C44A-E3E4-4DEE-8D8D-110327666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6">
                                            <p:graphicEl>
                                              <a:dgm id="{C3F1C44A-E3E4-4DEE-8D8D-110327666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6">
                                            <p:graphicEl>
                                              <a:dgm id="{C3F1C44A-E3E4-4DEE-8D8D-110327666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>
                                            <p:graphicEl>
                                              <a:dgm id="{C3F1C44A-E3E4-4DEE-8D8D-1103276660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72E2CA44-C8B2-489E-A8F3-5137EE6E5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6">
                                            <p:graphicEl>
                                              <a:dgm id="{72E2CA44-C8B2-489E-A8F3-5137EE6E5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>
                                            <p:graphicEl>
                                              <a:dgm id="{72E2CA44-C8B2-489E-A8F3-5137EE6E5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6">
                                            <p:graphicEl>
                                              <a:dgm id="{72E2CA44-C8B2-489E-A8F3-5137EE6E5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AD0F1EE5-2551-4AEE-B9BB-6BB639057F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6">
                                            <p:graphicEl>
                                              <a:dgm id="{AD0F1EE5-2551-4AEE-B9BB-6BB639057F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6">
                                            <p:graphicEl>
                                              <a:dgm id="{AD0F1EE5-2551-4AEE-B9BB-6BB639057F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6">
                                            <p:graphicEl>
                                              <a:dgm id="{AD0F1EE5-2551-4AEE-B9BB-6BB639057F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EA05622D-2FEB-4F4F-B945-91DA89B03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6">
                                            <p:graphicEl>
                                              <a:dgm id="{EA05622D-2FEB-4F4F-B945-91DA89B03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6">
                                            <p:graphicEl>
                                              <a:dgm id="{EA05622D-2FEB-4F4F-B945-91DA89B03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6">
                                            <p:graphicEl>
                                              <a:dgm id="{EA05622D-2FEB-4F4F-B945-91DA89B031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4FB374AC-9E34-4AE1-84C1-9B3363A4F5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>
                                            <p:graphicEl>
                                              <a:dgm id="{4FB374AC-9E34-4AE1-84C1-9B3363A4F5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>
                                            <p:graphicEl>
                                              <a:dgm id="{4FB374AC-9E34-4AE1-84C1-9B3363A4F5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>
                                            <p:graphicEl>
                                              <a:dgm id="{4FB374AC-9E34-4AE1-84C1-9B3363A4F5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3EE6D6FB-DEFB-4FAD-B78D-52936C7740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">
                                            <p:graphicEl>
                                              <a:dgm id="{3EE6D6FB-DEFB-4FAD-B78D-52936C7740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6">
                                            <p:graphicEl>
                                              <a:dgm id="{3EE6D6FB-DEFB-4FAD-B78D-52936C7740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6">
                                            <p:graphicEl>
                                              <a:dgm id="{3EE6D6FB-DEFB-4FAD-B78D-52936C7740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952219C6-7E3E-4E61-884E-A5868CEF22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6">
                                            <p:graphicEl>
                                              <a:dgm id="{952219C6-7E3E-4E61-884E-A5868CEF22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6">
                                            <p:graphicEl>
                                              <a:dgm id="{952219C6-7E3E-4E61-884E-A5868CEF22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6">
                                            <p:graphicEl>
                                              <a:dgm id="{952219C6-7E3E-4E61-884E-A5868CEF22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BB64EACA-E0F7-42C0-850B-029396D29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6">
                                            <p:graphicEl>
                                              <a:dgm id="{BB64EACA-E0F7-42C0-850B-029396D29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6">
                                            <p:graphicEl>
                                              <a:dgm id="{BB64EACA-E0F7-42C0-850B-029396D292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6">
                                            <p:graphicEl>
                                              <a:dgm id="{BB64EACA-E0F7-42C0-850B-029396D292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757C20A5-964D-473E-82D6-FA80F026A3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6">
                                            <p:graphicEl>
                                              <a:dgm id="{757C20A5-964D-473E-82D6-FA80F026A3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6">
                                            <p:graphicEl>
                                              <a:dgm id="{757C20A5-964D-473E-82D6-FA80F026A3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>
                                            <p:graphicEl>
                                              <a:dgm id="{757C20A5-964D-473E-82D6-FA80F026A3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0EEB6FAD-6E5D-4429-A4A0-B4E7B908DC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6">
                                            <p:graphicEl>
                                              <a:dgm id="{0EEB6FAD-6E5D-4429-A4A0-B4E7B908DC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6">
                                            <p:graphicEl>
                                              <a:dgm id="{0EEB6FAD-6E5D-4429-A4A0-B4E7B908DC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6">
                                            <p:graphicEl>
                                              <a:dgm id="{0EEB6FAD-6E5D-4429-A4A0-B4E7B908DC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63C8CFD6-0A07-48B2-9B22-EE38C6B3F9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6">
                                            <p:graphicEl>
                                              <a:dgm id="{63C8CFD6-0A07-48B2-9B22-EE38C6B3F9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6">
                                            <p:graphicEl>
                                              <a:dgm id="{63C8CFD6-0A07-48B2-9B22-EE38C6B3F9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6">
                                            <p:graphicEl>
                                              <a:dgm id="{63C8CFD6-0A07-48B2-9B22-EE38C6B3F9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5D0A9DE1-EB4D-4632-9578-427A5899C5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6">
                                            <p:graphicEl>
                                              <a:dgm id="{5D0A9DE1-EB4D-4632-9578-427A5899C5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6">
                                            <p:graphicEl>
                                              <a:dgm id="{5D0A9DE1-EB4D-4632-9578-427A5899C5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6">
                                            <p:graphicEl>
                                              <a:dgm id="{5D0A9DE1-EB4D-4632-9578-427A5899C5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6B936C8B-4DFA-45A7-B679-9EF4F5815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6">
                                            <p:graphicEl>
                                              <a:dgm id="{6B936C8B-4DFA-45A7-B679-9EF4F5815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6">
                                            <p:graphicEl>
                                              <a:dgm id="{6B936C8B-4DFA-45A7-B679-9EF4F5815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6">
                                            <p:graphicEl>
                                              <a:dgm id="{6B936C8B-4DFA-45A7-B679-9EF4F5815C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13019B95-4C2D-497D-845D-B2FE35E4C2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6">
                                            <p:graphicEl>
                                              <a:dgm id="{13019B95-4C2D-497D-845D-B2FE35E4C2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6">
                                            <p:graphicEl>
                                              <a:dgm id="{13019B95-4C2D-497D-845D-B2FE35E4C2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6">
                                            <p:graphicEl>
                                              <a:dgm id="{13019B95-4C2D-497D-845D-B2FE35E4C2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3E03B6E2-E656-4A60-BB79-3C6859E7C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6">
                                            <p:graphicEl>
                                              <a:dgm id="{3E03B6E2-E656-4A60-BB79-3C6859E7C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6">
                                            <p:graphicEl>
                                              <a:dgm id="{3E03B6E2-E656-4A60-BB79-3C6859E7C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6">
                                            <p:graphicEl>
                                              <a:dgm id="{3E03B6E2-E656-4A60-BB79-3C6859E7C8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6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B645D3-580E-4657-9154-484648880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7870DA4-44E8-43FB-940A-4AF97669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251109-1A60-562D-9FCE-3A3BB252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45" y="675249"/>
            <a:ext cx="3549810" cy="205704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Entity Relationship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DDEFE-0F11-D224-92E4-1C4C05B56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123" y="170754"/>
            <a:ext cx="6843639" cy="5268064"/>
          </a:xfrm>
          <a:prstGeom prst="rect">
            <a:avLst/>
          </a:prstGeom>
        </p:spPr>
      </p:pic>
      <p:sp>
        <p:nvSpPr>
          <p:cNvPr id="50" name="Shape 77">
            <a:extLst>
              <a:ext uri="{FF2B5EF4-FFF2-40B4-BE49-F238E27FC236}">
                <a16:creationId xmlns:a16="http://schemas.microsoft.com/office/drawing/2014/main" id="{F6B10540-B874-ABCA-D540-B731EE022241}"/>
              </a:ext>
            </a:extLst>
          </p:cNvPr>
          <p:cNvSpPr/>
          <p:nvPr/>
        </p:nvSpPr>
        <p:spPr>
          <a:xfrm>
            <a:off x="3952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78">
            <a:extLst>
              <a:ext uri="{FF2B5EF4-FFF2-40B4-BE49-F238E27FC236}">
                <a16:creationId xmlns:a16="http://schemas.microsoft.com/office/drawing/2014/main" id="{0B0556BD-66D5-F698-9306-1B988E604592}"/>
              </a:ext>
            </a:extLst>
          </p:cNvPr>
          <p:cNvSpPr/>
          <p:nvPr/>
        </p:nvSpPr>
        <p:spPr>
          <a:xfrm>
            <a:off x="4953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79">
            <a:extLst>
              <a:ext uri="{FF2B5EF4-FFF2-40B4-BE49-F238E27FC236}">
                <a16:creationId xmlns:a16="http://schemas.microsoft.com/office/drawing/2014/main" id="{6E74AB56-9EDB-C5B0-A160-03D6FFFADBB4}"/>
              </a:ext>
            </a:extLst>
          </p:cNvPr>
          <p:cNvSpPr/>
          <p:nvPr/>
        </p:nvSpPr>
        <p:spPr>
          <a:xfrm>
            <a:off x="535781" y="585172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93650" y="21431"/>
                </a:moveTo>
                <a:cubicBezTo>
                  <a:pt x="89944" y="21431"/>
                  <a:pt x="86350" y="22436"/>
                  <a:pt x="83202" y="24266"/>
                </a:cubicBezTo>
                <a:cubicBezTo>
                  <a:pt x="79675" y="20695"/>
                  <a:pt x="75567" y="17703"/>
                  <a:pt x="71036" y="15448"/>
                </a:cubicBezTo>
                <a:cubicBezTo>
                  <a:pt x="77331" y="10091"/>
                  <a:pt x="85345" y="7144"/>
                  <a:pt x="93650" y="7144"/>
                </a:cubicBezTo>
                <a:cubicBezTo>
                  <a:pt x="112938" y="7144"/>
                  <a:pt x="128588" y="22771"/>
                  <a:pt x="128588" y="42081"/>
                </a:cubicBezTo>
                <a:cubicBezTo>
                  <a:pt x="128588" y="51346"/>
                  <a:pt x="124904" y="60231"/>
                  <a:pt x="118363" y="66772"/>
                </a:cubicBezTo>
                <a:lnTo>
                  <a:pt x="102490" y="82644"/>
                </a:lnTo>
                <a:cubicBezTo>
                  <a:pt x="95949" y="89185"/>
                  <a:pt x="87064" y="92869"/>
                  <a:pt x="77800" y="92869"/>
                </a:cubicBezTo>
                <a:cubicBezTo>
                  <a:pt x="58512" y="92869"/>
                  <a:pt x="42863" y="77242"/>
                  <a:pt x="42863" y="57931"/>
                </a:cubicBezTo>
                <a:cubicBezTo>
                  <a:pt x="42863" y="57596"/>
                  <a:pt x="42863" y="57262"/>
                  <a:pt x="42885" y="56927"/>
                </a:cubicBezTo>
                <a:cubicBezTo>
                  <a:pt x="42996" y="52975"/>
                  <a:pt x="46278" y="49872"/>
                  <a:pt x="50229" y="49984"/>
                </a:cubicBezTo>
                <a:cubicBezTo>
                  <a:pt x="54181" y="50096"/>
                  <a:pt x="57284" y="53377"/>
                  <a:pt x="57172" y="57329"/>
                </a:cubicBezTo>
                <a:cubicBezTo>
                  <a:pt x="57172" y="57530"/>
                  <a:pt x="57172" y="57730"/>
                  <a:pt x="57172" y="57909"/>
                </a:cubicBezTo>
                <a:cubicBezTo>
                  <a:pt x="57172" y="69317"/>
                  <a:pt x="66415" y="78559"/>
                  <a:pt x="77822" y="78559"/>
                </a:cubicBezTo>
                <a:cubicBezTo>
                  <a:pt x="83292" y="78559"/>
                  <a:pt x="88538" y="76393"/>
                  <a:pt x="92422" y="72509"/>
                </a:cubicBezTo>
                <a:lnTo>
                  <a:pt x="108295" y="56637"/>
                </a:lnTo>
                <a:cubicBezTo>
                  <a:pt x="112157" y="52774"/>
                  <a:pt x="114345" y="47506"/>
                  <a:pt x="114345" y="42037"/>
                </a:cubicBezTo>
                <a:cubicBezTo>
                  <a:pt x="114345" y="30629"/>
                  <a:pt x="105102" y="21387"/>
                  <a:pt x="93695" y="21387"/>
                </a:cubicBezTo>
                <a:close/>
                <a:moveTo>
                  <a:pt x="61436" y="38688"/>
                </a:moveTo>
                <a:cubicBezTo>
                  <a:pt x="61012" y="38509"/>
                  <a:pt x="60588" y="38264"/>
                  <a:pt x="60208" y="37996"/>
                </a:cubicBezTo>
                <a:cubicBezTo>
                  <a:pt x="57396" y="36545"/>
                  <a:pt x="54181" y="35719"/>
                  <a:pt x="50810" y="35719"/>
                </a:cubicBezTo>
                <a:cubicBezTo>
                  <a:pt x="45340" y="35719"/>
                  <a:pt x="40094" y="37884"/>
                  <a:pt x="36210" y="41769"/>
                </a:cubicBezTo>
                <a:lnTo>
                  <a:pt x="20337" y="57641"/>
                </a:lnTo>
                <a:cubicBezTo>
                  <a:pt x="16475" y="61503"/>
                  <a:pt x="14288" y="66772"/>
                  <a:pt x="14288" y="72241"/>
                </a:cubicBezTo>
                <a:cubicBezTo>
                  <a:pt x="14288" y="83649"/>
                  <a:pt x="23530" y="92891"/>
                  <a:pt x="34937" y="92891"/>
                </a:cubicBezTo>
                <a:cubicBezTo>
                  <a:pt x="38621" y="92891"/>
                  <a:pt x="42215" y="91909"/>
                  <a:pt x="45363" y="90078"/>
                </a:cubicBezTo>
                <a:cubicBezTo>
                  <a:pt x="48890" y="93650"/>
                  <a:pt x="52998" y="96642"/>
                  <a:pt x="57552" y="98896"/>
                </a:cubicBezTo>
                <a:cubicBezTo>
                  <a:pt x="51256" y="104232"/>
                  <a:pt x="43264" y="107201"/>
                  <a:pt x="34937" y="107201"/>
                </a:cubicBezTo>
                <a:cubicBezTo>
                  <a:pt x="15649" y="107201"/>
                  <a:pt x="0" y="91574"/>
                  <a:pt x="0" y="72263"/>
                </a:cubicBezTo>
                <a:cubicBezTo>
                  <a:pt x="0" y="62999"/>
                  <a:pt x="3683" y="54114"/>
                  <a:pt x="10224" y="47573"/>
                </a:cubicBezTo>
                <a:lnTo>
                  <a:pt x="26097" y="31700"/>
                </a:lnTo>
                <a:cubicBezTo>
                  <a:pt x="32638" y="25159"/>
                  <a:pt x="41523" y="21476"/>
                  <a:pt x="50788" y="21476"/>
                </a:cubicBezTo>
                <a:cubicBezTo>
                  <a:pt x="70120" y="21476"/>
                  <a:pt x="85725" y="37237"/>
                  <a:pt x="85725" y="56503"/>
                </a:cubicBezTo>
                <a:cubicBezTo>
                  <a:pt x="85725" y="56793"/>
                  <a:pt x="85725" y="57083"/>
                  <a:pt x="85725" y="57373"/>
                </a:cubicBezTo>
                <a:cubicBezTo>
                  <a:pt x="85636" y="61325"/>
                  <a:pt x="82354" y="64428"/>
                  <a:pt x="78403" y="64338"/>
                </a:cubicBezTo>
                <a:cubicBezTo>
                  <a:pt x="74451" y="64249"/>
                  <a:pt x="71348" y="60967"/>
                  <a:pt x="71438" y="57016"/>
                </a:cubicBezTo>
                <a:cubicBezTo>
                  <a:pt x="71438" y="56837"/>
                  <a:pt x="71438" y="56681"/>
                  <a:pt x="71438" y="56503"/>
                </a:cubicBezTo>
                <a:cubicBezTo>
                  <a:pt x="71438" y="48979"/>
                  <a:pt x="67419" y="42371"/>
                  <a:pt x="61436" y="38733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80">
            <a:extLst>
              <a:ext uri="{FF2B5EF4-FFF2-40B4-BE49-F238E27FC236}">
                <a16:creationId xmlns:a16="http://schemas.microsoft.com/office/drawing/2014/main" id="{716DA463-FCC8-D4FE-A759-AB1F009AD356}"/>
              </a:ext>
            </a:extLst>
          </p:cNvPr>
          <p:cNvSpPr/>
          <p:nvPr/>
        </p:nvSpPr>
        <p:spPr>
          <a:xfrm>
            <a:off x="790575" y="5794578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 Relationships</a:t>
            </a:r>
            <a:endParaRPr lang="en-US" sz="1600" dirty="0"/>
          </a:p>
        </p:txBody>
      </p:sp>
      <p:sp>
        <p:nvSpPr>
          <p:cNvPr id="54" name="Text 81">
            <a:extLst>
              <a:ext uri="{FF2B5EF4-FFF2-40B4-BE49-F238E27FC236}">
                <a16:creationId xmlns:a16="http://schemas.microsoft.com/office/drawing/2014/main" id="{030AE417-1228-8A0D-C866-1DAC28FEB1B1}"/>
              </a:ext>
            </a:extLst>
          </p:cNvPr>
          <p:cNvSpPr/>
          <p:nvPr/>
        </p:nvSpPr>
        <p:spPr>
          <a:xfrm>
            <a:off x="4857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→ Hotel Bookings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→ Flight Bookings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→ Reviews (1:M)</a:t>
            </a:r>
            <a:endParaRPr lang="en-US" sz="1600" dirty="0"/>
          </a:p>
        </p:txBody>
      </p:sp>
      <p:sp>
        <p:nvSpPr>
          <p:cNvPr id="55" name="Shape 82">
            <a:extLst>
              <a:ext uri="{FF2B5EF4-FFF2-40B4-BE49-F238E27FC236}">
                <a16:creationId xmlns:a16="http://schemas.microsoft.com/office/drawing/2014/main" id="{DE3F8BCD-5ED1-46E6-5274-DE3F9D71C3E9}"/>
              </a:ext>
            </a:extLst>
          </p:cNvPr>
          <p:cNvSpPr/>
          <p:nvPr/>
        </p:nvSpPr>
        <p:spPr>
          <a:xfrm>
            <a:off x="42433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83">
            <a:extLst>
              <a:ext uri="{FF2B5EF4-FFF2-40B4-BE49-F238E27FC236}">
                <a16:creationId xmlns:a16="http://schemas.microsoft.com/office/drawing/2014/main" id="{35603FBB-3AB7-4358-C738-A7884625A37C}"/>
              </a:ext>
            </a:extLst>
          </p:cNvPr>
          <p:cNvSpPr/>
          <p:nvPr/>
        </p:nvSpPr>
        <p:spPr>
          <a:xfrm>
            <a:off x="43434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84">
            <a:extLst>
              <a:ext uri="{FF2B5EF4-FFF2-40B4-BE49-F238E27FC236}">
                <a16:creationId xmlns:a16="http://schemas.microsoft.com/office/drawing/2014/main" id="{A4265D51-2C5A-76B8-6FAE-A9329A3CB753}"/>
              </a:ext>
            </a:extLst>
          </p:cNvPr>
          <p:cNvSpPr/>
          <p:nvPr/>
        </p:nvSpPr>
        <p:spPr>
          <a:xfrm>
            <a:off x="4391025" y="585172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42863" y="14288"/>
                </a:moveTo>
                <a:cubicBezTo>
                  <a:pt x="42863" y="10336"/>
                  <a:pt x="46055" y="7144"/>
                  <a:pt x="50006" y="7144"/>
                </a:cubicBezTo>
                <a:lnTo>
                  <a:pt x="64294" y="7144"/>
                </a:lnTo>
                <a:cubicBezTo>
                  <a:pt x="68245" y="7144"/>
                  <a:pt x="71438" y="10336"/>
                  <a:pt x="71438" y="14288"/>
                </a:cubicBezTo>
                <a:lnTo>
                  <a:pt x="71438" y="28575"/>
                </a:lnTo>
                <a:cubicBezTo>
                  <a:pt x="71438" y="32526"/>
                  <a:pt x="68245" y="35719"/>
                  <a:pt x="64294" y="35719"/>
                </a:cubicBezTo>
                <a:lnTo>
                  <a:pt x="62508" y="35719"/>
                </a:lnTo>
                <a:lnTo>
                  <a:pt x="62508" y="50006"/>
                </a:lnTo>
                <a:lnTo>
                  <a:pt x="89297" y="50006"/>
                </a:lnTo>
                <a:cubicBezTo>
                  <a:pt x="98182" y="50006"/>
                  <a:pt x="105370" y="57195"/>
                  <a:pt x="105370" y="66080"/>
                </a:cubicBezTo>
                <a:lnTo>
                  <a:pt x="105370" y="78581"/>
                </a:lnTo>
                <a:lnTo>
                  <a:pt x="107156" y="78581"/>
                </a:lnTo>
                <a:cubicBezTo>
                  <a:pt x="111108" y="78581"/>
                  <a:pt x="114300" y="81774"/>
                  <a:pt x="114300" y="85725"/>
                </a:cubicBezTo>
                <a:lnTo>
                  <a:pt x="114300" y="100013"/>
                </a:lnTo>
                <a:cubicBezTo>
                  <a:pt x="114300" y="103964"/>
                  <a:pt x="111108" y="107156"/>
                  <a:pt x="107156" y="107156"/>
                </a:cubicBezTo>
                <a:lnTo>
                  <a:pt x="92869" y="107156"/>
                </a:lnTo>
                <a:cubicBezTo>
                  <a:pt x="88917" y="107156"/>
                  <a:pt x="85725" y="103964"/>
                  <a:pt x="85725" y="100013"/>
                </a:cubicBezTo>
                <a:lnTo>
                  <a:pt x="85725" y="85725"/>
                </a:lnTo>
                <a:cubicBezTo>
                  <a:pt x="85725" y="81774"/>
                  <a:pt x="88917" y="78581"/>
                  <a:pt x="92869" y="78581"/>
                </a:cubicBezTo>
                <a:lnTo>
                  <a:pt x="94655" y="78581"/>
                </a:lnTo>
                <a:lnTo>
                  <a:pt x="94655" y="66080"/>
                </a:lnTo>
                <a:cubicBezTo>
                  <a:pt x="94655" y="63111"/>
                  <a:pt x="92266" y="60722"/>
                  <a:pt x="89297" y="60722"/>
                </a:cubicBezTo>
                <a:lnTo>
                  <a:pt x="62508" y="60722"/>
                </a:lnTo>
                <a:lnTo>
                  <a:pt x="62508" y="78581"/>
                </a:lnTo>
                <a:lnTo>
                  <a:pt x="64294" y="78581"/>
                </a:lnTo>
                <a:cubicBezTo>
                  <a:pt x="68245" y="78581"/>
                  <a:pt x="71438" y="81774"/>
                  <a:pt x="71438" y="85725"/>
                </a:cubicBezTo>
                <a:lnTo>
                  <a:pt x="71438" y="100013"/>
                </a:lnTo>
                <a:cubicBezTo>
                  <a:pt x="71438" y="103964"/>
                  <a:pt x="68245" y="107156"/>
                  <a:pt x="64294" y="107156"/>
                </a:cubicBezTo>
                <a:lnTo>
                  <a:pt x="50006" y="107156"/>
                </a:lnTo>
                <a:cubicBezTo>
                  <a:pt x="46055" y="107156"/>
                  <a:pt x="42863" y="103964"/>
                  <a:pt x="42863" y="100013"/>
                </a:cubicBezTo>
                <a:lnTo>
                  <a:pt x="42863" y="85725"/>
                </a:lnTo>
                <a:cubicBezTo>
                  <a:pt x="42863" y="81774"/>
                  <a:pt x="46055" y="78581"/>
                  <a:pt x="50006" y="78581"/>
                </a:cubicBezTo>
                <a:lnTo>
                  <a:pt x="51792" y="78581"/>
                </a:lnTo>
                <a:lnTo>
                  <a:pt x="51792" y="60722"/>
                </a:lnTo>
                <a:lnTo>
                  <a:pt x="25003" y="60722"/>
                </a:lnTo>
                <a:cubicBezTo>
                  <a:pt x="22034" y="60722"/>
                  <a:pt x="19645" y="63111"/>
                  <a:pt x="19645" y="66080"/>
                </a:cubicBezTo>
                <a:lnTo>
                  <a:pt x="19645" y="78581"/>
                </a:lnTo>
                <a:lnTo>
                  <a:pt x="21431" y="78581"/>
                </a:lnTo>
                <a:cubicBezTo>
                  <a:pt x="25383" y="78581"/>
                  <a:pt x="28575" y="81774"/>
                  <a:pt x="28575" y="85725"/>
                </a:cubicBezTo>
                <a:lnTo>
                  <a:pt x="28575" y="100013"/>
                </a:lnTo>
                <a:cubicBezTo>
                  <a:pt x="28575" y="103964"/>
                  <a:pt x="25383" y="107156"/>
                  <a:pt x="21431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85725"/>
                </a:lnTo>
                <a:cubicBezTo>
                  <a:pt x="0" y="81774"/>
                  <a:pt x="3192" y="78581"/>
                  <a:pt x="7144" y="78581"/>
                </a:cubicBezTo>
                <a:lnTo>
                  <a:pt x="8930" y="78581"/>
                </a:lnTo>
                <a:lnTo>
                  <a:pt x="8930" y="66080"/>
                </a:lnTo>
                <a:cubicBezTo>
                  <a:pt x="8930" y="57195"/>
                  <a:pt x="16118" y="50006"/>
                  <a:pt x="25003" y="50006"/>
                </a:cubicBezTo>
                <a:lnTo>
                  <a:pt x="51792" y="50006"/>
                </a:lnTo>
                <a:lnTo>
                  <a:pt x="51792" y="35719"/>
                </a:lnTo>
                <a:lnTo>
                  <a:pt x="50006" y="35719"/>
                </a:lnTo>
                <a:cubicBezTo>
                  <a:pt x="46055" y="35719"/>
                  <a:pt x="42863" y="32526"/>
                  <a:pt x="42863" y="28575"/>
                </a:cubicBezTo>
                <a:lnTo>
                  <a:pt x="42863" y="14288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85">
            <a:extLst>
              <a:ext uri="{FF2B5EF4-FFF2-40B4-BE49-F238E27FC236}">
                <a16:creationId xmlns:a16="http://schemas.microsoft.com/office/drawing/2014/main" id="{E840015B-2DB3-F99E-936D-A80779C5E69B}"/>
              </a:ext>
            </a:extLst>
          </p:cNvPr>
          <p:cNvSpPr/>
          <p:nvPr/>
        </p:nvSpPr>
        <p:spPr>
          <a:xfrm>
            <a:off x="4638675" y="579457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59" name="Text 86">
            <a:extLst>
              <a:ext uri="{FF2B5EF4-FFF2-40B4-BE49-F238E27FC236}">
                <a16:creationId xmlns:a16="http://schemas.microsoft.com/office/drawing/2014/main" id="{FB70B831-C81A-316E-2DF4-B803BA2B9E66}"/>
              </a:ext>
            </a:extLst>
          </p:cNvPr>
          <p:cNvSpPr/>
          <p:nvPr/>
        </p:nvSpPr>
        <p:spPr>
          <a:xfrm>
            <a:off x="43338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Hotels → Rooms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Airlines → Flights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Flights → Seats (1:M)</a:t>
            </a:r>
            <a:endParaRPr lang="en-US" sz="1600" dirty="0"/>
          </a:p>
        </p:txBody>
      </p:sp>
      <p:sp>
        <p:nvSpPr>
          <p:cNvPr id="60" name="Shape 87">
            <a:extLst>
              <a:ext uri="{FF2B5EF4-FFF2-40B4-BE49-F238E27FC236}">
                <a16:creationId xmlns:a16="http://schemas.microsoft.com/office/drawing/2014/main" id="{6E4B34D9-95CC-D52C-5568-C60373805B88}"/>
              </a:ext>
            </a:extLst>
          </p:cNvPr>
          <p:cNvSpPr/>
          <p:nvPr/>
        </p:nvSpPr>
        <p:spPr>
          <a:xfrm>
            <a:off x="80914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88">
            <a:extLst>
              <a:ext uri="{FF2B5EF4-FFF2-40B4-BE49-F238E27FC236}">
                <a16:creationId xmlns:a16="http://schemas.microsoft.com/office/drawing/2014/main" id="{49E3DA37-3A7B-F1D8-5D44-12E62EB158D3}"/>
              </a:ext>
            </a:extLst>
          </p:cNvPr>
          <p:cNvSpPr/>
          <p:nvPr/>
        </p:nvSpPr>
        <p:spPr>
          <a:xfrm>
            <a:off x="81915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89">
            <a:extLst>
              <a:ext uri="{FF2B5EF4-FFF2-40B4-BE49-F238E27FC236}">
                <a16:creationId xmlns:a16="http://schemas.microsoft.com/office/drawing/2014/main" id="{57E7A04F-7C45-638F-99AF-F3C1DDB1A027}"/>
              </a:ext>
            </a:extLst>
          </p:cNvPr>
          <p:cNvSpPr/>
          <p:nvPr/>
        </p:nvSpPr>
        <p:spPr>
          <a:xfrm>
            <a:off x="8260556" y="5851728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30361" y="5358"/>
                </a:moveTo>
                <a:cubicBezTo>
                  <a:pt x="30361" y="2389"/>
                  <a:pt x="32750" y="0"/>
                  <a:pt x="35719" y="0"/>
                </a:cubicBezTo>
                <a:cubicBezTo>
                  <a:pt x="38688" y="0"/>
                  <a:pt x="41077" y="2389"/>
                  <a:pt x="41077" y="5358"/>
                </a:cubicBezTo>
                <a:lnTo>
                  <a:pt x="41077" y="14288"/>
                </a:lnTo>
                <a:lnTo>
                  <a:pt x="53578" y="14288"/>
                </a:lnTo>
                <a:cubicBezTo>
                  <a:pt x="57530" y="14288"/>
                  <a:pt x="60722" y="17480"/>
                  <a:pt x="60722" y="21431"/>
                </a:cubicBezTo>
                <a:cubicBezTo>
                  <a:pt x="60722" y="25383"/>
                  <a:pt x="57530" y="28575"/>
                  <a:pt x="53578" y="28575"/>
                </a:cubicBezTo>
                <a:lnTo>
                  <a:pt x="27928" y="28575"/>
                </a:lnTo>
                <a:cubicBezTo>
                  <a:pt x="22369" y="28575"/>
                  <a:pt x="17859" y="33084"/>
                  <a:pt x="17859" y="38643"/>
                </a:cubicBezTo>
                <a:cubicBezTo>
                  <a:pt x="17859" y="43666"/>
                  <a:pt x="21543" y="47908"/>
                  <a:pt x="26499" y="48622"/>
                </a:cubicBezTo>
                <a:lnTo>
                  <a:pt x="46948" y="51547"/>
                </a:lnTo>
                <a:cubicBezTo>
                  <a:pt x="58958" y="53266"/>
                  <a:pt x="67866" y="63535"/>
                  <a:pt x="67866" y="75657"/>
                </a:cubicBezTo>
                <a:cubicBezTo>
                  <a:pt x="67866" y="89118"/>
                  <a:pt x="56949" y="100013"/>
                  <a:pt x="43510" y="100013"/>
                </a:cubicBezTo>
                <a:lnTo>
                  <a:pt x="41077" y="100013"/>
                </a:lnTo>
                <a:lnTo>
                  <a:pt x="41077" y="108942"/>
                </a:lnTo>
                <a:cubicBezTo>
                  <a:pt x="41077" y="111911"/>
                  <a:pt x="38688" y="114300"/>
                  <a:pt x="35719" y="114300"/>
                </a:cubicBezTo>
                <a:cubicBezTo>
                  <a:pt x="32750" y="114300"/>
                  <a:pt x="30361" y="111911"/>
                  <a:pt x="30361" y="108942"/>
                </a:cubicBezTo>
                <a:lnTo>
                  <a:pt x="30361" y="100013"/>
                </a:lnTo>
                <a:lnTo>
                  <a:pt x="14288" y="100013"/>
                </a:lnTo>
                <a:cubicBezTo>
                  <a:pt x="10336" y="100013"/>
                  <a:pt x="7144" y="96820"/>
                  <a:pt x="7144" y="92869"/>
                </a:cubicBezTo>
                <a:cubicBezTo>
                  <a:pt x="7144" y="88917"/>
                  <a:pt x="10336" y="85725"/>
                  <a:pt x="14288" y="85725"/>
                </a:cubicBezTo>
                <a:lnTo>
                  <a:pt x="43510" y="85725"/>
                </a:lnTo>
                <a:cubicBezTo>
                  <a:pt x="49069" y="85725"/>
                  <a:pt x="53578" y="81216"/>
                  <a:pt x="53578" y="75657"/>
                </a:cubicBezTo>
                <a:cubicBezTo>
                  <a:pt x="53578" y="70634"/>
                  <a:pt x="49895" y="66392"/>
                  <a:pt x="44939" y="65678"/>
                </a:cubicBezTo>
                <a:lnTo>
                  <a:pt x="24490" y="62753"/>
                </a:lnTo>
                <a:cubicBezTo>
                  <a:pt x="12479" y="61057"/>
                  <a:pt x="3572" y="50765"/>
                  <a:pt x="3572" y="38643"/>
                </a:cubicBezTo>
                <a:cubicBezTo>
                  <a:pt x="3572" y="25204"/>
                  <a:pt x="14488" y="14288"/>
                  <a:pt x="27928" y="14288"/>
                </a:cubicBezTo>
                <a:lnTo>
                  <a:pt x="30361" y="14288"/>
                </a:lnTo>
                <a:lnTo>
                  <a:pt x="30361" y="5358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90">
            <a:extLst>
              <a:ext uri="{FF2B5EF4-FFF2-40B4-BE49-F238E27FC236}">
                <a16:creationId xmlns:a16="http://schemas.microsoft.com/office/drawing/2014/main" id="{4877EEA9-AC1C-C842-955A-E6D45AF98595}"/>
              </a:ext>
            </a:extLst>
          </p:cNvPr>
          <p:cNvSpPr/>
          <p:nvPr/>
        </p:nvSpPr>
        <p:spPr>
          <a:xfrm>
            <a:off x="8486775" y="5794578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Financial &amp; Reviews</a:t>
            </a:r>
            <a:endParaRPr lang="en-US" sz="1600" dirty="0"/>
          </a:p>
        </p:txBody>
      </p:sp>
      <p:sp>
        <p:nvSpPr>
          <p:cNvPr id="64" name="Text 91">
            <a:extLst>
              <a:ext uri="{FF2B5EF4-FFF2-40B4-BE49-F238E27FC236}">
                <a16:creationId xmlns:a16="http://schemas.microsoft.com/office/drawing/2014/main" id="{3E2F3B16-0BD1-17A3-A33E-6580337EF3FA}"/>
              </a:ext>
            </a:extLst>
          </p:cNvPr>
          <p:cNvSpPr/>
          <p:nvPr/>
        </p:nvSpPr>
        <p:spPr>
          <a:xfrm>
            <a:off x="81819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Bookings → Payments (1:1)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Hotels/Airlines → Reviews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XOR Pattern for polymorphism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C83B71-314C-E915-7794-5CFE9BB20C1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45" y="305992"/>
            <a:ext cx="966684" cy="20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0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1CB80-0669-6B48-B4D5-4173700C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0ED48F-D67A-AF39-DB11-55B6A40DC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70D3C-61A8-EA0B-C1E3-45C7D831A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B1102279-5222-9564-54C3-D6D66AC8F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700438-AA22-5AA4-514B-AA65EBDDD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979B29-7B6C-D89C-EBCD-F44B8E97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38EB76-EFEA-3DD5-F8B4-D96FF231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D0D17-CC12-F34D-BC1A-C96C24969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219E5F-B0C7-5DCC-E0C8-8408F2017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DAB236-FA5B-690C-752E-80CF85C32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76E1178-FA9C-0BAB-D4B7-F1AA59C18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431D020-E795-A3C1-F9BA-09A2EEC9A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9A898C4-C46B-9FF7-CF65-166A9CCBC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FB2D31A-EB6D-0B84-93FE-3759B5D61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9BE81DB-2F7E-45D8-A3B6-4309A8C22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6A90134-6518-4B54-B452-DCC964C3C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E1EA019-8834-044E-73C4-B70B22D58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38CECB6-0482-F496-53BD-34830DF16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846540-15A6-4340-D9AE-D9107B3E7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88C976C-27F4-8898-1500-F3F8BB658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E0C01E4-33E0-8FD0-0F2A-0C7806DED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B6F60B-E273-058C-5947-3B3273817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581396A-2AF5-6B50-0F9B-0DD71F7EB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3835C6F-6444-547B-B69B-206E380F2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09A8A73-C22F-ECE7-887D-50A2E15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A589BB3-8B97-7E74-0308-3062F9CB6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7032A62-7614-F66C-B070-5EB426FA0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AAC33D8-0E6D-BED5-ABBE-1068475EB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14DCDCE-B638-CF5C-BD97-8875CCE44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2FC19AE-B3D9-C71D-8598-09E8C109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C12197A-D7E0-4389-ECF1-0EC329817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D925210-FA4F-3FDB-B312-FCBAFD723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2171D1-92B3-1E86-324F-4DBEBED03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25756D2-A20C-3B98-C0DA-514926BC5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13818FA-22B7-8503-2F9B-FD857362F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403B132-77C3-4E85-FEE0-9304665F5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6941" y="-4636916"/>
            <a:ext cx="17423498" cy="13412177"/>
          </a:xfrm>
          <a:prstGeom prst="rect">
            <a:avLst/>
          </a:prstGeom>
        </p:spPr>
      </p:pic>
      <p:sp>
        <p:nvSpPr>
          <p:cNvPr id="50" name="Shape 77">
            <a:extLst>
              <a:ext uri="{FF2B5EF4-FFF2-40B4-BE49-F238E27FC236}">
                <a16:creationId xmlns:a16="http://schemas.microsoft.com/office/drawing/2014/main" id="{3090824D-D066-20A2-782F-B70327996B0C}"/>
              </a:ext>
            </a:extLst>
          </p:cNvPr>
          <p:cNvSpPr/>
          <p:nvPr/>
        </p:nvSpPr>
        <p:spPr>
          <a:xfrm>
            <a:off x="3952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78">
            <a:extLst>
              <a:ext uri="{FF2B5EF4-FFF2-40B4-BE49-F238E27FC236}">
                <a16:creationId xmlns:a16="http://schemas.microsoft.com/office/drawing/2014/main" id="{40307061-A1DB-BF9F-82D3-EF2FE8D1E01D}"/>
              </a:ext>
            </a:extLst>
          </p:cNvPr>
          <p:cNvSpPr/>
          <p:nvPr/>
        </p:nvSpPr>
        <p:spPr>
          <a:xfrm>
            <a:off x="4953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79">
            <a:extLst>
              <a:ext uri="{FF2B5EF4-FFF2-40B4-BE49-F238E27FC236}">
                <a16:creationId xmlns:a16="http://schemas.microsoft.com/office/drawing/2014/main" id="{E593B836-7601-F750-BE13-9F68F0D49698}"/>
              </a:ext>
            </a:extLst>
          </p:cNvPr>
          <p:cNvSpPr/>
          <p:nvPr/>
        </p:nvSpPr>
        <p:spPr>
          <a:xfrm>
            <a:off x="535781" y="585172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93650" y="21431"/>
                </a:moveTo>
                <a:cubicBezTo>
                  <a:pt x="89944" y="21431"/>
                  <a:pt x="86350" y="22436"/>
                  <a:pt x="83202" y="24266"/>
                </a:cubicBezTo>
                <a:cubicBezTo>
                  <a:pt x="79675" y="20695"/>
                  <a:pt x="75567" y="17703"/>
                  <a:pt x="71036" y="15448"/>
                </a:cubicBezTo>
                <a:cubicBezTo>
                  <a:pt x="77331" y="10091"/>
                  <a:pt x="85345" y="7144"/>
                  <a:pt x="93650" y="7144"/>
                </a:cubicBezTo>
                <a:cubicBezTo>
                  <a:pt x="112938" y="7144"/>
                  <a:pt x="128588" y="22771"/>
                  <a:pt x="128588" y="42081"/>
                </a:cubicBezTo>
                <a:cubicBezTo>
                  <a:pt x="128588" y="51346"/>
                  <a:pt x="124904" y="60231"/>
                  <a:pt x="118363" y="66772"/>
                </a:cubicBezTo>
                <a:lnTo>
                  <a:pt x="102490" y="82644"/>
                </a:lnTo>
                <a:cubicBezTo>
                  <a:pt x="95949" y="89185"/>
                  <a:pt x="87064" y="92869"/>
                  <a:pt x="77800" y="92869"/>
                </a:cubicBezTo>
                <a:cubicBezTo>
                  <a:pt x="58512" y="92869"/>
                  <a:pt x="42863" y="77242"/>
                  <a:pt x="42863" y="57931"/>
                </a:cubicBezTo>
                <a:cubicBezTo>
                  <a:pt x="42863" y="57596"/>
                  <a:pt x="42863" y="57262"/>
                  <a:pt x="42885" y="56927"/>
                </a:cubicBezTo>
                <a:cubicBezTo>
                  <a:pt x="42996" y="52975"/>
                  <a:pt x="46278" y="49872"/>
                  <a:pt x="50229" y="49984"/>
                </a:cubicBezTo>
                <a:cubicBezTo>
                  <a:pt x="54181" y="50096"/>
                  <a:pt x="57284" y="53377"/>
                  <a:pt x="57172" y="57329"/>
                </a:cubicBezTo>
                <a:cubicBezTo>
                  <a:pt x="57172" y="57530"/>
                  <a:pt x="57172" y="57730"/>
                  <a:pt x="57172" y="57909"/>
                </a:cubicBezTo>
                <a:cubicBezTo>
                  <a:pt x="57172" y="69317"/>
                  <a:pt x="66415" y="78559"/>
                  <a:pt x="77822" y="78559"/>
                </a:cubicBezTo>
                <a:cubicBezTo>
                  <a:pt x="83292" y="78559"/>
                  <a:pt x="88538" y="76393"/>
                  <a:pt x="92422" y="72509"/>
                </a:cubicBezTo>
                <a:lnTo>
                  <a:pt x="108295" y="56637"/>
                </a:lnTo>
                <a:cubicBezTo>
                  <a:pt x="112157" y="52774"/>
                  <a:pt x="114345" y="47506"/>
                  <a:pt x="114345" y="42037"/>
                </a:cubicBezTo>
                <a:cubicBezTo>
                  <a:pt x="114345" y="30629"/>
                  <a:pt x="105102" y="21387"/>
                  <a:pt x="93695" y="21387"/>
                </a:cubicBezTo>
                <a:close/>
                <a:moveTo>
                  <a:pt x="61436" y="38688"/>
                </a:moveTo>
                <a:cubicBezTo>
                  <a:pt x="61012" y="38509"/>
                  <a:pt x="60588" y="38264"/>
                  <a:pt x="60208" y="37996"/>
                </a:cubicBezTo>
                <a:cubicBezTo>
                  <a:pt x="57396" y="36545"/>
                  <a:pt x="54181" y="35719"/>
                  <a:pt x="50810" y="35719"/>
                </a:cubicBezTo>
                <a:cubicBezTo>
                  <a:pt x="45340" y="35719"/>
                  <a:pt x="40094" y="37884"/>
                  <a:pt x="36210" y="41769"/>
                </a:cubicBezTo>
                <a:lnTo>
                  <a:pt x="20337" y="57641"/>
                </a:lnTo>
                <a:cubicBezTo>
                  <a:pt x="16475" y="61503"/>
                  <a:pt x="14288" y="66772"/>
                  <a:pt x="14288" y="72241"/>
                </a:cubicBezTo>
                <a:cubicBezTo>
                  <a:pt x="14288" y="83649"/>
                  <a:pt x="23530" y="92891"/>
                  <a:pt x="34937" y="92891"/>
                </a:cubicBezTo>
                <a:cubicBezTo>
                  <a:pt x="38621" y="92891"/>
                  <a:pt x="42215" y="91909"/>
                  <a:pt x="45363" y="90078"/>
                </a:cubicBezTo>
                <a:cubicBezTo>
                  <a:pt x="48890" y="93650"/>
                  <a:pt x="52998" y="96642"/>
                  <a:pt x="57552" y="98896"/>
                </a:cubicBezTo>
                <a:cubicBezTo>
                  <a:pt x="51256" y="104232"/>
                  <a:pt x="43264" y="107201"/>
                  <a:pt x="34937" y="107201"/>
                </a:cubicBezTo>
                <a:cubicBezTo>
                  <a:pt x="15649" y="107201"/>
                  <a:pt x="0" y="91574"/>
                  <a:pt x="0" y="72263"/>
                </a:cubicBezTo>
                <a:cubicBezTo>
                  <a:pt x="0" y="62999"/>
                  <a:pt x="3683" y="54114"/>
                  <a:pt x="10224" y="47573"/>
                </a:cubicBezTo>
                <a:lnTo>
                  <a:pt x="26097" y="31700"/>
                </a:lnTo>
                <a:cubicBezTo>
                  <a:pt x="32638" y="25159"/>
                  <a:pt x="41523" y="21476"/>
                  <a:pt x="50788" y="21476"/>
                </a:cubicBezTo>
                <a:cubicBezTo>
                  <a:pt x="70120" y="21476"/>
                  <a:pt x="85725" y="37237"/>
                  <a:pt x="85725" y="56503"/>
                </a:cubicBezTo>
                <a:cubicBezTo>
                  <a:pt x="85725" y="56793"/>
                  <a:pt x="85725" y="57083"/>
                  <a:pt x="85725" y="57373"/>
                </a:cubicBezTo>
                <a:cubicBezTo>
                  <a:pt x="85636" y="61325"/>
                  <a:pt x="82354" y="64428"/>
                  <a:pt x="78403" y="64338"/>
                </a:cubicBezTo>
                <a:cubicBezTo>
                  <a:pt x="74451" y="64249"/>
                  <a:pt x="71348" y="60967"/>
                  <a:pt x="71438" y="57016"/>
                </a:cubicBezTo>
                <a:cubicBezTo>
                  <a:pt x="71438" y="56837"/>
                  <a:pt x="71438" y="56681"/>
                  <a:pt x="71438" y="56503"/>
                </a:cubicBezTo>
                <a:cubicBezTo>
                  <a:pt x="71438" y="48979"/>
                  <a:pt x="67419" y="42371"/>
                  <a:pt x="61436" y="38733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80">
            <a:extLst>
              <a:ext uri="{FF2B5EF4-FFF2-40B4-BE49-F238E27FC236}">
                <a16:creationId xmlns:a16="http://schemas.microsoft.com/office/drawing/2014/main" id="{C1A933CE-94E2-437A-FBB0-49D9A01C7BBD}"/>
              </a:ext>
            </a:extLst>
          </p:cNvPr>
          <p:cNvSpPr/>
          <p:nvPr/>
        </p:nvSpPr>
        <p:spPr>
          <a:xfrm>
            <a:off x="790575" y="5794578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 Relationships</a:t>
            </a:r>
            <a:endParaRPr lang="en-US" sz="1600" dirty="0"/>
          </a:p>
        </p:txBody>
      </p:sp>
      <p:sp>
        <p:nvSpPr>
          <p:cNvPr id="54" name="Text 81">
            <a:extLst>
              <a:ext uri="{FF2B5EF4-FFF2-40B4-BE49-F238E27FC236}">
                <a16:creationId xmlns:a16="http://schemas.microsoft.com/office/drawing/2014/main" id="{40DD3159-EB1B-92A4-475E-EE7FFCBABCD1}"/>
              </a:ext>
            </a:extLst>
          </p:cNvPr>
          <p:cNvSpPr/>
          <p:nvPr/>
        </p:nvSpPr>
        <p:spPr>
          <a:xfrm>
            <a:off x="4857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Users → Hotel Bookings (1:M)</a:t>
            </a:r>
            <a:endParaRPr lang="en-US" sz="1600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Users → Flight Bookings (1:M)</a:t>
            </a:r>
            <a:endParaRPr lang="en-US" sz="1600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→ Reviews (1:M)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990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FA3BA-D240-2C2F-D11A-97803000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6E04B8-3F43-977D-03C4-3C571DEFC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69AFD8-E2C1-9127-9D5E-4D99B4DA8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14E4D4E9-9F02-9695-847C-5A1E128AB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814A24-50D7-D5EA-B82F-B7CBDC14A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A80D69-2CFA-01CA-5D26-BCBE70A22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0DA6195-3E56-24EF-434E-10F2037E7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BB2324F-179E-D077-49CD-3F75B5BCD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B054A3-8FA8-D63C-CF7B-949FA466A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2FDF0C-3869-117A-DAEF-95171560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693CA90-BBAB-83BE-088B-E657C9B0D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68DEF67-8270-3DF2-7C02-F6319E178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24CEB39-3B71-C906-6718-F292A2F6B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D26084-7647-5CAE-D728-FC35B5C1B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85BC25-23C4-F470-492C-BEB74375D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3F6F650-CADE-24B5-E7CF-C129584EB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B07596C-7195-AD55-D5DB-633106465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2414897-8566-11E7-20BD-149F6BDF1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EBD48C5-1272-FCFC-91E5-853AA322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AD95B5-9C8F-3B4D-20AB-F405571C2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B1D619-15FC-3765-5A5F-B029125A1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4FBFAC-48DF-FF25-EE37-AB3E93549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DEEFAE-C66A-5705-CAC6-D965DA41B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C411F-CA64-8B6B-B879-C8024641B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92E9EC-1705-4164-65F9-70FE122FEA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9C5709-9075-B0C1-2024-E47737B31E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210F10-65B8-1FA5-E826-CFD6E53C8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7E85563-5163-A384-6DF9-FE0902362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A3CFE6A-7ED7-0D97-F07E-FFC37712C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C0A7041-3508-417F-BBAF-1AD1DE865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80FF134-E713-6953-14E4-93F55E11BE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1BD2C8-77CB-D93B-EAFC-4A7D7B5B9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6ABCA4-F7F4-AC25-A583-D570586FC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6E6AD8-4AFE-1948-6B10-02B2132DE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333355-737E-B20D-7336-555B5ACDE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B4193CD-BB87-9810-F2E4-21C665970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53764" y="-4305612"/>
            <a:ext cx="17423498" cy="13412177"/>
          </a:xfrm>
          <a:prstGeom prst="rect">
            <a:avLst/>
          </a:prstGeom>
        </p:spPr>
      </p:pic>
      <p:sp>
        <p:nvSpPr>
          <p:cNvPr id="50" name="Shape 77">
            <a:extLst>
              <a:ext uri="{FF2B5EF4-FFF2-40B4-BE49-F238E27FC236}">
                <a16:creationId xmlns:a16="http://schemas.microsoft.com/office/drawing/2014/main" id="{69A2DCCA-1541-78C8-E532-557A0D33581A}"/>
              </a:ext>
            </a:extLst>
          </p:cNvPr>
          <p:cNvSpPr/>
          <p:nvPr/>
        </p:nvSpPr>
        <p:spPr>
          <a:xfrm>
            <a:off x="3952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78">
            <a:extLst>
              <a:ext uri="{FF2B5EF4-FFF2-40B4-BE49-F238E27FC236}">
                <a16:creationId xmlns:a16="http://schemas.microsoft.com/office/drawing/2014/main" id="{DD289DAD-B351-947C-95D3-69DF7C60DADC}"/>
              </a:ext>
            </a:extLst>
          </p:cNvPr>
          <p:cNvSpPr/>
          <p:nvPr/>
        </p:nvSpPr>
        <p:spPr>
          <a:xfrm>
            <a:off x="4953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79">
            <a:extLst>
              <a:ext uri="{FF2B5EF4-FFF2-40B4-BE49-F238E27FC236}">
                <a16:creationId xmlns:a16="http://schemas.microsoft.com/office/drawing/2014/main" id="{B5EA72F2-5093-58DF-EFF9-7E8297DFE022}"/>
              </a:ext>
            </a:extLst>
          </p:cNvPr>
          <p:cNvSpPr/>
          <p:nvPr/>
        </p:nvSpPr>
        <p:spPr>
          <a:xfrm>
            <a:off x="535781" y="585172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93650" y="21431"/>
                </a:moveTo>
                <a:cubicBezTo>
                  <a:pt x="89944" y="21431"/>
                  <a:pt x="86350" y="22436"/>
                  <a:pt x="83202" y="24266"/>
                </a:cubicBezTo>
                <a:cubicBezTo>
                  <a:pt x="79675" y="20695"/>
                  <a:pt x="75567" y="17703"/>
                  <a:pt x="71036" y="15448"/>
                </a:cubicBezTo>
                <a:cubicBezTo>
                  <a:pt x="77331" y="10091"/>
                  <a:pt x="85345" y="7144"/>
                  <a:pt x="93650" y="7144"/>
                </a:cubicBezTo>
                <a:cubicBezTo>
                  <a:pt x="112938" y="7144"/>
                  <a:pt x="128588" y="22771"/>
                  <a:pt x="128588" y="42081"/>
                </a:cubicBezTo>
                <a:cubicBezTo>
                  <a:pt x="128588" y="51346"/>
                  <a:pt x="124904" y="60231"/>
                  <a:pt x="118363" y="66772"/>
                </a:cubicBezTo>
                <a:lnTo>
                  <a:pt x="102490" y="82644"/>
                </a:lnTo>
                <a:cubicBezTo>
                  <a:pt x="95949" y="89185"/>
                  <a:pt x="87064" y="92869"/>
                  <a:pt x="77800" y="92869"/>
                </a:cubicBezTo>
                <a:cubicBezTo>
                  <a:pt x="58512" y="92869"/>
                  <a:pt x="42863" y="77242"/>
                  <a:pt x="42863" y="57931"/>
                </a:cubicBezTo>
                <a:cubicBezTo>
                  <a:pt x="42863" y="57596"/>
                  <a:pt x="42863" y="57262"/>
                  <a:pt x="42885" y="56927"/>
                </a:cubicBezTo>
                <a:cubicBezTo>
                  <a:pt x="42996" y="52975"/>
                  <a:pt x="46278" y="49872"/>
                  <a:pt x="50229" y="49984"/>
                </a:cubicBezTo>
                <a:cubicBezTo>
                  <a:pt x="54181" y="50096"/>
                  <a:pt x="57284" y="53377"/>
                  <a:pt x="57172" y="57329"/>
                </a:cubicBezTo>
                <a:cubicBezTo>
                  <a:pt x="57172" y="57530"/>
                  <a:pt x="57172" y="57730"/>
                  <a:pt x="57172" y="57909"/>
                </a:cubicBezTo>
                <a:cubicBezTo>
                  <a:pt x="57172" y="69317"/>
                  <a:pt x="66415" y="78559"/>
                  <a:pt x="77822" y="78559"/>
                </a:cubicBezTo>
                <a:cubicBezTo>
                  <a:pt x="83292" y="78559"/>
                  <a:pt x="88538" y="76393"/>
                  <a:pt x="92422" y="72509"/>
                </a:cubicBezTo>
                <a:lnTo>
                  <a:pt x="108295" y="56637"/>
                </a:lnTo>
                <a:cubicBezTo>
                  <a:pt x="112157" y="52774"/>
                  <a:pt x="114345" y="47506"/>
                  <a:pt x="114345" y="42037"/>
                </a:cubicBezTo>
                <a:cubicBezTo>
                  <a:pt x="114345" y="30629"/>
                  <a:pt x="105102" y="21387"/>
                  <a:pt x="93695" y="21387"/>
                </a:cubicBezTo>
                <a:close/>
                <a:moveTo>
                  <a:pt x="61436" y="38688"/>
                </a:moveTo>
                <a:cubicBezTo>
                  <a:pt x="61012" y="38509"/>
                  <a:pt x="60588" y="38264"/>
                  <a:pt x="60208" y="37996"/>
                </a:cubicBezTo>
                <a:cubicBezTo>
                  <a:pt x="57396" y="36545"/>
                  <a:pt x="54181" y="35719"/>
                  <a:pt x="50810" y="35719"/>
                </a:cubicBezTo>
                <a:cubicBezTo>
                  <a:pt x="45340" y="35719"/>
                  <a:pt x="40094" y="37884"/>
                  <a:pt x="36210" y="41769"/>
                </a:cubicBezTo>
                <a:lnTo>
                  <a:pt x="20337" y="57641"/>
                </a:lnTo>
                <a:cubicBezTo>
                  <a:pt x="16475" y="61503"/>
                  <a:pt x="14288" y="66772"/>
                  <a:pt x="14288" y="72241"/>
                </a:cubicBezTo>
                <a:cubicBezTo>
                  <a:pt x="14288" y="83649"/>
                  <a:pt x="23530" y="92891"/>
                  <a:pt x="34937" y="92891"/>
                </a:cubicBezTo>
                <a:cubicBezTo>
                  <a:pt x="38621" y="92891"/>
                  <a:pt x="42215" y="91909"/>
                  <a:pt x="45363" y="90078"/>
                </a:cubicBezTo>
                <a:cubicBezTo>
                  <a:pt x="48890" y="93650"/>
                  <a:pt x="52998" y="96642"/>
                  <a:pt x="57552" y="98896"/>
                </a:cubicBezTo>
                <a:cubicBezTo>
                  <a:pt x="51256" y="104232"/>
                  <a:pt x="43264" y="107201"/>
                  <a:pt x="34937" y="107201"/>
                </a:cubicBezTo>
                <a:cubicBezTo>
                  <a:pt x="15649" y="107201"/>
                  <a:pt x="0" y="91574"/>
                  <a:pt x="0" y="72263"/>
                </a:cubicBezTo>
                <a:cubicBezTo>
                  <a:pt x="0" y="62999"/>
                  <a:pt x="3683" y="54114"/>
                  <a:pt x="10224" y="47573"/>
                </a:cubicBezTo>
                <a:lnTo>
                  <a:pt x="26097" y="31700"/>
                </a:lnTo>
                <a:cubicBezTo>
                  <a:pt x="32638" y="25159"/>
                  <a:pt x="41523" y="21476"/>
                  <a:pt x="50788" y="21476"/>
                </a:cubicBezTo>
                <a:cubicBezTo>
                  <a:pt x="70120" y="21476"/>
                  <a:pt x="85725" y="37237"/>
                  <a:pt x="85725" y="56503"/>
                </a:cubicBezTo>
                <a:cubicBezTo>
                  <a:pt x="85725" y="56793"/>
                  <a:pt x="85725" y="57083"/>
                  <a:pt x="85725" y="57373"/>
                </a:cubicBezTo>
                <a:cubicBezTo>
                  <a:pt x="85636" y="61325"/>
                  <a:pt x="82354" y="64428"/>
                  <a:pt x="78403" y="64338"/>
                </a:cubicBezTo>
                <a:cubicBezTo>
                  <a:pt x="74451" y="64249"/>
                  <a:pt x="71348" y="60967"/>
                  <a:pt x="71438" y="57016"/>
                </a:cubicBezTo>
                <a:cubicBezTo>
                  <a:pt x="71438" y="56837"/>
                  <a:pt x="71438" y="56681"/>
                  <a:pt x="71438" y="56503"/>
                </a:cubicBezTo>
                <a:cubicBezTo>
                  <a:pt x="71438" y="48979"/>
                  <a:pt x="67419" y="42371"/>
                  <a:pt x="61436" y="38733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80">
            <a:extLst>
              <a:ext uri="{FF2B5EF4-FFF2-40B4-BE49-F238E27FC236}">
                <a16:creationId xmlns:a16="http://schemas.microsoft.com/office/drawing/2014/main" id="{FBC9C378-6F0A-C8A0-31FB-767CFBDA3012}"/>
              </a:ext>
            </a:extLst>
          </p:cNvPr>
          <p:cNvSpPr/>
          <p:nvPr/>
        </p:nvSpPr>
        <p:spPr>
          <a:xfrm>
            <a:off x="790575" y="5794578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 Relationships</a:t>
            </a:r>
            <a:endParaRPr lang="en-US" sz="1600" dirty="0"/>
          </a:p>
        </p:txBody>
      </p:sp>
      <p:sp>
        <p:nvSpPr>
          <p:cNvPr id="54" name="Text 81">
            <a:extLst>
              <a:ext uri="{FF2B5EF4-FFF2-40B4-BE49-F238E27FC236}">
                <a16:creationId xmlns:a16="http://schemas.microsoft.com/office/drawing/2014/main" id="{6C90FFCF-C866-0A56-8415-1423A5933DBD}"/>
              </a:ext>
            </a:extLst>
          </p:cNvPr>
          <p:cNvSpPr/>
          <p:nvPr/>
        </p:nvSpPr>
        <p:spPr>
          <a:xfrm>
            <a:off x="4857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→ Hotel Bookings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→ Flight Bookings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Users → Reviews (1:M)</a:t>
            </a:r>
            <a:endParaRPr lang="en-US" sz="1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86757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705A2-389C-E1A8-CE67-432A8668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F849E3-6033-F06B-F0F0-317BE893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6CF78-54A9-1EF9-31ED-AEB99EBE2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08DDF37C-FFBC-E4AB-573B-C75CA7C7A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948706-CC22-1285-22D9-11F154442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E9FE7A1-79E5-4CBD-B877-5BAC88849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6515BF-4BE8-9FDC-3735-242512E48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F0770-23F6-8AF3-2207-9D021BDFF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313253-9995-9932-F15E-F4D2674E5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B911917-98E1-B8AB-7810-3A4B055A0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E3BFAA8-F25B-01FE-6598-BB167233B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3CBF8F8-07E1-0794-9776-594BE24FC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B0B3400-C274-8C0F-4F51-897C0B1363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E21866-B9A8-270F-3B98-F845535BF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6374A46-D48C-CEA9-EC4E-B30D00297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DDB849-8F04-6F21-6799-A38242F16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40A006-DC90-75F3-18A1-21842CFD5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1F2F9AE-1952-F5C0-18EF-C016FF7CC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8151192-50BB-0E06-2711-35B0BD57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02C9C8B-238C-5032-B66D-462E0BBAE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81D2E6-1B21-73D7-0DD8-88789719C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8F928CD-2899-3E24-8EAC-5A006C08FE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2DD12E-8A89-62F8-8175-23D849532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8888B7-36FA-482C-11F2-477AA477D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8D6126B-C3EF-F3F8-D5BC-B1088F648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EAC50E8-9DB0-67E0-0F80-A92B5508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1E57F82-609C-3D7B-AB91-E32B06D25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DD33F-F8FB-196E-BE38-428FE201F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4FC36B5-6FEE-E105-72B8-ED82DE76B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8580CAC-C1A6-D6B1-1D6E-3FE23220D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E8E0168-D24D-C256-067F-1A774C32F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F9F78D9-8C62-D24F-BB9D-2C95E9745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B20E081-F08D-82B5-4F57-C37F8D1A1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77CFF02-F1A1-C95E-EA93-3D88FC5D5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BC93A20-7014-48DA-E7B6-0424C24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F9D0A38-3FE5-D116-759C-ED0B6286C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5128" y="-1522900"/>
            <a:ext cx="15984240" cy="12304273"/>
          </a:xfrm>
          <a:prstGeom prst="rect">
            <a:avLst/>
          </a:prstGeom>
        </p:spPr>
      </p:pic>
      <p:sp>
        <p:nvSpPr>
          <p:cNvPr id="55" name="Shape 82">
            <a:extLst>
              <a:ext uri="{FF2B5EF4-FFF2-40B4-BE49-F238E27FC236}">
                <a16:creationId xmlns:a16="http://schemas.microsoft.com/office/drawing/2014/main" id="{65D3C091-1B96-CC8F-6837-285227975EB6}"/>
              </a:ext>
            </a:extLst>
          </p:cNvPr>
          <p:cNvSpPr/>
          <p:nvPr/>
        </p:nvSpPr>
        <p:spPr>
          <a:xfrm>
            <a:off x="42433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83">
            <a:extLst>
              <a:ext uri="{FF2B5EF4-FFF2-40B4-BE49-F238E27FC236}">
                <a16:creationId xmlns:a16="http://schemas.microsoft.com/office/drawing/2014/main" id="{AA02D864-4C21-6CB6-E09C-4F833EEE0C59}"/>
              </a:ext>
            </a:extLst>
          </p:cNvPr>
          <p:cNvSpPr/>
          <p:nvPr/>
        </p:nvSpPr>
        <p:spPr>
          <a:xfrm>
            <a:off x="43434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84">
            <a:extLst>
              <a:ext uri="{FF2B5EF4-FFF2-40B4-BE49-F238E27FC236}">
                <a16:creationId xmlns:a16="http://schemas.microsoft.com/office/drawing/2014/main" id="{E01BDCA2-0991-4B42-1B65-5A6DB999C56D}"/>
              </a:ext>
            </a:extLst>
          </p:cNvPr>
          <p:cNvSpPr/>
          <p:nvPr/>
        </p:nvSpPr>
        <p:spPr>
          <a:xfrm>
            <a:off x="4391025" y="585172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42863" y="14288"/>
                </a:moveTo>
                <a:cubicBezTo>
                  <a:pt x="42863" y="10336"/>
                  <a:pt x="46055" y="7144"/>
                  <a:pt x="50006" y="7144"/>
                </a:cubicBezTo>
                <a:lnTo>
                  <a:pt x="64294" y="7144"/>
                </a:lnTo>
                <a:cubicBezTo>
                  <a:pt x="68245" y="7144"/>
                  <a:pt x="71438" y="10336"/>
                  <a:pt x="71438" y="14288"/>
                </a:cubicBezTo>
                <a:lnTo>
                  <a:pt x="71438" y="28575"/>
                </a:lnTo>
                <a:cubicBezTo>
                  <a:pt x="71438" y="32526"/>
                  <a:pt x="68245" y="35719"/>
                  <a:pt x="64294" y="35719"/>
                </a:cubicBezTo>
                <a:lnTo>
                  <a:pt x="62508" y="35719"/>
                </a:lnTo>
                <a:lnTo>
                  <a:pt x="62508" y="50006"/>
                </a:lnTo>
                <a:lnTo>
                  <a:pt x="89297" y="50006"/>
                </a:lnTo>
                <a:cubicBezTo>
                  <a:pt x="98182" y="50006"/>
                  <a:pt x="105370" y="57195"/>
                  <a:pt x="105370" y="66080"/>
                </a:cubicBezTo>
                <a:lnTo>
                  <a:pt x="105370" y="78581"/>
                </a:lnTo>
                <a:lnTo>
                  <a:pt x="107156" y="78581"/>
                </a:lnTo>
                <a:cubicBezTo>
                  <a:pt x="111108" y="78581"/>
                  <a:pt x="114300" y="81774"/>
                  <a:pt x="114300" y="85725"/>
                </a:cubicBezTo>
                <a:lnTo>
                  <a:pt x="114300" y="100013"/>
                </a:lnTo>
                <a:cubicBezTo>
                  <a:pt x="114300" y="103964"/>
                  <a:pt x="111108" y="107156"/>
                  <a:pt x="107156" y="107156"/>
                </a:cubicBezTo>
                <a:lnTo>
                  <a:pt x="92869" y="107156"/>
                </a:lnTo>
                <a:cubicBezTo>
                  <a:pt x="88917" y="107156"/>
                  <a:pt x="85725" y="103964"/>
                  <a:pt x="85725" y="100013"/>
                </a:cubicBezTo>
                <a:lnTo>
                  <a:pt x="85725" y="85725"/>
                </a:lnTo>
                <a:cubicBezTo>
                  <a:pt x="85725" y="81774"/>
                  <a:pt x="88917" y="78581"/>
                  <a:pt x="92869" y="78581"/>
                </a:cubicBezTo>
                <a:lnTo>
                  <a:pt x="94655" y="78581"/>
                </a:lnTo>
                <a:lnTo>
                  <a:pt x="94655" y="66080"/>
                </a:lnTo>
                <a:cubicBezTo>
                  <a:pt x="94655" y="63111"/>
                  <a:pt x="92266" y="60722"/>
                  <a:pt x="89297" y="60722"/>
                </a:cubicBezTo>
                <a:lnTo>
                  <a:pt x="62508" y="60722"/>
                </a:lnTo>
                <a:lnTo>
                  <a:pt x="62508" y="78581"/>
                </a:lnTo>
                <a:lnTo>
                  <a:pt x="64294" y="78581"/>
                </a:lnTo>
                <a:cubicBezTo>
                  <a:pt x="68245" y="78581"/>
                  <a:pt x="71438" y="81774"/>
                  <a:pt x="71438" y="85725"/>
                </a:cubicBezTo>
                <a:lnTo>
                  <a:pt x="71438" y="100013"/>
                </a:lnTo>
                <a:cubicBezTo>
                  <a:pt x="71438" y="103964"/>
                  <a:pt x="68245" y="107156"/>
                  <a:pt x="64294" y="107156"/>
                </a:cubicBezTo>
                <a:lnTo>
                  <a:pt x="50006" y="107156"/>
                </a:lnTo>
                <a:cubicBezTo>
                  <a:pt x="46055" y="107156"/>
                  <a:pt x="42863" y="103964"/>
                  <a:pt x="42863" y="100013"/>
                </a:cubicBezTo>
                <a:lnTo>
                  <a:pt x="42863" y="85725"/>
                </a:lnTo>
                <a:cubicBezTo>
                  <a:pt x="42863" y="81774"/>
                  <a:pt x="46055" y="78581"/>
                  <a:pt x="50006" y="78581"/>
                </a:cubicBezTo>
                <a:lnTo>
                  <a:pt x="51792" y="78581"/>
                </a:lnTo>
                <a:lnTo>
                  <a:pt x="51792" y="60722"/>
                </a:lnTo>
                <a:lnTo>
                  <a:pt x="25003" y="60722"/>
                </a:lnTo>
                <a:cubicBezTo>
                  <a:pt x="22034" y="60722"/>
                  <a:pt x="19645" y="63111"/>
                  <a:pt x="19645" y="66080"/>
                </a:cubicBezTo>
                <a:lnTo>
                  <a:pt x="19645" y="78581"/>
                </a:lnTo>
                <a:lnTo>
                  <a:pt x="21431" y="78581"/>
                </a:lnTo>
                <a:cubicBezTo>
                  <a:pt x="25383" y="78581"/>
                  <a:pt x="28575" y="81774"/>
                  <a:pt x="28575" y="85725"/>
                </a:cubicBezTo>
                <a:lnTo>
                  <a:pt x="28575" y="100013"/>
                </a:lnTo>
                <a:cubicBezTo>
                  <a:pt x="28575" y="103964"/>
                  <a:pt x="25383" y="107156"/>
                  <a:pt x="21431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85725"/>
                </a:lnTo>
                <a:cubicBezTo>
                  <a:pt x="0" y="81774"/>
                  <a:pt x="3192" y="78581"/>
                  <a:pt x="7144" y="78581"/>
                </a:cubicBezTo>
                <a:lnTo>
                  <a:pt x="8930" y="78581"/>
                </a:lnTo>
                <a:lnTo>
                  <a:pt x="8930" y="66080"/>
                </a:lnTo>
                <a:cubicBezTo>
                  <a:pt x="8930" y="57195"/>
                  <a:pt x="16118" y="50006"/>
                  <a:pt x="25003" y="50006"/>
                </a:cubicBezTo>
                <a:lnTo>
                  <a:pt x="51792" y="50006"/>
                </a:lnTo>
                <a:lnTo>
                  <a:pt x="51792" y="35719"/>
                </a:lnTo>
                <a:lnTo>
                  <a:pt x="50006" y="35719"/>
                </a:lnTo>
                <a:cubicBezTo>
                  <a:pt x="46055" y="35719"/>
                  <a:pt x="42863" y="32526"/>
                  <a:pt x="42863" y="28575"/>
                </a:cubicBezTo>
                <a:lnTo>
                  <a:pt x="42863" y="14288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85">
            <a:extLst>
              <a:ext uri="{FF2B5EF4-FFF2-40B4-BE49-F238E27FC236}">
                <a16:creationId xmlns:a16="http://schemas.microsoft.com/office/drawing/2014/main" id="{71EC6FCB-3685-5522-7396-E702BDF8A2B8}"/>
              </a:ext>
            </a:extLst>
          </p:cNvPr>
          <p:cNvSpPr/>
          <p:nvPr/>
        </p:nvSpPr>
        <p:spPr>
          <a:xfrm>
            <a:off x="4638675" y="579457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59" name="Text 86">
            <a:extLst>
              <a:ext uri="{FF2B5EF4-FFF2-40B4-BE49-F238E27FC236}">
                <a16:creationId xmlns:a16="http://schemas.microsoft.com/office/drawing/2014/main" id="{8A18D16E-D4BB-9DDF-E545-B26C0F663677}"/>
              </a:ext>
            </a:extLst>
          </p:cNvPr>
          <p:cNvSpPr/>
          <p:nvPr/>
        </p:nvSpPr>
        <p:spPr>
          <a:xfrm>
            <a:off x="43338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Hotels → Rooms (1:M)</a:t>
            </a:r>
            <a:endParaRPr lang="en-US" sz="1600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Airlines → Flights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Flights → Seats (1:M)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1632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EBAA7-AEE8-1B86-CE56-B6C5AF15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39F251-E765-A8A3-A9A3-E5F55DB16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8620A6-2971-E3FE-042D-172DBFE40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A9C00B79-7AAA-1BEE-86E0-9E3BFA24B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A199ED-EE09-7B23-7E6A-634C0E3F4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FC41A5-B1E0-2244-0D4B-944C43D66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C53089C-93C5-3973-E514-B3B2996D1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C3CEF55-C217-B938-DC0A-4D09C05B5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2EAB0C-1100-3422-3738-30D75749B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14EBDA-0FB7-4351-E42E-374FCBBC8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16973E-40DD-A6D5-741F-CD56DDA48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603432B-C2B6-49C7-DB08-4FC027330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732907D-74EC-9531-A9FA-C9BEC9416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11A319-6F60-2327-EA1E-D1F3EEA05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D75AB3F-4DA2-1C0E-94C1-250487AEC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7C12C56-D59C-1F81-F114-6B50B9EAB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789FBB9-0225-23CF-BFFE-500F33D7C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B5D496A-D595-EFC4-F33C-26AD00539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B718393-EA56-C526-F51C-6C7BDC8C3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6D4B63-9169-3960-8152-921862A75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AC0506A-F8E9-C0FF-3A7D-E28A74503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B7CD416-6730-244F-1690-D259932E5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EBF3E5-4662-D975-C6A2-712375B29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F1E82B9-2601-E38C-D391-234C9E291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E392A78-8B5E-6177-5CCE-7C94D932D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72944B-BBF0-93BC-B0ED-FDE5DF6A3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488698-DFE0-31FB-BAA6-9A3A23344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30CD1AB-4C78-65FE-5AE5-CF1296687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67A2CBC-62C9-4758-8321-95E07ADA1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0AD8275-1F6E-7F99-DD77-2A3BFF2A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D821C30-9D6D-4F2F-682B-61CE28204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C2CAB45-E419-DE38-B8DD-A207A00D7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C418D78-F601-4DC3-987F-BB10F5440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D810FDE-2BF8-E363-0060-43E877806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DE5EC74-108B-9623-731C-BC9106D68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08F8B5AA-0139-50D2-10D2-28F2FD71C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13" y="45611"/>
            <a:ext cx="17253532" cy="13281343"/>
          </a:xfrm>
          <a:prstGeom prst="rect">
            <a:avLst/>
          </a:prstGeom>
        </p:spPr>
      </p:pic>
      <p:sp>
        <p:nvSpPr>
          <p:cNvPr id="55" name="Shape 82">
            <a:extLst>
              <a:ext uri="{FF2B5EF4-FFF2-40B4-BE49-F238E27FC236}">
                <a16:creationId xmlns:a16="http://schemas.microsoft.com/office/drawing/2014/main" id="{F6970823-A515-5A23-17BA-EFBED1C1280F}"/>
              </a:ext>
            </a:extLst>
          </p:cNvPr>
          <p:cNvSpPr/>
          <p:nvPr/>
        </p:nvSpPr>
        <p:spPr>
          <a:xfrm>
            <a:off x="42433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83">
            <a:extLst>
              <a:ext uri="{FF2B5EF4-FFF2-40B4-BE49-F238E27FC236}">
                <a16:creationId xmlns:a16="http://schemas.microsoft.com/office/drawing/2014/main" id="{F864ACD1-9110-BD35-465B-CD08F7245903}"/>
              </a:ext>
            </a:extLst>
          </p:cNvPr>
          <p:cNvSpPr/>
          <p:nvPr/>
        </p:nvSpPr>
        <p:spPr>
          <a:xfrm>
            <a:off x="43434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84">
            <a:extLst>
              <a:ext uri="{FF2B5EF4-FFF2-40B4-BE49-F238E27FC236}">
                <a16:creationId xmlns:a16="http://schemas.microsoft.com/office/drawing/2014/main" id="{FE639FB3-0C09-1133-0D61-65ACB7A143A6}"/>
              </a:ext>
            </a:extLst>
          </p:cNvPr>
          <p:cNvSpPr/>
          <p:nvPr/>
        </p:nvSpPr>
        <p:spPr>
          <a:xfrm>
            <a:off x="4391025" y="585172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42863" y="14288"/>
                </a:moveTo>
                <a:cubicBezTo>
                  <a:pt x="42863" y="10336"/>
                  <a:pt x="46055" y="7144"/>
                  <a:pt x="50006" y="7144"/>
                </a:cubicBezTo>
                <a:lnTo>
                  <a:pt x="64294" y="7144"/>
                </a:lnTo>
                <a:cubicBezTo>
                  <a:pt x="68245" y="7144"/>
                  <a:pt x="71438" y="10336"/>
                  <a:pt x="71438" y="14288"/>
                </a:cubicBezTo>
                <a:lnTo>
                  <a:pt x="71438" y="28575"/>
                </a:lnTo>
                <a:cubicBezTo>
                  <a:pt x="71438" y="32526"/>
                  <a:pt x="68245" y="35719"/>
                  <a:pt x="64294" y="35719"/>
                </a:cubicBezTo>
                <a:lnTo>
                  <a:pt x="62508" y="35719"/>
                </a:lnTo>
                <a:lnTo>
                  <a:pt x="62508" y="50006"/>
                </a:lnTo>
                <a:lnTo>
                  <a:pt x="89297" y="50006"/>
                </a:lnTo>
                <a:cubicBezTo>
                  <a:pt x="98182" y="50006"/>
                  <a:pt x="105370" y="57195"/>
                  <a:pt x="105370" y="66080"/>
                </a:cubicBezTo>
                <a:lnTo>
                  <a:pt x="105370" y="78581"/>
                </a:lnTo>
                <a:lnTo>
                  <a:pt x="107156" y="78581"/>
                </a:lnTo>
                <a:cubicBezTo>
                  <a:pt x="111108" y="78581"/>
                  <a:pt x="114300" y="81774"/>
                  <a:pt x="114300" y="85725"/>
                </a:cubicBezTo>
                <a:lnTo>
                  <a:pt x="114300" y="100013"/>
                </a:lnTo>
                <a:cubicBezTo>
                  <a:pt x="114300" y="103964"/>
                  <a:pt x="111108" y="107156"/>
                  <a:pt x="107156" y="107156"/>
                </a:cubicBezTo>
                <a:lnTo>
                  <a:pt x="92869" y="107156"/>
                </a:lnTo>
                <a:cubicBezTo>
                  <a:pt x="88917" y="107156"/>
                  <a:pt x="85725" y="103964"/>
                  <a:pt x="85725" y="100013"/>
                </a:cubicBezTo>
                <a:lnTo>
                  <a:pt x="85725" y="85725"/>
                </a:lnTo>
                <a:cubicBezTo>
                  <a:pt x="85725" y="81774"/>
                  <a:pt x="88917" y="78581"/>
                  <a:pt x="92869" y="78581"/>
                </a:cubicBezTo>
                <a:lnTo>
                  <a:pt x="94655" y="78581"/>
                </a:lnTo>
                <a:lnTo>
                  <a:pt x="94655" y="66080"/>
                </a:lnTo>
                <a:cubicBezTo>
                  <a:pt x="94655" y="63111"/>
                  <a:pt x="92266" y="60722"/>
                  <a:pt x="89297" y="60722"/>
                </a:cubicBezTo>
                <a:lnTo>
                  <a:pt x="62508" y="60722"/>
                </a:lnTo>
                <a:lnTo>
                  <a:pt x="62508" y="78581"/>
                </a:lnTo>
                <a:lnTo>
                  <a:pt x="64294" y="78581"/>
                </a:lnTo>
                <a:cubicBezTo>
                  <a:pt x="68245" y="78581"/>
                  <a:pt x="71438" y="81774"/>
                  <a:pt x="71438" y="85725"/>
                </a:cubicBezTo>
                <a:lnTo>
                  <a:pt x="71438" y="100013"/>
                </a:lnTo>
                <a:cubicBezTo>
                  <a:pt x="71438" y="103964"/>
                  <a:pt x="68245" y="107156"/>
                  <a:pt x="64294" y="107156"/>
                </a:cubicBezTo>
                <a:lnTo>
                  <a:pt x="50006" y="107156"/>
                </a:lnTo>
                <a:cubicBezTo>
                  <a:pt x="46055" y="107156"/>
                  <a:pt x="42863" y="103964"/>
                  <a:pt x="42863" y="100013"/>
                </a:cubicBezTo>
                <a:lnTo>
                  <a:pt x="42863" y="85725"/>
                </a:lnTo>
                <a:cubicBezTo>
                  <a:pt x="42863" y="81774"/>
                  <a:pt x="46055" y="78581"/>
                  <a:pt x="50006" y="78581"/>
                </a:cubicBezTo>
                <a:lnTo>
                  <a:pt x="51792" y="78581"/>
                </a:lnTo>
                <a:lnTo>
                  <a:pt x="51792" y="60722"/>
                </a:lnTo>
                <a:lnTo>
                  <a:pt x="25003" y="60722"/>
                </a:lnTo>
                <a:cubicBezTo>
                  <a:pt x="22034" y="60722"/>
                  <a:pt x="19645" y="63111"/>
                  <a:pt x="19645" y="66080"/>
                </a:cubicBezTo>
                <a:lnTo>
                  <a:pt x="19645" y="78581"/>
                </a:lnTo>
                <a:lnTo>
                  <a:pt x="21431" y="78581"/>
                </a:lnTo>
                <a:cubicBezTo>
                  <a:pt x="25383" y="78581"/>
                  <a:pt x="28575" y="81774"/>
                  <a:pt x="28575" y="85725"/>
                </a:cubicBezTo>
                <a:lnTo>
                  <a:pt x="28575" y="100013"/>
                </a:lnTo>
                <a:cubicBezTo>
                  <a:pt x="28575" y="103964"/>
                  <a:pt x="25383" y="107156"/>
                  <a:pt x="21431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85725"/>
                </a:lnTo>
                <a:cubicBezTo>
                  <a:pt x="0" y="81774"/>
                  <a:pt x="3192" y="78581"/>
                  <a:pt x="7144" y="78581"/>
                </a:cubicBezTo>
                <a:lnTo>
                  <a:pt x="8930" y="78581"/>
                </a:lnTo>
                <a:lnTo>
                  <a:pt x="8930" y="66080"/>
                </a:lnTo>
                <a:cubicBezTo>
                  <a:pt x="8930" y="57195"/>
                  <a:pt x="16118" y="50006"/>
                  <a:pt x="25003" y="50006"/>
                </a:cubicBezTo>
                <a:lnTo>
                  <a:pt x="51792" y="50006"/>
                </a:lnTo>
                <a:lnTo>
                  <a:pt x="51792" y="35719"/>
                </a:lnTo>
                <a:lnTo>
                  <a:pt x="50006" y="35719"/>
                </a:lnTo>
                <a:cubicBezTo>
                  <a:pt x="46055" y="35719"/>
                  <a:pt x="42863" y="32526"/>
                  <a:pt x="42863" y="28575"/>
                </a:cubicBezTo>
                <a:lnTo>
                  <a:pt x="42863" y="14288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85">
            <a:extLst>
              <a:ext uri="{FF2B5EF4-FFF2-40B4-BE49-F238E27FC236}">
                <a16:creationId xmlns:a16="http://schemas.microsoft.com/office/drawing/2014/main" id="{C07BFD54-53C0-269A-E905-FF3CFDFEB44A}"/>
              </a:ext>
            </a:extLst>
          </p:cNvPr>
          <p:cNvSpPr/>
          <p:nvPr/>
        </p:nvSpPr>
        <p:spPr>
          <a:xfrm>
            <a:off x="4638675" y="579457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59" name="Text 86">
            <a:extLst>
              <a:ext uri="{FF2B5EF4-FFF2-40B4-BE49-F238E27FC236}">
                <a16:creationId xmlns:a16="http://schemas.microsoft.com/office/drawing/2014/main" id="{2A843143-0AA7-8F59-2401-29E6377435EB}"/>
              </a:ext>
            </a:extLst>
          </p:cNvPr>
          <p:cNvSpPr/>
          <p:nvPr/>
        </p:nvSpPr>
        <p:spPr>
          <a:xfrm>
            <a:off x="43338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Hotels → Rooms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Airlines → Flights (1:M)</a:t>
            </a:r>
            <a:endParaRPr lang="en-US" sz="1600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highlight>
                  <a:srgbClr val="FFFF00"/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Flights → Seats (1:M)</a:t>
            </a:r>
            <a:endParaRPr lang="en-US" sz="1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9656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3C263-06BE-2748-539E-7CBD381D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645D33-8AEA-7D9A-495B-D4F0C893A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88829D-D036-D186-3445-9B7C4EC4B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0ADD382-4C2D-92B4-73ED-00916C56D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EC3C91-5E3E-70B7-1855-0C09DF9C8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B63D7D-75B4-593C-4A53-8495E314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44D6D7-AD00-4177-B473-77D9903FED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C9F1C43-F62B-C824-748C-357FBB1D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46A75D9-98BA-DB51-35A2-D0DA825A4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728766-43A2-F08D-66AA-A2585043C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B5FD70-013B-CFC4-20CB-BA4F4F13F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FDB00F5-0E1D-6E85-9113-EDD6F2895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F300EE3-8377-8FAD-18DA-30BA77DC7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8E0903-E80D-D463-683C-E05D244CA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445FEFB-6700-9BCA-B1D6-EA00B7F9F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89B2364-351B-70A2-A98B-37D23A0C5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ABF392F-CBB0-08A9-C7CF-14627E3C6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8FCFC90-0285-F3AB-B0A1-A89285C1A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9823D57-F2AE-DC66-D22B-99782B9E6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6F3F410-7647-F48C-A4E5-B0F6E6E5A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9F7948-A030-1E40-4FC3-A9033CFA2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BA8A5B7-DC88-E856-994A-19C844A7F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84E348-2E72-9E4D-8B16-D8F35E660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D4C794E-8358-A9D5-BE7A-328807FE0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25F5BB9-9E51-A8A2-C9F0-FDB224A84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EE5F87C-A4E2-2E59-8485-92CB32E41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1D630DC-2B52-7464-D7F1-C76E38A7C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CE49450-6ED0-55ED-55CF-337983C4B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3ED81E0-282A-9741-AE1D-4E84E1E40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8C46D14-8BB7-A624-4098-1FF2465E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BE5E2A6-EDDA-AE9E-5CAE-FA8A44900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F8AAF3A-B6A9-6C3F-A180-2A6DCF48E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D8FE63-1703-684B-67D2-69C32D018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EBB1002-09EF-C88E-14A7-1EB305171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C3578FF-7124-DE54-7856-55E1611E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E580FF2-B13B-4BA5-F399-2B86F0281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851" y="-5970595"/>
            <a:ext cx="15830005" cy="12185546"/>
          </a:xfrm>
          <a:prstGeom prst="rect">
            <a:avLst/>
          </a:prstGeom>
        </p:spPr>
      </p:pic>
      <p:sp>
        <p:nvSpPr>
          <p:cNvPr id="60" name="Shape 87">
            <a:extLst>
              <a:ext uri="{FF2B5EF4-FFF2-40B4-BE49-F238E27FC236}">
                <a16:creationId xmlns:a16="http://schemas.microsoft.com/office/drawing/2014/main" id="{9322CD1E-52CB-23D2-2DF9-D738EF6DD6EB}"/>
              </a:ext>
            </a:extLst>
          </p:cNvPr>
          <p:cNvSpPr/>
          <p:nvPr/>
        </p:nvSpPr>
        <p:spPr>
          <a:xfrm>
            <a:off x="8091488" y="570409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0" y="0"/>
                </a:moveTo>
                <a:lnTo>
                  <a:pt x="3705225" y="0"/>
                </a:lnTo>
                <a:lnTo>
                  <a:pt x="37052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88">
            <a:extLst>
              <a:ext uri="{FF2B5EF4-FFF2-40B4-BE49-F238E27FC236}">
                <a16:creationId xmlns:a16="http://schemas.microsoft.com/office/drawing/2014/main" id="{24FC799D-522C-7187-727F-0B33F17B42B4}"/>
              </a:ext>
            </a:extLst>
          </p:cNvPr>
          <p:cNvSpPr/>
          <p:nvPr/>
        </p:nvSpPr>
        <p:spPr>
          <a:xfrm>
            <a:off x="8191500" y="5804103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89">
            <a:extLst>
              <a:ext uri="{FF2B5EF4-FFF2-40B4-BE49-F238E27FC236}">
                <a16:creationId xmlns:a16="http://schemas.microsoft.com/office/drawing/2014/main" id="{47E0EC74-C3BF-0A77-225D-325089CBC67E}"/>
              </a:ext>
            </a:extLst>
          </p:cNvPr>
          <p:cNvSpPr/>
          <p:nvPr/>
        </p:nvSpPr>
        <p:spPr>
          <a:xfrm>
            <a:off x="8260556" y="5851728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30361" y="5358"/>
                </a:moveTo>
                <a:cubicBezTo>
                  <a:pt x="30361" y="2389"/>
                  <a:pt x="32750" y="0"/>
                  <a:pt x="35719" y="0"/>
                </a:cubicBezTo>
                <a:cubicBezTo>
                  <a:pt x="38688" y="0"/>
                  <a:pt x="41077" y="2389"/>
                  <a:pt x="41077" y="5358"/>
                </a:cubicBezTo>
                <a:lnTo>
                  <a:pt x="41077" y="14288"/>
                </a:lnTo>
                <a:lnTo>
                  <a:pt x="53578" y="14288"/>
                </a:lnTo>
                <a:cubicBezTo>
                  <a:pt x="57530" y="14288"/>
                  <a:pt x="60722" y="17480"/>
                  <a:pt x="60722" y="21431"/>
                </a:cubicBezTo>
                <a:cubicBezTo>
                  <a:pt x="60722" y="25383"/>
                  <a:pt x="57530" y="28575"/>
                  <a:pt x="53578" y="28575"/>
                </a:cubicBezTo>
                <a:lnTo>
                  <a:pt x="27928" y="28575"/>
                </a:lnTo>
                <a:cubicBezTo>
                  <a:pt x="22369" y="28575"/>
                  <a:pt x="17859" y="33084"/>
                  <a:pt x="17859" y="38643"/>
                </a:cubicBezTo>
                <a:cubicBezTo>
                  <a:pt x="17859" y="43666"/>
                  <a:pt x="21543" y="47908"/>
                  <a:pt x="26499" y="48622"/>
                </a:cubicBezTo>
                <a:lnTo>
                  <a:pt x="46948" y="51547"/>
                </a:lnTo>
                <a:cubicBezTo>
                  <a:pt x="58958" y="53266"/>
                  <a:pt x="67866" y="63535"/>
                  <a:pt x="67866" y="75657"/>
                </a:cubicBezTo>
                <a:cubicBezTo>
                  <a:pt x="67866" y="89118"/>
                  <a:pt x="56949" y="100013"/>
                  <a:pt x="43510" y="100013"/>
                </a:cubicBezTo>
                <a:lnTo>
                  <a:pt x="41077" y="100013"/>
                </a:lnTo>
                <a:lnTo>
                  <a:pt x="41077" y="108942"/>
                </a:lnTo>
                <a:cubicBezTo>
                  <a:pt x="41077" y="111911"/>
                  <a:pt x="38688" y="114300"/>
                  <a:pt x="35719" y="114300"/>
                </a:cubicBezTo>
                <a:cubicBezTo>
                  <a:pt x="32750" y="114300"/>
                  <a:pt x="30361" y="111911"/>
                  <a:pt x="30361" y="108942"/>
                </a:cubicBezTo>
                <a:lnTo>
                  <a:pt x="30361" y="100013"/>
                </a:lnTo>
                <a:lnTo>
                  <a:pt x="14288" y="100013"/>
                </a:lnTo>
                <a:cubicBezTo>
                  <a:pt x="10336" y="100013"/>
                  <a:pt x="7144" y="96820"/>
                  <a:pt x="7144" y="92869"/>
                </a:cubicBezTo>
                <a:cubicBezTo>
                  <a:pt x="7144" y="88917"/>
                  <a:pt x="10336" y="85725"/>
                  <a:pt x="14288" y="85725"/>
                </a:cubicBezTo>
                <a:lnTo>
                  <a:pt x="43510" y="85725"/>
                </a:lnTo>
                <a:cubicBezTo>
                  <a:pt x="49069" y="85725"/>
                  <a:pt x="53578" y="81216"/>
                  <a:pt x="53578" y="75657"/>
                </a:cubicBezTo>
                <a:cubicBezTo>
                  <a:pt x="53578" y="70634"/>
                  <a:pt x="49895" y="66392"/>
                  <a:pt x="44939" y="65678"/>
                </a:cubicBezTo>
                <a:lnTo>
                  <a:pt x="24490" y="62753"/>
                </a:lnTo>
                <a:cubicBezTo>
                  <a:pt x="12479" y="61057"/>
                  <a:pt x="3572" y="50765"/>
                  <a:pt x="3572" y="38643"/>
                </a:cubicBezTo>
                <a:cubicBezTo>
                  <a:pt x="3572" y="25204"/>
                  <a:pt x="14488" y="14288"/>
                  <a:pt x="27928" y="14288"/>
                </a:cubicBezTo>
                <a:lnTo>
                  <a:pt x="30361" y="14288"/>
                </a:lnTo>
                <a:lnTo>
                  <a:pt x="30361" y="5358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90">
            <a:extLst>
              <a:ext uri="{FF2B5EF4-FFF2-40B4-BE49-F238E27FC236}">
                <a16:creationId xmlns:a16="http://schemas.microsoft.com/office/drawing/2014/main" id="{7EB5296E-0FFB-7A5B-2B37-3BB7FE5BE9B6}"/>
              </a:ext>
            </a:extLst>
          </p:cNvPr>
          <p:cNvSpPr/>
          <p:nvPr/>
        </p:nvSpPr>
        <p:spPr>
          <a:xfrm>
            <a:off x="8486775" y="5794578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Financial &amp; Reviews</a:t>
            </a:r>
            <a:endParaRPr lang="en-US" sz="1600" dirty="0"/>
          </a:p>
        </p:txBody>
      </p:sp>
      <p:sp>
        <p:nvSpPr>
          <p:cNvPr id="64" name="Text 91">
            <a:extLst>
              <a:ext uri="{FF2B5EF4-FFF2-40B4-BE49-F238E27FC236}">
                <a16:creationId xmlns:a16="http://schemas.microsoft.com/office/drawing/2014/main" id="{CF447EFE-EC49-3668-329E-B82FC6ABC7BA}"/>
              </a:ext>
            </a:extLst>
          </p:cNvPr>
          <p:cNvSpPr/>
          <p:nvPr/>
        </p:nvSpPr>
        <p:spPr>
          <a:xfrm>
            <a:off x="8181975" y="6061278"/>
            <a:ext cx="3581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Bookings → Payments (1:1)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Hotels/Airlines → Reviews (1:M)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XOR Pattern for polymorphism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92147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40CE5D-A3B8-729D-028C-9EFBEAE0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409573"/>
            <a:ext cx="11562230" cy="2092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How </a:t>
            </a:r>
            <a:r>
              <a:rPr lang="en-US" sz="3200" dirty="0">
                <a:solidFill>
                  <a:srgbClr val="00B050"/>
                </a:solidFill>
              </a:rPr>
              <a:t>much</a:t>
            </a:r>
            <a:r>
              <a:rPr lang="en-US" sz="3200" dirty="0">
                <a:solidFill>
                  <a:schemeClr val="tx2"/>
                </a:solidFill>
              </a:rPr>
              <a:t> has each </a:t>
            </a:r>
            <a:r>
              <a:rPr lang="en-US" sz="3200" dirty="0">
                <a:solidFill>
                  <a:schemeClr val="accent6"/>
                </a:solidFill>
              </a:rPr>
              <a:t>hotel</a:t>
            </a:r>
            <a:r>
              <a:rPr lang="en-US" sz="3200" dirty="0">
                <a:solidFill>
                  <a:schemeClr val="tx2"/>
                </a:solidFill>
              </a:rPr>
              <a:t> made from confirmed </a:t>
            </a:r>
            <a:r>
              <a:rPr lang="en-US" sz="3200" dirty="0">
                <a:solidFill>
                  <a:schemeClr val="accent2"/>
                </a:solidFill>
              </a:rPr>
              <a:t>bookings</a:t>
            </a:r>
            <a:r>
              <a:rPr lang="en-US" sz="32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F06594-7C47-984B-A262-0C5609687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21" y="2642377"/>
            <a:ext cx="8902652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4180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EE106-B64F-7168-3E70-5887534D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320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3" name="Freeform: Shape 32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4" name="Freeform: Shape 32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" name="Freeform: Shape 326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29" name="Rectangle 32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1" name="Right Triangle 330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Freeform: Shape 331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DDD2E5-E03A-7F04-CECD-EB7EB37E5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15" y="168275"/>
            <a:ext cx="12188952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Which 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rooms</a:t>
            </a:r>
            <a:r>
              <a:rPr lang="en-US" sz="3200" dirty="0">
                <a:solidFill>
                  <a:schemeClr val="tx2"/>
                </a:solidFill>
              </a:rPr>
              <a:t> are </a:t>
            </a:r>
            <a:r>
              <a:rPr lang="en-US" sz="3200" dirty="0">
                <a:solidFill>
                  <a:schemeClr val="accent6"/>
                </a:solidFill>
              </a:rPr>
              <a:t>free</a:t>
            </a:r>
            <a:r>
              <a:rPr lang="en-US" sz="3200" dirty="0">
                <a:solidFill>
                  <a:schemeClr val="tx2"/>
                </a:solidFill>
              </a:rPr>
              <a:t> in Cairo between Apr, 1st and May, 1st?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2C7A03-51D1-1933-AEEA-E7BFA04DC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91" y="2954226"/>
            <a:ext cx="7279512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7258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05B540-6529-055B-1E4D-EB665284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275"/>
            <a:ext cx="12188952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Who</a:t>
            </a:r>
            <a:r>
              <a:rPr lang="en-US" sz="3200" dirty="0">
                <a:solidFill>
                  <a:schemeClr val="tx2"/>
                </a:solidFill>
              </a:rPr>
              <a:t> is </a:t>
            </a:r>
            <a:r>
              <a:rPr lang="en-US" sz="3200" dirty="0">
                <a:solidFill>
                  <a:srgbClr val="00B050"/>
                </a:solidFill>
              </a:rPr>
              <a:t>spending</a:t>
            </a:r>
            <a:r>
              <a:rPr lang="en-US" sz="3200" dirty="0">
                <a:solidFill>
                  <a:schemeClr val="tx2"/>
                </a:solidFill>
              </a:rPr>
              <a:t> the most across both booking types?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378B9-29C9-D484-B6E0-4D9B83749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346" y="2954226"/>
            <a:ext cx="7402203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3751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6DC91D-DB0C-DCF0-32F4-C57739AA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" y="168275"/>
            <a:ext cx="12188952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tx2"/>
                </a:solidFill>
              </a:rPr>
              <a:t>For each </a:t>
            </a:r>
            <a:r>
              <a:rPr lang="en-US" sz="5400" dirty="0">
                <a:solidFill>
                  <a:schemeClr val="accent5"/>
                </a:solidFill>
              </a:rPr>
              <a:t>flight</a:t>
            </a:r>
            <a:r>
              <a:rPr lang="en-US" sz="5400" dirty="0">
                <a:solidFill>
                  <a:schemeClr val="tx2"/>
                </a:solidFill>
              </a:rPr>
              <a:t>, how </a:t>
            </a:r>
            <a:r>
              <a:rPr lang="en-US" sz="5400" dirty="0">
                <a:solidFill>
                  <a:srgbClr val="FF0000"/>
                </a:solidFill>
              </a:rPr>
              <a:t>full</a:t>
            </a:r>
            <a:r>
              <a:rPr lang="en-US" sz="5400" dirty="0">
                <a:solidFill>
                  <a:schemeClr val="tx2"/>
                </a:solidFill>
              </a:rPr>
              <a:t> is it?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690B2-AA49-08C4-4F83-B4E5F934B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05" y="2954226"/>
            <a:ext cx="9479085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7690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E30FE8-4CEE-0EF2-8E99-8EF5F469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049896"/>
            <a:ext cx="10847204" cy="8116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Which </a:t>
            </a:r>
            <a:r>
              <a:rPr lang="en-US" sz="4000" dirty="0">
                <a:solidFill>
                  <a:schemeClr val="accent6"/>
                </a:solidFill>
              </a:rPr>
              <a:t>hotels</a:t>
            </a:r>
            <a:r>
              <a:rPr lang="en-US" sz="4000" dirty="0">
                <a:solidFill>
                  <a:schemeClr val="tx2"/>
                </a:solidFill>
              </a:rPr>
              <a:t> are guests actually </a:t>
            </a:r>
            <a:r>
              <a:rPr lang="en-US" sz="4000" dirty="0">
                <a:solidFill>
                  <a:srgbClr val="00B050"/>
                </a:solidFill>
              </a:rPr>
              <a:t>happy</a:t>
            </a:r>
            <a:r>
              <a:rPr lang="en-US" sz="4000" dirty="0">
                <a:solidFill>
                  <a:schemeClr val="tx2"/>
                </a:solidFill>
              </a:rPr>
              <a:t> with?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88360C-B01A-88D9-5431-A3647E82E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76" y="2954226"/>
            <a:ext cx="8286743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8131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F55251-9559-5568-9189-1C878F6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" y="781741"/>
            <a:ext cx="12197917" cy="99694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How much </a:t>
            </a:r>
            <a:r>
              <a:rPr lang="en-US" sz="3600" b="1" dirty="0">
                <a:solidFill>
                  <a:srgbClr val="00B050"/>
                </a:solidFill>
              </a:rPr>
              <a:t>came in </a:t>
            </a:r>
            <a:r>
              <a:rPr lang="en-US" sz="3600" dirty="0">
                <a:solidFill>
                  <a:schemeClr val="tx2"/>
                </a:solidFill>
              </a:rPr>
              <a:t>each month, split by </a:t>
            </a:r>
            <a:r>
              <a:rPr lang="en-US" sz="3600" dirty="0">
                <a:solidFill>
                  <a:schemeClr val="accent6"/>
                </a:solidFill>
              </a:rPr>
              <a:t>hotel</a:t>
            </a:r>
            <a:r>
              <a:rPr lang="en-US" sz="3600" dirty="0">
                <a:solidFill>
                  <a:schemeClr val="tx2"/>
                </a:solidFill>
              </a:rPr>
              <a:t> vs </a:t>
            </a:r>
            <a:r>
              <a:rPr lang="en-US" sz="3600" dirty="0">
                <a:solidFill>
                  <a:schemeClr val="accent5"/>
                </a:solidFill>
              </a:rPr>
              <a:t>flight</a:t>
            </a:r>
            <a:r>
              <a:rPr lang="en-US" sz="36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E5F685-D419-21A3-ED9B-F584D3A02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576" y="2110901"/>
            <a:ext cx="6466251" cy="44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4632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8972B1-B007-EF64-FA00-39F6E5A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889" y="341196"/>
            <a:ext cx="11173708" cy="16338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Which routes get the most </a:t>
            </a:r>
            <a:r>
              <a:rPr lang="en-US" sz="3600" dirty="0">
                <a:solidFill>
                  <a:schemeClr val="accent2"/>
                </a:solidFill>
              </a:rPr>
              <a:t>bookings</a:t>
            </a:r>
            <a:r>
              <a:rPr lang="en-US" sz="3600" dirty="0">
                <a:solidFill>
                  <a:schemeClr val="tx2"/>
                </a:solidFill>
              </a:rPr>
              <a:t> and </a:t>
            </a:r>
            <a:r>
              <a:rPr lang="en-US" sz="3600" dirty="0">
                <a:solidFill>
                  <a:srgbClr val="00B050"/>
                </a:solidFill>
              </a:rPr>
              <a:t>revenue</a:t>
            </a:r>
            <a:r>
              <a:rPr lang="en-US" sz="36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EEBD04-64A2-398C-8025-BA111CB62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184" y="2316201"/>
            <a:ext cx="6156973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6677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51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0" name="Rectangle 159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2" name="Right Triangle 161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C66285-8A62-FC2E-9F5C-E2FC9885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669788"/>
            <a:ext cx="11542008" cy="1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Which customers booked both a </a:t>
            </a:r>
            <a:r>
              <a:rPr lang="en-US" sz="3600" dirty="0">
                <a:solidFill>
                  <a:schemeClr val="accent6"/>
                </a:solidFill>
              </a:rPr>
              <a:t>hotel</a:t>
            </a:r>
            <a:r>
              <a:rPr lang="en-US" sz="3600" dirty="0">
                <a:solidFill>
                  <a:schemeClr val="tx2"/>
                </a:solidFill>
              </a:rPr>
              <a:t> and a </a:t>
            </a:r>
            <a:r>
              <a:rPr lang="en-US" sz="3600" dirty="0">
                <a:solidFill>
                  <a:schemeClr val="accent5"/>
                </a:solidFill>
              </a:rPr>
              <a:t>flight</a:t>
            </a:r>
            <a:r>
              <a:rPr lang="en-US" sz="36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8F939E-C993-83CC-04AC-484F6D1D5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807" y="2954226"/>
            <a:ext cx="6427280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34490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1F83A8-FC02-310D-5E48-F0334E7B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485773"/>
            <a:ext cx="11607800" cy="19399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What's the ratio of </a:t>
            </a:r>
            <a:r>
              <a:rPr lang="en-US" sz="2400" b="1" dirty="0">
                <a:solidFill>
                  <a:schemeClr val="tx2"/>
                </a:solidFill>
              </a:rPr>
              <a:t>(</a:t>
            </a:r>
            <a:r>
              <a:rPr lang="en-US" sz="2400" dirty="0">
                <a:solidFill>
                  <a:srgbClr val="00B050"/>
                </a:solidFill>
              </a:rPr>
              <a:t>confirmed</a:t>
            </a:r>
            <a:r>
              <a:rPr lang="en-US" sz="2400" b="1" dirty="0">
                <a:solidFill>
                  <a:schemeClr val="tx2"/>
                </a:solidFill>
              </a:rPr>
              <a:t>/</a:t>
            </a:r>
            <a:r>
              <a:rPr lang="en-US" sz="2400" dirty="0">
                <a:solidFill>
                  <a:srgbClr val="FFC000"/>
                </a:solidFill>
              </a:rPr>
              <a:t>pending</a:t>
            </a:r>
            <a:r>
              <a:rPr lang="en-US" sz="2400" b="1" dirty="0">
                <a:solidFill>
                  <a:schemeClr val="tx2"/>
                </a:solidFill>
              </a:rPr>
              <a:t>/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cancelled</a:t>
            </a:r>
            <a:r>
              <a:rPr lang="en-US" sz="2400" b="1" dirty="0">
                <a:solidFill>
                  <a:schemeClr val="tx2"/>
                </a:solidFill>
              </a:rPr>
              <a:t>)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across both booking types?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D46D4-16F7-6F95-DF6E-53A4ED6EB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807" y="2954226"/>
            <a:ext cx="6427280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80421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71EADE-0D46-BBA6-4D2D-E8EC28AB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275"/>
            <a:ext cx="12188952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Which </a:t>
            </a:r>
            <a:r>
              <a:rPr lang="en-US" sz="3600" dirty="0">
                <a:solidFill>
                  <a:srgbClr val="00B050"/>
                </a:solidFill>
              </a:rPr>
              <a:t>payment</a:t>
            </a:r>
            <a:r>
              <a:rPr lang="en-US" sz="3600" dirty="0">
                <a:solidFill>
                  <a:schemeClr val="tx2"/>
                </a:solidFill>
              </a:rPr>
              <a:t> method brings in the </a:t>
            </a:r>
            <a:r>
              <a:rPr lang="en-US" sz="3600" dirty="0">
                <a:solidFill>
                  <a:srgbClr val="00B050"/>
                </a:solidFill>
              </a:rPr>
              <a:t>most money</a:t>
            </a:r>
            <a:r>
              <a:rPr lang="en-US" sz="36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6ED3D-1659-2322-9C55-3CC0199DF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91" y="2954226"/>
            <a:ext cx="7279512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95990"/>
      </p:ext>
    </p:extLst>
  </p:cSld>
  <p:clrMapOvr>
    <a:masterClrMapping/>
  </p:clrMapOvr>
  <p:transition spd="slow">
    <p:push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8DD0EAF-BF73-48D8-A426-3085C4B88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8" name="Right Triangle 127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6FF472-D3D6-26E0-C494-15A6A172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843284"/>
            <a:ext cx="5414255" cy="27844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dirty="0">
                <a:solidFill>
                  <a:schemeClr val="tx2">
                    <a:alpha val="80000"/>
                  </a:schemeClr>
                </a:solidFill>
              </a:rPr>
              <a:t>What does the day-by-day </a:t>
            </a:r>
            <a:r>
              <a:rPr lang="en-US" sz="4600" dirty="0">
                <a:solidFill>
                  <a:srgbClr val="00B050">
                    <a:alpha val="80000"/>
                  </a:srgbClr>
                </a:solidFill>
              </a:rPr>
              <a:t>revenue growth </a:t>
            </a:r>
            <a:r>
              <a:rPr lang="en-US" sz="4600" dirty="0">
                <a:solidFill>
                  <a:schemeClr val="tx2">
                    <a:alpha val="80000"/>
                  </a:schemeClr>
                </a:solidFill>
              </a:rPr>
              <a:t>look like?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20E5C0-D536-29A9-FE4B-DC5BDBC83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" r="9144" b="1"/>
          <a:stretch>
            <a:fillRect/>
          </a:stretch>
        </p:blipFill>
        <p:spPr>
          <a:xfrm>
            <a:off x="6084873" y="-3440"/>
            <a:ext cx="6129950" cy="686143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1508218"/>
      </p:ext>
    </p:extLst>
  </p:cSld>
  <p:clrMapOvr>
    <a:masterClrMapping/>
  </p:clrMapOvr>
  <p:transition spd="slow"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0" name="Right Triangle 119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F7F528-BA9D-9C33-0DF0-C14DD5F95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32" y="537937"/>
            <a:ext cx="4209224" cy="45256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dirty="0">
                <a:solidFill>
                  <a:schemeClr val="tx2"/>
                </a:solidFill>
              </a:rPr>
              <a:t>Every </a:t>
            </a:r>
            <a:r>
              <a:rPr lang="en-US" sz="4200" dirty="0">
                <a:solidFill>
                  <a:schemeClr val="accent3"/>
                </a:solidFill>
              </a:rPr>
              <a:t>booking</a:t>
            </a:r>
            <a:r>
              <a:rPr lang="en-US" sz="4200" dirty="0">
                <a:solidFill>
                  <a:schemeClr val="tx2"/>
                </a:solidFill>
              </a:rPr>
              <a:t> a </a:t>
            </a:r>
            <a:r>
              <a:rPr lang="en-US" sz="4200" dirty="0">
                <a:solidFill>
                  <a:schemeClr val="accent1"/>
                </a:solidFill>
              </a:rPr>
              <a:t>customer</a:t>
            </a:r>
            <a:r>
              <a:rPr lang="en-US" sz="4200" dirty="0">
                <a:solidFill>
                  <a:schemeClr val="tx2"/>
                </a:solidFill>
              </a:rPr>
              <a:t> ever made, hotel or flight, in one </a:t>
            </a:r>
            <a:r>
              <a:rPr lang="en-US" sz="4200" b="1" dirty="0">
                <a:solidFill>
                  <a:srgbClr val="00B0F0"/>
                </a:solidFill>
              </a:rPr>
              <a:t>unified list</a:t>
            </a:r>
            <a:r>
              <a:rPr lang="en-US" sz="4200" b="1" dirty="0">
                <a:solidFill>
                  <a:schemeClr val="tx2"/>
                </a:solidFill>
              </a:rPr>
              <a:t>.</a:t>
            </a:r>
            <a:endParaRPr lang="en-US" sz="42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071BC3-36DE-3451-22FD-670FFC21F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87" y="537937"/>
            <a:ext cx="6336573" cy="578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00261"/>
      </p:ext>
    </p:extLst>
  </p:cSld>
  <p:clrMapOvr>
    <a:masterClrMapping/>
  </p:clrMapOvr>
  <p:transition spd="slow"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FB42397-759B-4110-90F9-11A099A0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CE16B93-748F-4AF3-90C6-D3EE861E7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1F2252F-DB74-4990-8E43-3B46EB31A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BBB0339-E325-46BB-A951-96F1A4651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21A6F6B-EBF5-41B9-BDDB-AF519B8AD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2CB88A6-ABF0-4981-8112-89F17060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207B5CF-3BA7-46DE-A98B-C46A77F2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DE055E6-5758-4FD1-A969-1AB1F47EE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5B9E002-9254-431A-BEE3-BC744C6D4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5BB4EB4-8685-4464-8EAE-D44D7770B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239F69-CDD7-49E2-9C2E-B56A6D009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6C507C8-734D-457D-A4EA-3C1F17BC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139D922-20CB-41E9-B69E-FA643C51A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FE3C40B-0A70-4224-BC24-365327DC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2999B0-1AA0-4D8B-BB3E-1BEAD972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9737CB6-048C-4FD9-9663-0D214A0A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F1A2328-0FD2-449E-A066-56A7D096A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3212297-7D47-455C-B574-D4A450A6B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F88725D-F086-42CF-A0A4-F335D03F9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EE97B27-B4E2-45AF-ACC9-5EC22DB7A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FADBC7B-7D04-4E57-9B78-3FC78B90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CD44BB5-3236-443E-BDD8-7E145E32D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85E742B-9320-4785-A94F-2CAE2855C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A42F567-7F15-4D7B-8F9C-5F8F6B283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9DAD4DF-0FE8-401C-AE04-738B80B25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101394A-2A38-4F45-B5B6-A025C4B43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9D4873B-257C-4327-907C-082946921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5350388-C37B-41E0-8172-2F7D79DBB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DA0A053-52F2-4D51-BEB7-31B0A3CA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23551FA-C6B2-4251-A24C-021D7B64E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A50F0F9-04C8-47E4-AF66-B3CAF8C8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017C593-7166-4110-8447-086A8A2DB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792CE38-231D-4EFB-BD1C-B0DFC4714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7902244-3120-4F1E-BCA7-C414F8CA5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C2A9BEC-6FBD-4C4E-9D8F-67971086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D05CAB2-3C3D-4649-A904-7115E0A40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79ECC96-BB36-4A8A-ACFC-0CDAC9A3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6C3BBC2-CEC2-44E9-B82B-34488E7E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73074D9-0CF2-46DC-8D7A-871B6FE4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573F54A-11A1-4A06-8130-294B4D5CE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2F69BFB-91DF-4F4E-BE91-2D6805CD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BA93DEE-828E-4AC5-A89A-B3FCC168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043F28B-A5B8-4573-89CC-A68E27A72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41EDE26-6F99-4FF5-A50B-255FEF1C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C69229A-861A-4B33-A690-B89F20F2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1FF5E2F-2AD1-485A-8981-8905C235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2E9781F-DF28-41A8-8A6B-7DC5409F9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CDF5C52-5A30-4182-9FF7-118DB1BB6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C8008CF-A1BC-4A0E-B9A2-05FB501E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DF1A43F-5E26-4631-8775-BC3BACEB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8A5A284-AA4F-43C1-84B9-94764213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B3BE54E-1FBA-4E64-982C-9CA2C0C48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E7BA94A-1A8A-45C6-9B8F-AFEC955F1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5C6D3A0-6B84-4021-87FB-3179A711B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A87903E-EEC8-47F4-8730-06C5FD14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8A92A2B-3460-4608-B3EA-4FFEAF83B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B0E1020-452C-4B7F-A1D2-BA8F1B83F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903CF7B-6947-4932-AD73-020495EDC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453FA51-CE2D-4B84-9F4F-3263D1BC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327B132-AD8C-4732-93AA-C136586C2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ight Triangle 114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297B395-0BFC-5598-6712-3DDAB809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3673477"/>
            <a:ext cx="6542916" cy="2574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Decisions &amp; Problems Solved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8BFB08-6034-1816-8DB8-B67C41284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3900" y="2919658"/>
            <a:ext cx="1866900" cy="1866900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E954C28-30C8-7C55-8E6A-780634661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" y="529211"/>
            <a:ext cx="5501640" cy="275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36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37875" y="333375"/>
            <a:ext cx="603250" cy="603250"/>
          </a:xfrm>
          <a:custGeom>
            <a:avLst/>
            <a:gdLst/>
            <a:ahLst/>
            <a:cxnLst/>
            <a:rect l="l" t="t" r="r" b="b"/>
            <a:pathLst>
              <a:path w="603250" h="603250">
                <a:moveTo>
                  <a:pt x="301625" y="0"/>
                </a:moveTo>
                <a:lnTo>
                  <a:pt x="301625" y="0"/>
                </a:lnTo>
                <a:cubicBezTo>
                  <a:pt x="468096" y="0"/>
                  <a:pt x="603250" y="135154"/>
                  <a:pt x="603250" y="301625"/>
                </a:cubicBezTo>
                <a:lnTo>
                  <a:pt x="603250" y="301625"/>
                </a:lnTo>
                <a:cubicBezTo>
                  <a:pt x="603250" y="468096"/>
                  <a:pt x="468096" y="603250"/>
                  <a:pt x="301625" y="603250"/>
                </a:cubicBezTo>
                <a:lnTo>
                  <a:pt x="301625" y="603250"/>
                </a:lnTo>
                <a:cubicBezTo>
                  <a:pt x="135154" y="603250"/>
                  <a:pt x="0" y="468096"/>
                  <a:pt x="0" y="301625"/>
                </a:cubicBezTo>
                <a:lnTo>
                  <a:pt x="0" y="301625"/>
                </a:lnTo>
                <a:cubicBezTo>
                  <a:pt x="0" y="135154"/>
                  <a:pt x="135154" y="0"/>
                  <a:pt x="301625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 rot="720000">
            <a:off x="355523" y="5626023"/>
            <a:ext cx="412750" cy="412750"/>
          </a:xfrm>
          <a:custGeom>
            <a:avLst/>
            <a:gdLst/>
            <a:ahLst/>
            <a:cxnLst/>
            <a:rect l="l" t="t" r="r" b="b"/>
            <a:pathLst>
              <a:path w="412750" h="412750">
                <a:moveTo>
                  <a:pt x="0" y="0"/>
                </a:moveTo>
                <a:lnTo>
                  <a:pt x="412750" y="0"/>
                </a:lnTo>
                <a:lnTo>
                  <a:pt x="41275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695906" y="3440906"/>
            <a:ext cx="230188" cy="230188"/>
          </a:xfrm>
          <a:custGeom>
            <a:avLst/>
            <a:gdLst/>
            <a:ahLst/>
            <a:cxnLst/>
            <a:rect l="l" t="t" r="r" b="b"/>
            <a:pathLst>
              <a:path w="230188" h="230188">
                <a:moveTo>
                  <a:pt x="0" y="0"/>
                </a:moveTo>
                <a:lnTo>
                  <a:pt x="230188" y="0"/>
                </a:lnTo>
                <a:lnTo>
                  <a:pt x="230188" y="230188"/>
                </a:lnTo>
                <a:lnTo>
                  <a:pt x="0" y="23018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3375" y="333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5727" y="4048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22324" y="29021"/>
                </a:moveTo>
                <a:cubicBezTo>
                  <a:pt x="26021" y="29021"/>
                  <a:pt x="29021" y="26021"/>
                  <a:pt x="29021" y="22324"/>
                </a:cubicBezTo>
                <a:cubicBezTo>
                  <a:pt x="29021" y="18628"/>
                  <a:pt x="26021" y="15627"/>
                  <a:pt x="22324" y="15627"/>
                </a:cubicBezTo>
                <a:cubicBezTo>
                  <a:pt x="18628" y="15627"/>
                  <a:pt x="15627" y="18628"/>
                  <a:pt x="15627" y="22324"/>
                </a:cubicBezTo>
                <a:cubicBezTo>
                  <a:pt x="15627" y="26021"/>
                  <a:pt x="18628" y="29021"/>
                  <a:pt x="22324" y="29021"/>
                </a:cubicBezTo>
                <a:close/>
                <a:moveTo>
                  <a:pt x="44648" y="22324"/>
                </a:moveTo>
                <a:cubicBezTo>
                  <a:pt x="44648" y="31477"/>
                  <a:pt x="39151" y="39346"/>
                  <a:pt x="31254" y="42779"/>
                </a:cubicBezTo>
                <a:lnTo>
                  <a:pt x="31254" y="62508"/>
                </a:lnTo>
                <a:lnTo>
                  <a:pt x="80367" y="62508"/>
                </a:lnTo>
                <a:cubicBezTo>
                  <a:pt x="87762" y="62508"/>
                  <a:pt x="93762" y="56508"/>
                  <a:pt x="93762" y="49113"/>
                </a:cubicBezTo>
                <a:lnTo>
                  <a:pt x="93762" y="42779"/>
                </a:lnTo>
                <a:cubicBezTo>
                  <a:pt x="85865" y="39346"/>
                  <a:pt x="80367" y="31477"/>
                  <a:pt x="80367" y="22324"/>
                </a:cubicBezTo>
                <a:cubicBezTo>
                  <a:pt x="80367" y="9990"/>
                  <a:pt x="90357" y="0"/>
                  <a:pt x="102691" y="0"/>
                </a:cubicBezTo>
                <a:cubicBezTo>
                  <a:pt x="115026" y="0"/>
                  <a:pt x="125016" y="9990"/>
                  <a:pt x="125016" y="22324"/>
                </a:cubicBezTo>
                <a:cubicBezTo>
                  <a:pt x="125016" y="31477"/>
                  <a:pt x="119518" y="39346"/>
                  <a:pt x="111621" y="42779"/>
                </a:cubicBezTo>
                <a:lnTo>
                  <a:pt x="111621" y="49113"/>
                </a:lnTo>
                <a:cubicBezTo>
                  <a:pt x="111621" y="66387"/>
                  <a:pt x="97641" y="80367"/>
                  <a:pt x="80367" y="80367"/>
                </a:cubicBezTo>
                <a:lnTo>
                  <a:pt x="31254" y="80367"/>
                </a:lnTo>
                <a:lnTo>
                  <a:pt x="31254" y="100096"/>
                </a:lnTo>
                <a:cubicBezTo>
                  <a:pt x="39151" y="103529"/>
                  <a:pt x="44648" y="111398"/>
                  <a:pt x="44648" y="120551"/>
                </a:cubicBezTo>
                <a:cubicBezTo>
                  <a:pt x="44648" y="132885"/>
                  <a:pt x="34658" y="142875"/>
                  <a:pt x="22324" y="142875"/>
                </a:cubicBezTo>
                <a:cubicBezTo>
                  <a:pt x="9990" y="142875"/>
                  <a:pt x="0" y="132885"/>
                  <a:pt x="0" y="120551"/>
                </a:cubicBezTo>
                <a:cubicBezTo>
                  <a:pt x="0" y="111398"/>
                  <a:pt x="5497" y="103529"/>
                  <a:pt x="13395" y="100096"/>
                </a:cubicBezTo>
                <a:lnTo>
                  <a:pt x="13395" y="42807"/>
                </a:lnTo>
                <a:cubicBezTo>
                  <a:pt x="5497" y="39346"/>
                  <a:pt x="0" y="31477"/>
                  <a:pt x="0" y="22324"/>
                </a:cubicBezTo>
                <a:cubicBezTo>
                  <a:pt x="0" y="9990"/>
                  <a:pt x="9990" y="0"/>
                  <a:pt x="22324" y="0"/>
                </a:cubicBezTo>
                <a:cubicBezTo>
                  <a:pt x="34658" y="0"/>
                  <a:pt x="44648" y="9990"/>
                  <a:pt x="44648" y="22324"/>
                </a:cubicBezTo>
                <a:close/>
                <a:moveTo>
                  <a:pt x="109389" y="22324"/>
                </a:moveTo>
                <a:cubicBezTo>
                  <a:pt x="109389" y="18628"/>
                  <a:pt x="106388" y="15627"/>
                  <a:pt x="102691" y="15627"/>
                </a:cubicBezTo>
                <a:cubicBezTo>
                  <a:pt x="98995" y="15627"/>
                  <a:pt x="95994" y="18628"/>
                  <a:pt x="95994" y="22324"/>
                </a:cubicBezTo>
                <a:cubicBezTo>
                  <a:pt x="95994" y="26021"/>
                  <a:pt x="98995" y="29021"/>
                  <a:pt x="102691" y="29021"/>
                </a:cubicBezTo>
                <a:cubicBezTo>
                  <a:pt x="106388" y="29021"/>
                  <a:pt x="109389" y="26021"/>
                  <a:pt x="109389" y="22324"/>
                </a:cubicBezTo>
                <a:close/>
                <a:moveTo>
                  <a:pt x="22324" y="127248"/>
                </a:moveTo>
                <a:cubicBezTo>
                  <a:pt x="26021" y="127248"/>
                  <a:pt x="29021" y="124247"/>
                  <a:pt x="29021" y="120551"/>
                </a:cubicBezTo>
                <a:cubicBezTo>
                  <a:pt x="29021" y="116854"/>
                  <a:pt x="26021" y="113854"/>
                  <a:pt x="22324" y="113854"/>
                </a:cubicBezTo>
                <a:cubicBezTo>
                  <a:pt x="18628" y="113854"/>
                  <a:pt x="15627" y="116854"/>
                  <a:pt x="15627" y="120551"/>
                </a:cubicBezTo>
                <a:cubicBezTo>
                  <a:pt x="15627" y="124247"/>
                  <a:pt x="18628" y="127248"/>
                  <a:pt x="22324" y="127248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0250" y="317500"/>
            <a:ext cx="43418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Schema Design: The XOR Pattern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8188" y="706438"/>
            <a:ext cx="1762125" cy="15875"/>
          </a:xfrm>
          <a:custGeom>
            <a:avLst/>
            <a:gdLst/>
            <a:ahLst/>
            <a:cxnLst/>
            <a:rect l="l" t="t" r="r" b="b"/>
            <a:pathLst>
              <a:path w="1762125" h="15875">
                <a:moveTo>
                  <a:pt x="0" y="0"/>
                </a:moveTo>
                <a:lnTo>
                  <a:pt x="1762125" y="0"/>
                </a:lnTo>
                <a:lnTo>
                  <a:pt x="1762125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375" y="873125"/>
            <a:ext cx="5683250" cy="1349375"/>
          </a:xfrm>
          <a:custGeom>
            <a:avLst/>
            <a:gdLst/>
            <a:ahLst/>
            <a:cxnLst/>
            <a:rect l="l" t="t" r="r" b="b"/>
            <a:pathLst>
              <a:path w="5683250" h="1349375">
                <a:moveTo>
                  <a:pt x="0" y="0"/>
                </a:moveTo>
                <a:lnTo>
                  <a:pt x="5683250" y="0"/>
                </a:lnTo>
                <a:lnTo>
                  <a:pt x="5683250" y="1349375"/>
                </a:lnTo>
                <a:lnTo>
                  <a:pt x="0" y="1349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8156" y="1027906"/>
            <a:ext cx="230188" cy="230188"/>
          </a:xfrm>
          <a:custGeom>
            <a:avLst/>
            <a:gdLst/>
            <a:ahLst/>
            <a:cxnLst/>
            <a:rect l="l" t="t" r="r" b="b"/>
            <a:pathLst>
              <a:path w="230188" h="230188">
                <a:moveTo>
                  <a:pt x="0" y="0"/>
                </a:moveTo>
                <a:lnTo>
                  <a:pt x="230188" y="0"/>
                </a:lnTo>
                <a:lnTo>
                  <a:pt x="230188" y="230188"/>
                </a:lnTo>
                <a:lnTo>
                  <a:pt x="0" y="23018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3563" y="108743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50" y="1031875"/>
            <a:ext cx="107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The Challenge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250" y="1333500"/>
            <a:ext cx="5461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How do we link a payment to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either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a hotel booking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a flight booking, but never both, and never neither?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8156" y="1758156"/>
            <a:ext cx="5373688" cy="309563"/>
          </a:xfrm>
          <a:custGeom>
            <a:avLst/>
            <a:gdLst/>
            <a:ahLst/>
            <a:cxnLst/>
            <a:rect l="l" t="t" r="r" b="b"/>
            <a:pathLst>
              <a:path w="5373688" h="309563">
                <a:moveTo>
                  <a:pt x="0" y="0"/>
                </a:moveTo>
                <a:lnTo>
                  <a:pt x="5373688" y="0"/>
                </a:lnTo>
                <a:lnTo>
                  <a:pt x="5373688" y="309563"/>
                </a:lnTo>
                <a:lnTo>
                  <a:pt x="0" y="30956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3563" y="1833563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Traditional approach: Complex bridge tables with overhead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3375" y="2349500"/>
            <a:ext cx="5683250" cy="1555750"/>
          </a:xfrm>
          <a:custGeom>
            <a:avLst/>
            <a:gdLst/>
            <a:ahLst/>
            <a:cxnLst/>
            <a:rect l="l" t="t" r="r" b="b"/>
            <a:pathLst>
              <a:path w="5683250" h="1555750">
                <a:moveTo>
                  <a:pt x="0" y="0"/>
                </a:moveTo>
                <a:lnTo>
                  <a:pt x="5683250" y="0"/>
                </a:lnTo>
                <a:lnTo>
                  <a:pt x="5683250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8156" y="2504281"/>
            <a:ext cx="230188" cy="230188"/>
          </a:xfrm>
          <a:custGeom>
            <a:avLst/>
            <a:gdLst/>
            <a:ahLst/>
            <a:cxnLst/>
            <a:rect l="l" t="t" r="r" b="b"/>
            <a:pathLst>
              <a:path w="230188" h="230188">
                <a:moveTo>
                  <a:pt x="0" y="0"/>
                </a:moveTo>
                <a:lnTo>
                  <a:pt x="230188" y="0"/>
                </a:lnTo>
                <a:lnTo>
                  <a:pt x="230188" y="230188"/>
                </a:lnTo>
                <a:lnTo>
                  <a:pt x="0" y="23018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9672" y="256381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50" y="2508250"/>
            <a:ext cx="96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Our Solution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250" y="2809875"/>
            <a:ext cx="5461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Polymorphic design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using PostgreSQL CHECK constraints to enforce exactly-one-parent rule at the schema level.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187" y="327818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54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3250" y="3222625"/>
            <a:ext cx="137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Prevents orphaned records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4187" y="346868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54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250" y="3413125"/>
            <a:ext cx="169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No complex bridge tables needed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187" y="36591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3250" y="3603625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Single source of truth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75375" y="873125"/>
            <a:ext cx="5683250" cy="3040063"/>
          </a:xfrm>
          <a:custGeom>
            <a:avLst/>
            <a:gdLst/>
            <a:ahLst/>
            <a:cxnLst/>
            <a:rect l="l" t="t" r="r" b="b"/>
            <a:pathLst>
              <a:path w="5683250" h="3040063">
                <a:moveTo>
                  <a:pt x="0" y="0"/>
                </a:moveTo>
                <a:lnTo>
                  <a:pt x="5683250" y="0"/>
                </a:lnTo>
                <a:lnTo>
                  <a:pt x="5683250" y="3040063"/>
                </a:lnTo>
                <a:lnTo>
                  <a:pt x="0" y="3040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0156" y="1027906"/>
            <a:ext cx="230188" cy="230188"/>
          </a:xfrm>
          <a:custGeom>
            <a:avLst/>
            <a:gdLst/>
            <a:ahLst/>
            <a:cxnLst/>
            <a:rect l="l" t="t" r="r" b="b"/>
            <a:pathLst>
              <a:path w="230188" h="230188">
                <a:moveTo>
                  <a:pt x="0" y="0"/>
                </a:moveTo>
                <a:lnTo>
                  <a:pt x="230188" y="0"/>
                </a:lnTo>
                <a:lnTo>
                  <a:pt x="230188" y="230188"/>
                </a:lnTo>
                <a:lnTo>
                  <a:pt x="0" y="23018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84727" y="10874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35750" y="1031875"/>
            <a:ext cx="127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PAYMENTS Table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30156" y="1345406"/>
            <a:ext cx="5373688" cy="2413000"/>
          </a:xfrm>
          <a:custGeom>
            <a:avLst/>
            <a:gdLst/>
            <a:ahLst/>
            <a:cxnLst/>
            <a:rect l="l" t="t" r="r" b="b"/>
            <a:pathLst>
              <a:path w="5373688" h="2413000">
                <a:moveTo>
                  <a:pt x="0" y="0"/>
                </a:moveTo>
                <a:lnTo>
                  <a:pt x="5373688" y="0"/>
                </a:lnTo>
                <a:lnTo>
                  <a:pt x="5373688" y="2413000"/>
                </a:lnTo>
                <a:lnTo>
                  <a:pt x="0" y="2413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5563" y="1424781"/>
            <a:ext cx="2513521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4ECDC4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CREATE TABLE payments ( payment_id SERIAL PRIMARY KEY, hotel_booking_id INT REFERENCES hotel_bookings, flight_booking_id INT REFERENCES flight_bookings, amount NUMERIC(10,2) NOT NULL, method VARCHAR(50) NOT NULL, payment_date DATE NOT NULL, -- XOR CONSTRAINT: CHECK ( (hotel_booking_id IS NOT NULL AND flight_booking_id IS NULL) OR (hotel_booking_id IS NULL AND flight_booking_id IS NOT NULL) ) 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75375" y="4040188"/>
            <a:ext cx="5683250" cy="1734343"/>
          </a:xfrm>
          <a:custGeom>
            <a:avLst/>
            <a:gdLst/>
            <a:ahLst/>
            <a:cxnLst/>
            <a:rect l="l" t="t" r="r" b="b"/>
            <a:pathLst>
              <a:path w="5683250" h="2801938">
                <a:moveTo>
                  <a:pt x="0" y="0"/>
                </a:moveTo>
                <a:lnTo>
                  <a:pt x="5683250" y="0"/>
                </a:lnTo>
                <a:lnTo>
                  <a:pt x="5683250" y="2801938"/>
                </a:lnTo>
                <a:lnTo>
                  <a:pt x="0" y="2801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0156" y="4194969"/>
            <a:ext cx="230188" cy="230188"/>
          </a:xfrm>
          <a:custGeom>
            <a:avLst/>
            <a:gdLst/>
            <a:ahLst/>
            <a:cxnLst/>
            <a:rect l="l" t="t" r="r" b="b"/>
            <a:pathLst>
              <a:path w="230188" h="230188">
                <a:moveTo>
                  <a:pt x="0" y="0"/>
                </a:moveTo>
                <a:lnTo>
                  <a:pt x="230188" y="0"/>
                </a:lnTo>
                <a:lnTo>
                  <a:pt x="230188" y="230188"/>
                </a:lnTo>
                <a:lnTo>
                  <a:pt x="0" y="23018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84727" y="425450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635750" y="4198938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REVIEWS Table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30156" y="4512470"/>
            <a:ext cx="5373688" cy="1075156"/>
          </a:xfrm>
          <a:custGeom>
            <a:avLst/>
            <a:gdLst/>
            <a:ahLst/>
            <a:cxnLst/>
            <a:rect l="l" t="t" r="r" b="b"/>
            <a:pathLst>
              <a:path w="5373688" h="2174875">
                <a:moveTo>
                  <a:pt x="0" y="0"/>
                </a:moveTo>
                <a:lnTo>
                  <a:pt x="5373688" y="0"/>
                </a:lnTo>
                <a:lnTo>
                  <a:pt x="5373688" y="2174875"/>
                </a:lnTo>
                <a:lnTo>
                  <a:pt x="0" y="217487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5563" y="4591844"/>
            <a:ext cx="2972284" cy="99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E66D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CREATE TABLE reviews ( review_id SERIAL PRIMARY KEY, user_id INT NOT NULL REFERENCES users, hotel_id INT REFERENCES hotels, airline_id INT REFERENCES airlines, rating SMALLINT CHECK (rating BETWEEN 1 AND 5), comment TEXT, -- Same XOR pattern: CHECK ( (hotel_id IS NOT NULL AND airline_id IS NULL) OR (hotel_id IS NULL AND airline_id IS NOT NULL) ) 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23481" y="6081140"/>
            <a:ext cx="1531938" cy="349250"/>
          </a:xfrm>
          <a:custGeom>
            <a:avLst/>
            <a:gdLst/>
            <a:ahLst/>
            <a:cxnLst/>
            <a:rect l="l" t="t" r="r" b="b"/>
            <a:pathLst>
              <a:path w="1531938" h="349250">
                <a:moveTo>
                  <a:pt x="0" y="0"/>
                </a:moveTo>
                <a:lnTo>
                  <a:pt x="1531938" y="0"/>
                </a:lnTo>
                <a:lnTo>
                  <a:pt x="1531938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566356" y="6164484"/>
            <a:ext cx="131241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No Orphaned Records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116897" y="6081140"/>
            <a:ext cx="1857375" cy="349250"/>
          </a:xfrm>
          <a:custGeom>
            <a:avLst/>
            <a:gdLst/>
            <a:ahLst/>
            <a:cxnLst/>
            <a:rect l="l" t="t" r="r" b="b"/>
            <a:pathLst>
              <a:path w="1857375" h="349250">
                <a:moveTo>
                  <a:pt x="0" y="0"/>
                </a:moveTo>
                <a:lnTo>
                  <a:pt x="1857375" y="0"/>
                </a:lnTo>
                <a:lnTo>
                  <a:pt x="185737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259772" y="6164484"/>
            <a:ext cx="163524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Schema-Level Enforcement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133146" y="6081140"/>
            <a:ext cx="1635125" cy="349250"/>
          </a:xfrm>
          <a:custGeom>
            <a:avLst/>
            <a:gdLst/>
            <a:ahLst/>
            <a:cxnLst/>
            <a:rect l="l" t="t" r="r" b="b"/>
            <a:pathLst>
              <a:path w="1635125" h="349250">
                <a:moveTo>
                  <a:pt x="0" y="0"/>
                </a:moveTo>
                <a:lnTo>
                  <a:pt x="1635125" y="0"/>
                </a:lnTo>
                <a:lnTo>
                  <a:pt x="16351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276021" y="6164484"/>
            <a:ext cx="141306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Clean Data Architecture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split orient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959796" y="228462"/>
            <a:ext cx="476871" cy="476871"/>
          </a:xfrm>
          <a:custGeom>
            <a:avLst/>
            <a:gdLst/>
            <a:ahLst/>
            <a:cxnLst/>
            <a:rect l="l" t="t" r="r" b="b"/>
            <a:pathLst>
              <a:path w="476871" h="476871">
                <a:moveTo>
                  <a:pt x="0" y="0"/>
                </a:moveTo>
                <a:lnTo>
                  <a:pt x="476871" y="0"/>
                </a:lnTo>
                <a:lnTo>
                  <a:pt x="476871" y="476871"/>
                </a:lnTo>
                <a:lnTo>
                  <a:pt x="0" y="47687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7392" y="5730399"/>
            <a:ext cx="349705" cy="349705"/>
          </a:xfrm>
          <a:custGeom>
            <a:avLst/>
            <a:gdLst/>
            <a:ahLst/>
            <a:cxnLst/>
            <a:rect l="l" t="t" r="r" b="b"/>
            <a:pathLst>
              <a:path w="349705" h="349705">
                <a:moveTo>
                  <a:pt x="174853" y="0"/>
                </a:moveTo>
                <a:lnTo>
                  <a:pt x="174853" y="0"/>
                </a:lnTo>
                <a:cubicBezTo>
                  <a:pt x="271356" y="0"/>
                  <a:pt x="349705" y="78349"/>
                  <a:pt x="349705" y="174853"/>
                </a:cubicBezTo>
                <a:lnTo>
                  <a:pt x="349705" y="174853"/>
                </a:lnTo>
                <a:cubicBezTo>
                  <a:pt x="349705" y="271356"/>
                  <a:pt x="271356" y="349705"/>
                  <a:pt x="174853" y="349705"/>
                </a:cubicBezTo>
                <a:lnTo>
                  <a:pt x="174853" y="349705"/>
                </a:lnTo>
                <a:cubicBezTo>
                  <a:pt x="78349" y="349705"/>
                  <a:pt x="0" y="271356"/>
                  <a:pt x="0" y="174853"/>
                </a:cubicBezTo>
                <a:lnTo>
                  <a:pt x="0" y="174853"/>
                </a:lnTo>
                <a:cubicBezTo>
                  <a:pt x="0" y="78349"/>
                  <a:pt x="78349" y="0"/>
                  <a:pt x="174853" y="0"/>
                </a:cubicBez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760581" y="3441419"/>
            <a:ext cx="166905" cy="166905"/>
          </a:xfrm>
          <a:custGeom>
            <a:avLst/>
            <a:gdLst/>
            <a:ahLst/>
            <a:cxnLst/>
            <a:rect l="l" t="t" r="r" b="b"/>
            <a:pathLst>
              <a:path w="166905" h="166905">
                <a:moveTo>
                  <a:pt x="0" y="0"/>
                </a:moveTo>
                <a:lnTo>
                  <a:pt x="166905" y="0"/>
                </a:lnTo>
                <a:lnTo>
                  <a:pt x="166905" y="166905"/>
                </a:lnTo>
                <a:lnTo>
                  <a:pt x="0" y="16690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3810" y="333810"/>
            <a:ext cx="286123" cy="286123"/>
          </a:xfrm>
          <a:custGeom>
            <a:avLst/>
            <a:gdLst/>
            <a:ahLst/>
            <a:cxnLst/>
            <a:rect l="l" t="t" r="r" b="b"/>
            <a:pathLst>
              <a:path w="286123" h="286123">
                <a:moveTo>
                  <a:pt x="0" y="0"/>
                </a:moveTo>
                <a:lnTo>
                  <a:pt x="286123" y="0"/>
                </a:lnTo>
                <a:lnTo>
                  <a:pt x="286123" y="286123"/>
                </a:lnTo>
                <a:lnTo>
                  <a:pt x="0" y="28612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6269" y="405340"/>
            <a:ext cx="125179" cy="143061"/>
          </a:xfrm>
          <a:custGeom>
            <a:avLst/>
            <a:gdLst/>
            <a:ahLst/>
            <a:cxnLst/>
            <a:rect l="l" t="t" r="r" b="b"/>
            <a:pathLst>
              <a:path w="125179" h="143061">
                <a:moveTo>
                  <a:pt x="35765" y="0"/>
                </a:moveTo>
                <a:cubicBezTo>
                  <a:pt x="40711" y="0"/>
                  <a:pt x="44707" y="3996"/>
                  <a:pt x="44707" y="8941"/>
                </a:cubicBezTo>
                <a:lnTo>
                  <a:pt x="44707" y="17883"/>
                </a:lnTo>
                <a:lnTo>
                  <a:pt x="80472" y="17883"/>
                </a:lnTo>
                <a:lnTo>
                  <a:pt x="80472" y="8941"/>
                </a:lnTo>
                <a:cubicBezTo>
                  <a:pt x="80472" y="3996"/>
                  <a:pt x="84468" y="0"/>
                  <a:pt x="89413" y="0"/>
                </a:cubicBezTo>
                <a:cubicBezTo>
                  <a:pt x="94359" y="0"/>
                  <a:pt x="98355" y="3996"/>
                  <a:pt x="98355" y="8941"/>
                </a:cubicBezTo>
                <a:lnTo>
                  <a:pt x="98355" y="17883"/>
                </a:lnTo>
                <a:lnTo>
                  <a:pt x="107296" y="17883"/>
                </a:lnTo>
                <a:cubicBezTo>
                  <a:pt x="117159" y="17883"/>
                  <a:pt x="125179" y="25902"/>
                  <a:pt x="125179" y="35765"/>
                </a:cubicBezTo>
                <a:lnTo>
                  <a:pt x="125179" y="116237"/>
                </a:lnTo>
                <a:cubicBezTo>
                  <a:pt x="125179" y="126101"/>
                  <a:pt x="117159" y="134120"/>
                  <a:pt x="107296" y="134120"/>
                </a:cubicBezTo>
                <a:lnTo>
                  <a:pt x="17883" y="134120"/>
                </a:lnTo>
                <a:cubicBezTo>
                  <a:pt x="8019" y="134120"/>
                  <a:pt x="0" y="126101"/>
                  <a:pt x="0" y="116237"/>
                </a:cubicBezTo>
                <a:lnTo>
                  <a:pt x="0" y="35765"/>
                </a:lnTo>
                <a:cubicBezTo>
                  <a:pt x="0" y="25902"/>
                  <a:pt x="8019" y="17883"/>
                  <a:pt x="17883" y="17883"/>
                </a:cubicBezTo>
                <a:lnTo>
                  <a:pt x="26824" y="17883"/>
                </a:lnTo>
                <a:lnTo>
                  <a:pt x="26824" y="8941"/>
                </a:lnTo>
                <a:cubicBezTo>
                  <a:pt x="26824" y="3996"/>
                  <a:pt x="30820" y="0"/>
                  <a:pt x="35765" y="0"/>
                </a:cubicBezTo>
                <a:close/>
                <a:moveTo>
                  <a:pt x="86172" y="63903"/>
                </a:moveTo>
                <a:cubicBezTo>
                  <a:pt x="88128" y="60773"/>
                  <a:pt x="87178" y="56638"/>
                  <a:pt x="84049" y="54654"/>
                </a:cubicBezTo>
                <a:cubicBezTo>
                  <a:pt x="80919" y="52670"/>
                  <a:pt x="76784" y="53648"/>
                  <a:pt x="74800" y="56777"/>
                </a:cubicBezTo>
                <a:lnTo>
                  <a:pt x="57644" y="84244"/>
                </a:lnTo>
                <a:lnTo>
                  <a:pt x="50099" y="74185"/>
                </a:lnTo>
                <a:cubicBezTo>
                  <a:pt x="47864" y="71223"/>
                  <a:pt x="43673" y="70609"/>
                  <a:pt x="40711" y="72844"/>
                </a:cubicBezTo>
                <a:cubicBezTo>
                  <a:pt x="37749" y="75079"/>
                  <a:pt x="37134" y="79270"/>
                  <a:pt x="39370" y="82232"/>
                </a:cubicBezTo>
                <a:lnTo>
                  <a:pt x="52782" y="100115"/>
                </a:lnTo>
                <a:cubicBezTo>
                  <a:pt x="54095" y="101875"/>
                  <a:pt x="56219" y="102881"/>
                  <a:pt x="58426" y="102797"/>
                </a:cubicBezTo>
                <a:cubicBezTo>
                  <a:pt x="60633" y="102714"/>
                  <a:pt x="62645" y="101540"/>
                  <a:pt x="63819" y="99640"/>
                </a:cubicBezTo>
                <a:lnTo>
                  <a:pt x="86172" y="63875"/>
                </a:ln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202" y="317914"/>
            <a:ext cx="2463833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3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Temporal Integrity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9150" y="707359"/>
            <a:ext cx="1510091" cy="15896"/>
          </a:xfrm>
          <a:custGeom>
            <a:avLst/>
            <a:gdLst/>
            <a:ahLst/>
            <a:cxnLst/>
            <a:rect l="l" t="t" r="r" b="b"/>
            <a:pathLst>
              <a:path w="1510091" h="15896">
                <a:moveTo>
                  <a:pt x="0" y="0"/>
                </a:moveTo>
                <a:lnTo>
                  <a:pt x="1510091" y="0"/>
                </a:lnTo>
                <a:lnTo>
                  <a:pt x="1510091" y="15896"/>
                </a:lnTo>
                <a:lnTo>
                  <a:pt x="0" y="1589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7914" y="794785"/>
            <a:ext cx="11635651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Double-Booking Prevention for Rooms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810" y="1160386"/>
            <a:ext cx="5682712" cy="1351134"/>
          </a:xfrm>
          <a:custGeom>
            <a:avLst/>
            <a:gdLst/>
            <a:ahLst/>
            <a:cxnLst/>
            <a:rect l="l" t="t" r="r" b="b"/>
            <a:pathLst>
              <a:path w="5682712" h="1351134">
                <a:moveTo>
                  <a:pt x="0" y="0"/>
                </a:moveTo>
                <a:lnTo>
                  <a:pt x="5682712" y="0"/>
                </a:lnTo>
                <a:lnTo>
                  <a:pt x="5682712" y="1351134"/>
                </a:lnTo>
                <a:lnTo>
                  <a:pt x="0" y="13511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8793" y="1315369"/>
            <a:ext cx="230488" cy="230488"/>
          </a:xfrm>
          <a:custGeom>
            <a:avLst/>
            <a:gdLst/>
            <a:ahLst/>
            <a:cxnLst/>
            <a:rect l="l" t="t" r="r" b="b"/>
            <a:pathLst>
              <a:path w="230488" h="230488">
                <a:moveTo>
                  <a:pt x="0" y="0"/>
                </a:moveTo>
                <a:lnTo>
                  <a:pt x="230488" y="0"/>
                </a:lnTo>
                <a:lnTo>
                  <a:pt x="230488" y="230488"/>
                </a:lnTo>
                <a:lnTo>
                  <a:pt x="0" y="23048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0389" y="1374978"/>
            <a:ext cx="111270" cy="111270"/>
          </a:xfrm>
          <a:custGeom>
            <a:avLst/>
            <a:gdLst/>
            <a:ahLst/>
            <a:cxnLst/>
            <a:rect l="l" t="t" r="r" b="b"/>
            <a:pathLst>
              <a:path w="111270" h="111270">
                <a:moveTo>
                  <a:pt x="55635" y="111270"/>
                </a:moveTo>
                <a:cubicBezTo>
                  <a:pt x="86341" y="111270"/>
                  <a:pt x="111270" y="86341"/>
                  <a:pt x="111270" y="55635"/>
                </a:cubicBezTo>
                <a:cubicBezTo>
                  <a:pt x="111270" y="24929"/>
                  <a:pt x="86341" y="0"/>
                  <a:pt x="55635" y="0"/>
                </a:cubicBezTo>
                <a:cubicBezTo>
                  <a:pt x="24929" y="0"/>
                  <a:pt x="0" y="24929"/>
                  <a:pt x="0" y="55635"/>
                </a:cubicBezTo>
                <a:cubicBezTo>
                  <a:pt x="0" y="86341"/>
                  <a:pt x="24929" y="111270"/>
                  <a:pt x="55635" y="111270"/>
                </a:cubicBezTo>
                <a:close/>
                <a:moveTo>
                  <a:pt x="55635" y="38249"/>
                </a:moveTo>
                <a:cubicBezTo>
                  <a:pt x="51788" y="38249"/>
                  <a:pt x="48681" y="41357"/>
                  <a:pt x="48681" y="45203"/>
                </a:cubicBezTo>
                <a:cubicBezTo>
                  <a:pt x="48681" y="48094"/>
                  <a:pt x="46355" y="50419"/>
                  <a:pt x="43465" y="50419"/>
                </a:cubicBezTo>
                <a:cubicBezTo>
                  <a:pt x="40574" y="50419"/>
                  <a:pt x="38249" y="48094"/>
                  <a:pt x="38249" y="45203"/>
                </a:cubicBezTo>
                <a:cubicBezTo>
                  <a:pt x="38249" y="35598"/>
                  <a:pt x="46029" y="27817"/>
                  <a:pt x="55635" y="27817"/>
                </a:cubicBezTo>
                <a:cubicBezTo>
                  <a:pt x="65241" y="27817"/>
                  <a:pt x="73021" y="35598"/>
                  <a:pt x="73021" y="45203"/>
                </a:cubicBezTo>
                <a:cubicBezTo>
                  <a:pt x="73021" y="55461"/>
                  <a:pt x="65197" y="59808"/>
                  <a:pt x="60851" y="61394"/>
                </a:cubicBezTo>
                <a:lnTo>
                  <a:pt x="60851" y="62220"/>
                </a:lnTo>
                <a:cubicBezTo>
                  <a:pt x="60851" y="65110"/>
                  <a:pt x="58525" y="67436"/>
                  <a:pt x="55635" y="67436"/>
                </a:cubicBezTo>
                <a:cubicBezTo>
                  <a:pt x="52745" y="67436"/>
                  <a:pt x="50419" y="65110"/>
                  <a:pt x="50419" y="62220"/>
                </a:cubicBezTo>
                <a:lnTo>
                  <a:pt x="50419" y="60460"/>
                </a:lnTo>
                <a:cubicBezTo>
                  <a:pt x="50419" y="56004"/>
                  <a:pt x="53636" y="52810"/>
                  <a:pt x="56961" y="51723"/>
                </a:cubicBezTo>
                <a:cubicBezTo>
                  <a:pt x="58351" y="51267"/>
                  <a:pt x="59829" y="50528"/>
                  <a:pt x="60916" y="49485"/>
                </a:cubicBezTo>
                <a:cubicBezTo>
                  <a:pt x="61850" y="48572"/>
                  <a:pt x="62589" y="47311"/>
                  <a:pt x="62589" y="45225"/>
                </a:cubicBezTo>
                <a:cubicBezTo>
                  <a:pt x="62589" y="41378"/>
                  <a:pt x="59482" y="38271"/>
                  <a:pt x="55635" y="38271"/>
                </a:cubicBezTo>
                <a:close/>
                <a:moveTo>
                  <a:pt x="48681" y="79975"/>
                </a:moveTo>
                <a:cubicBezTo>
                  <a:pt x="48681" y="76137"/>
                  <a:pt x="51797" y="73021"/>
                  <a:pt x="55635" y="73021"/>
                </a:cubicBezTo>
                <a:cubicBezTo>
                  <a:pt x="59473" y="73021"/>
                  <a:pt x="62589" y="76137"/>
                  <a:pt x="62589" y="79975"/>
                </a:cubicBezTo>
                <a:cubicBezTo>
                  <a:pt x="62589" y="83813"/>
                  <a:pt x="59473" y="86930"/>
                  <a:pt x="55635" y="86930"/>
                </a:cubicBezTo>
                <a:cubicBezTo>
                  <a:pt x="51797" y="86930"/>
                  <a:pt x="48681" y="83813"/>
                  <a:pt x="48681" y="79975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4785" y="1319343"/>
            <a:ext cx="1080907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The Challenge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6871" y="1621361"/>
            <a:ext cx="5460172" cy="34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1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How do we prevent </a:t>
            </a:r>
            <a:r>
              <a:rPr kumimoji="0" lang="en-US" sz="1001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double-booking</a:t>
            </a:r>
            <a:r>
              <a:rPr kumimoji="0" lang="en-US" sz="1001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the same room while allowing </a:t>
            </a:r>
            <a:r>
              <a:rPr kumimoji="0" lang="en-US" sz="1001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same-day turnover</a:t>
            </a:r>
            <a:r>
              <a:rPr kumimoji="0" lang="en-US" sz="1001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(e.g., check-out 11 AM, check-in 3 PM)?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8793" y="2046571"/>
            <a:ext cx="5372746" cy="309966"/>
          </a:xfrm>
          <a:custGeom>
            <a:avLst/>
            <a:gdLst/>
            <a:ahLst/>
            <a:cxnLst/>
            <a:rect l="l" t="t" r="r" b="b"/>
            <a:pathLst>
              <a:path w="5372746" h="309966">
                <a:moveTo>
                  <a:pt x="0" y="0"/>
                </a:moveTo>
                <a:lnTo>
                  <a:pt x="5372746" y="0"/>
                </a:lnTo>
                <a:lnTo>
                  <a:pt x="5372746" y="309966"/>
                </a:lnTo>
                <a:lnTo>
                  <a:pt x="0" y="30996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4297" y="2122076"/>
            <a:ext cx="5277372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6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Interval overlap detection required!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3810" y="2638686"/>
            <a:ext cx="5682712" cy="1406769"/>
          </a:xfrm>
          <a:custGeom>
            <a:avLst/>
            <a:gdLst/>
            <a:ahLst/>
            <a:cxnLst/>
            <a:rect l="l" t="t" r="r" b="b"/>
            <a:pathLst>
              <a:path w="5682712" h="1406769">
                <a:moveTo>
                  <a:pt x="0" y="0"/>
                </a:moveTo>
                <a:lnTo>
                  <a:pt x="5682712" y="0"/>
                </a:lnTo>
                <a:lnTo>
                  <a:pt x="5682712" y="1406769"/>
                </a:lnTo>
                <a:lnTo>
                  <a:pt x="0" y="1406769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8793" y="2793669"/>
            <a:ext cx="230488" cy="230488"/>
          </a:xfrm>
          <a:custGeom>
            <a:avLst/>
            <a:gdLst/>
            <a:ahLst/>
            <a:cxnLst/>
            <a:rect l="l" t="t" r="r" b="b"/>
            <a:pathLst>
              <a:path w="230488" h="230488">
                <a:moveTo>
                  <a:pt x="0" y="0"/>
                </a:moveTo>
                <a:lnTo>
                  <a:pt x="230488" y="0"/>
                </a:lnTo>
                <a:lnTo>
                  <a:pt x="230488" y="230488"/>
                </a:lnTo>
                <a:lnTo>
                  <a:pt x="0" y="23048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4297" y="2853278"/>
            <a:ext cx="83452" cy="111270"/>
          </a:xfrm>
          <a:custGeom>
            <a:avLst/>
            <a:gdLst/>
            <a:ahLst/>
            <a:cxnLst/>
            <a:rect l="l" t="t" r="r" b="b"/>
            <a:pathLst>
              <a:path w="83452" h="111270">
                <a:moveTo>
                  <a:pt x="13909" y="0"/>
                </a:moveTo>
                <a:cubicBezTo>
                  <a:pt x="6237" y="0"/>
                  <a:pt x="0" y="6237"/>
                  <a:pt x="0" y="13909"/>
                </a:cubicBezTo>
                <a:lnTo>
                  <a:pt x="0" y="97361"/>
                </a:lnTo>
                <a:cubicBezTo>
                  <a:pt x="0" y="105033"/>
                  <a:pt x="6237" y="111270"/>
                  <a:pt x="13909" y="111270"/>
                </a:cubicBezTo>
                <a:lnTo>
                  <a:pt x="69544" y="111270"/>
                </a:lnTo>
                <a:cubicBezTo>
                  <a:pt x="77215" y="111270"/>
                  <a:pt x="83452" y="105033"/>
                  <a:pt x="83452" y="97361"/>
                </a:cubicBezTo>
                <a:lnTo>
                  <a:pt x="83452" y="13909"/>
                </a:lnTo>
                <a:cubicBezTo>
                  <a:pt x="83452" y="6237"/>
                  <a:pt x="77215" y="0"/>
                  <a:pt x="69544" y="0"/>
                </a:cubicBezTo>
                <a:lnTo>
                  <a:pt x="13909" y="0"/>
                </a:lnTo>
                <a:close/>
                <a:moveTo>
                  <a:pt x="20863" y="13909"/>
                </a:moveTo>
                <a:lnTo>
                  <a:pt x="62589" y="13909"/>
                </a:lnTo>
                <a:cubicBezTo>
                  <a:pt x="66436" y="13909"/>
                  <a:pt x="69544" y="17016"/>
                  <a:pt x="69544" y="20863"/>
                </a:cubicBezTo>
                <a:lnTo>
                  <a:pt x="69544" y="27817"/>
                </a:lnTo>
                <a:cubicBezTo>
                  <a:pt x="69544" y="31664"/>
                  <a:pt x="66436" y="34772"/>
                  <a:pt x="62589" y="34772"/>
                </a:cubicBezTo>
                <a:lnTo>
                  <a:pt x="20863" y="34772"/>
                </a:lnTo>
                <a:cubicBezTo>
                  <a:pt x="17016" y="34772"/>
                  <a:pt x="13909" y="31664"/>
                  <a:pt x="13909" y="27817"/>
                </a:cubicBezTo>
                <a:lnTo>
                  <a:pt x="13909" y="20863"/>
                </a:lnTo>
                <a:cubicBezTo>
                  <a:pt x="13909" y="17016"/>
                  <a:pt x="17016" y="13909"/>
                  <a:pt x="20863" y="13909"/>
                </a:cubicBezTo>
                <a:close/>
                <a:moveTo>
                  <a:pt x="24340" y="50419"/>
                </a:moveTo>
                <a:cubicBezTo>
                  <a:pt x="24340" y="53298"/>
                  <a:pt x="22003" y="55635"/>
                  <a:pt x="19125" y="55635"/>
                </a:cubicBezTo>
                <a:cubicBezTo>
                  <a:pt x="16246" y="55635"/>
                  <a:pt x="13909" y="53298"/>
                  <a:pt x="13909" y="50419"/>
                </a:cubicBezTo>
                <a:cubicBezTo>
                  <a:pt x="13909" y="47541"/>
                  <a:pt x="16246" y="45203"/>
                  <a:pt x="19125" y="45203"/>
                </a:cubicBezTo>
                <a:cubicBezTo>
                  <a:pt x="22003" y="45203"/>
                  <a:pt x="24340" y="47541"/>
                  <a:pt x="24340" y="50419"/>
                </a:cubicBezTo>
                <a:close/>
                <a:moveTo>
                  <a:pt x="41726" y="55635"/>
                </a:moveTo>
                <a:cubicBezTo>
                  <a:pt x="38848" y="55635"/>
                  <a:pt x="36510" y="53298"/>
                  <a:pt x="36510" y="50419"/>
                </a:cubicBezTo>
                <a:cubicBezTo>
                  <a:pt x="36510" y="47541"/>
                  <a:pt x="38848" y="45203"/>
                  <a:pt x="41726" y="45203"/>
                </a:cubicBezTo>
                <a:cubicBezTo>
                  <a:pt x="44605" y="45203"/>
                  <a:pt x="46942" y="47541"/>
                  <a:pt x="46942" y="50419"/>
                </a:cubicBezTo>
                <a:cubicBezTo>
                  <a:pt x="46942" y="53298"/>
                  <a:pt x="44605" y="55635"/>
                  <a:pt x="41726" y="55635"/>
                </a:cubicBezTo>
                <a:close/>
                <a:moveTo>
                  <a:pt x="69544" y="50419"/>
                </a:moveTo>
                <a:cubicBezTo>
                  <a:pt x="69544" y="53298"/>
                  <a:pt x="67207" y="55635"/>
                  <a:pt x="64328" y="55635"/>
                </a:cubicBezTo>
                <a:cubicBezTo>
                  <a:pt x="61449" y="55635"/>
                  <a:pt x="59112" y="53298"/>
                  <a:pt x="59112" y="50419"/>
                </a:cubicBezTo>
                <a:cubicBezTo>
                  <a:pt x="59112" y="47541"/>
                  <a:pt x="61449" y="45203"/>
                  <a:pt x="64328" y="45203"/>
                </a:cubicBezTo>
                <a:cubicBezTo>
                  <a:pt x="67207" y="45203"/>
                  <a:pt x="69544" y="47541"/>
                  <a:pt x="69544" y="50419"/>
                </a:cubicBezTo>
                <a:close/>
                <a:moveTo>
                  <a:pt x="19125" y="76498"/>
                </a:moveTo>
                <a:cubicBezTo>
                  <a:pt x="16246" y="76498"/>
                  <a:pt x="13909" y="74161"/>
                  <a:pt x="13909" y="71282"/>
                </a:cubicBezTo>
                <a:cubicBezTo>
                  <a:pt x="13909" y="68404"/>
                  <a:pt x="16246" y="66066"/>
                  <a:pt x="19125" y="66066"/>
                </a:cubicBezTo>
                <a:cubicBezTo>
                  <a:pt x="22003" y="66066"/>
                  <a:pt x="24340" y="68404"/>
                  <a:pt x="24340" y="71282"/>
                </a:cubicBezTo>
                <a:cubicBezTo>
                  <a:pt x="24340" y="74161"/>
                  <a:pt x="22003" y="76498"/>
                  <a:pt x="19125" y="76498"/>
                </a:cubicBezTo>
                <a:close/>
                <a:moveTo>
                  <a:pt x="46942" y="71282"/>
                </a:moveTo>
                <a:cubicBezTo>
                  <a:pt x="46942" y="74161"/>
                  <a:pt x="44605" y="76498"/>
                  <a:pt x="41726" y="76498"/>
                </a:cubicBezTo>
                <a:cubicBezTo>
                  <a:pt x="38848" y="76498"/>
                  <a:pt x="36510" y="74161"/>
                  <a:pt x="36510" y="71282"/>
                </a:cubicBezTo>
                <a:cubicBezTo>
                  <a:pt x="36510" y="68404"/>
                  <a:pt x="38848" y="66066"/>
                  <a:pt x="41726" y="66066"/>
                </a:cubicBezTo>
                <a:cubicBezTo>
                  <a:pt x="44605" y="66066"/>
                  <a:pt x="46942" y="68404"/>
                  <a:pt x="46942" y="71282"/>
                </a:cubicBezTo>
                <a:close/>
                <a:moveTo>
                  <a:pt x="64328" y="76498"/>
                </a:moveTo>
                <a:cubicBezTo>
                  <a:pt x="61449" y="76498"/>
                  <a:pt x="59112" y="74161"/>
                  <a:pt x="59112" y="71282"/>
                </a:cubicBezTo>
                <a:cubicBezTo>
                  <a:pt x="59112" y="68404"/>
                  <a:pt x="61449" y="66066"/>
                  <a:pt x="64328" y="66066"/>
                </a:cubicBezTo>
                <a:cubicBezTo>
                  <a:pt x="67207" y="66066"/>
                  <a:pt x="69544" y="68404"/>
                  <a:pt x="69544" y="71282"/>
                </a:cubicBezTo>
                <a:cubicBezTo>
                  <a:pt x="69544" y="74161"/>
                  <a:pt x="67207" y="76498"/>
                  <a:pt x="64328" y="76498"/>
                </a:cubicBezTo>
                <a:close/>
                <a:moveTo>
                  <a:pt x="13909" y="92145"/>
                </a:moveTo>
                <a:cubicBezTo>
                  <a:pt x="13909" y="89255"/>
                  <a:pt x="16234" y="86930"/>
                  <a:pt x="19125" y="86930"/>
                </a:cubicBezTo>
                <a:lnTo>
                  <a:pt x="43465" y="86930"/>
                </a:lnTo>
                <a:cubicBezTo>
                  <a:pt x="46355" y="86930"/>
                  <a:pt x="48681" y="89255"/>
                  <a:pt x="48681" y="92145"/>
                </a:cubicBezTo>
                <a:cubicBezTo>
                  <a:pt x="48681" y="95036"/>
                  <a:pt x="46355" y="97361"/>
                  <a:pt x="43465" y="97361"/>
                </a:cubicBezTo>
                <a:lnTo>
                  <a:pt x="19125" y="97361"/>
                </a:lnTo>
                <a:cubicBezTo>
                  <a:pt x="16234" y="97361"/>
                  <a:pt x="13909" y="95036"/>
                  <a:pt x="13909" y="92145"/>
                </a:cubicBezTo>
                <a:close/>
                <a:moveTo>
                  <a:pt x="64328" y="86930"/>
                </a:moveTo>
                <a:cubicBezTo>
                  <a:pt x="67218" y="86930"/>
                  <a:pt x="69544" y="89255"/>
                  <a:pt x="69544" y="92145"/>
                </a:cubicBezTo>
                <a:cubicBezTo>
                  <a:pt x="69544" y="95036"/>
                  <a:pt x="67218" y="97361"/>
                  <a:pt x="64328" y="97361"/>
                </a:cubicBezTo>
                <a:cubicBezTo>
                  <a:pt x="61437" y="97361"/>
                  <a:pt x="59112" y="95036"/>
                  <a:pt x="59112" y="92145"/>
                </a:cubicBezTo>
                <a:cubicBezTo>
                  <a:pt x="59112" y="89255"/>
                  <a:pt x="61437" y="86930"/>
                  <a:pt x="64328" y="86930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4785" y="2797643"/>
            <a:ext cx="1525987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The Overlap Formula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8793" y="3111583"/>
            <a:ext cx="5372746" cy="405340"/>
          </a:xfrm>
          <a:custGeom>
            <a:avLst/>
            <a:gdLst/>
            <a:ahLst/>
            <a:cxnLst/>
            <a:rect l="l" t="t" r="r" b="b"/>
            <a:pathLst>
              <a:path w="5372746" h="405340">
                <a:moveTo>
                  <a:pt x="0" y="0"/>
                </a:moveTo>
                <a:lnTo>
                  <a:pt x="5372746" y="0"/>
                </a:lnTo>
                <a:lnTo>
                  <a:pt x="5372746" y="405340"/>
                </a:lnTo>
                <a:lnTo>
                  <a:pt x="0" y="405340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FFF5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4297" y="3218879"/>
            <a:ext cx="5221737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1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(StartA &lt; EndB) AND (EndA &gt; StartB)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6871" y="3592428"/>
            <a:ext cx="5452224" cy="30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76" b="0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Two intervals overlap if each starts before the other ends. This correctly handles edge cases like back-to-back bookings.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6348" y="1160386"/>
            <a:ext cx="5682712" cy="3044026"/>
          </a:xfrm>
          <a:custGeom>
            <a:avLst/>
            <a:gdLst/>
            <a:ahLst/>
            <a:cxnLst/>
            <a:rect l="l" t="t" r="r" b="b"/>
            <a:pathLst>
              <a:path w="5682712" h="3044026">
                <a:moveTo>
                  <a:pt x="0" y="0"/>
                </a:moveTo>
                <a:lnTo>
                  <a:pt x="5682712" y="0"/>
                </a:lnTo>
                <a:lnTo>
                  <a:pt x="5682712" y="3044026"/>
                </a:lnTo>
                <a:lnTo>
                  <a:pt x="0" y="30440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1331" y="1315369"/>
            <a:ext cx="230488" cy="230488"/>
          </a:xfrm>
          <a:custGeom>
            <a:avLst/>
            <a:gdLst/>
            <a:ahLst/>
            <a:cxnLst/>
            <a:rect l="l" t="t" r="r" b="b"/>
            <a:pathLst>
              <a:path w="230488" h="230488">
                <a:moveTo>
                  <a:pt x="0" y="0"/>
                </a:moveTo>
                <a:lnTo>
                  <a:pt x="230488" y="0"/>
                </a:lnTo>
                <a:lnTo>
                  <a:pt x="230488" y="230488"/>
                </a:lnTo>
                <a:lnTo>
                  <a:pt x="0" y="23048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85972" y="1374978"/>
            <a:ext cx="125179" cy="111270"/>
          </a:xfrm>
          <a:custGeom>
            <a:avLst/>
            <a:gdLst/>
            <a:ahLst/>
            <a:cxnLst/>
            <a:rect l="l" t="t" r="r" b="b"/>
            <a:pathLst>
              <a:path w="125179" h="111270">
                <a:moveTo>
                  <a:pt x="78410" y="261"/>
                </a:moveTo>
                <a:cubicBezTo>
                  <a:pt x="74716" y="-804"/>
                  <a:pt x="70869" y="1347"/>
                  <a:pt x="69804" y="5042"/>
                </a:cubicBezTo>
                <a:lnTo>
                  <a:pt x="41987" y="102403"/>
                </a:lnTo>
                <a:cubicBezTo>
                  <a:pt x="40922" y="106098"/>
                  <a:pt x="43074" y="109944"/>
                  <a:pt x="46768" y="111009"/>
                </a:cubicBezTo>
                <a:cubicBezTo>
                  <a:pt x="50463" y="112074"/>
                  <a:pt x="54309" y="109922"/>
                  <a:pt x="55374" y="106228"/>
                </a:cubicBezTo>
                <a:lnTo>
                  <a:pt x="83192" y="8867"/>
                </a:lnTo>
                <a:cubicBezTo>
                  <a:pt x="84257" y="5172"/>
                  <a:pt x="82105" y="1326"/>
                  <a:pt x="78410" y="261"/>
                </a:cubicBezTo>
                <a:close/>
                <a:moveTo>
                  <a:pt x="92450" y="29839"/>
                </a:moveTo>
                <a:cubicBezTo>
                  <a:pt x="89733" y="32555"/>
                  <a:pt x="89733" y="36967"/>
                  <a:pt x="92450" y="39683"/>
                </a:cubicBezTo>
                <a:lnTo>
                  <a:pt x="108401" y="55635"/>
                </a:lnTo>
                <a:lnTo>
                  <a:pt x="92450" y="71587"/>
                </a:lnTo>
                <a:cubicBezTo>
                  <a:pt x="89733" y="74303"/>
                  <a:pt x="89733" y="78715"/>
                  <a:pt x="92450" y="81431"/>
                </a:cubicBezTo>
                <a:cubicBezTo>
                  <a:pt x="95166" y="84148"/>
                  <a:pt x="99578" y="84148"/>
                  <a:pt x="102294" y="81431"/>
                </a:cubicBezTo>
                <a:lnTo>
                  <a:pt x="123158" y="60568"/>
                </a:lnTo>
                <a:cubicBezTo>
                  <a:pt x="125874" y="57852"/>
                  <a:pt x="125874" y="53440"/>
                  <a:pt x="123158" y="50723"/>
                </a:cubicBezTo>
                <a:lnTo>
                  <a:pt x="102294" y="29860"/>
                </a:lnTo>
                <a:cubicBezTo>
                  <a:pt x="99578" y="27144"/>
                  <a:pt x="95166" y="27144"/>
                  <a:pt x="92450" y="29860"/>
                </a:cubicBezTo>
                <a:close/>
                <a:moveTo>
                  <a:pt x="32751" y="29839"/>
                </a:moveTo>
                <a:cubicBezTo>
                  <a:pt x="30034" y="27122"/>
                  <a:pt x="25622" y="27122"/>
                  <a:pt x="22906" y="29839"/>
                </a:cubicBezTo>
                <a:lnTo>
                  <a:pt x="2043" y="50702"/>
                </a:lnTo>
                <a:cubicBezTo>
                  <a:pt x="-674" y="53418"/>
                  <a:pt x="-674" y="57830"/>
                  <a:pt x="2043" y="60546"/>
                </a:cubicBezTo>
                <a:lnTo>
                  <a:pt x="22906" y="81410"/>
                </a:lnTo>
                <a:cubicBezTo>
                  <a:pt x="25622" y="84126"/>
                  <a:pt x="30034" y="84126"/>
                  <a:pt x="32751" y="81410"/>
                </a:cubicBezTo>
                <a:cubicBezTo>
                  <a:pt x="35467" y="78693"/>
                  <a:pt x="35467" y="74281"/>
                  <a:pt x="32751" y="71565"/>
                </a:cubicBezTo>
                <a:lnTo>
                  <a:pt x="16799" y="55635"/>
                </a:lnTo>
                <a:lnTo>
                  <a:pt x="32729" y="39683"/>
                </a:lnTo>
                <a:cubicBezTo>
                  <a:pt x="35446" y="36967"/>
                  <a:pt x="35446" y="32555"/>
                  <a:pt x="32729" y="29839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37323" y="1319343"/>
            <a:ext cx="1295499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PL/pgSQL Trigger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1331" y="1633283"/>
            <a:ext cx="5372746" cy="2416146"/>
          </a:xfrm>
          <a:custGeom>
            <a:avLst/>
            <a:gdLst/>
            <a:ahLst/>
            <a:cxnLst/>
            <a:rect l="l" t="t" r="r" b="b"/>
            <a:pathLst>
              <a:path w="5372746" h="2416146">
                <a:moveTo>
                  <a:pt x="0" y="0"/>
                </a:moveTo>
                <a:lnTo>
                  <a:pt x="5372746" y="0"/>
                </a:lnTo>
                <a:lnTo>
                  <a:pt x="5372746" y="2416146"/>
                </a:lnTo>
                <a:lnTo>
                  <a:pt x="0" y="2416146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6835" y="1712761"/>
            <a:ext cx="2516798" cy="22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1" b="0" i="0" u="none" strike="noStrike" kern="1200" cap="none" spc="0" normalizeH="0" baseline="0" noProof="0" dirty="0">
                <a:ln>
                  <a:noFill/>
                </a:ln>
                <a:solidFill>
                  <a:srgbClr val="4ECDC4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CREATE FUNCTION check_room_double_booking() RETURNS TRIGGER AS $$ BEGIN IF EXISTS ( SELECT 1 FROM hotel_bookings WHERE room_id = NEW.room_id AND status != 'cancelled' AND booking_id != COALESCE( NEW.booking_id, -1) AND check_in &lt; NEW.check_out AND check_out &gt; NEW.check_in ) THEN RAISE EXCEPTION 'Room % already booked!', NEW.room_id; END IF; RETURN NEW; END; $$ LANGUAGE plpgsql;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76348" y="4331578"/>
            <a:ext cx="5682712" cy="1494196"/>
          </a:xfrm>
          <a:custGeom>
            <a:avLst/>
            <a:gdLst/>
            <a:ahLst/>
            <a:cxnLst/>
            <a:rect l="l" t="t" r="r" b="b"/>
            <a:pathLst>
              <a:path w="5682712" h="1494196">
                <a:moveTo>
                  <a:pt x="0" y="0"/>
                </a:moveTo>
                <a:lnTo>
                  <a:pt x="5682712" y="0"/>
                </a:lnTo>
                <a:lnTo>
                  <a:pt x="5682712" y="1494196"/>
                </a:lnTo>
                <a:lnTo>
                  <a:pt x="0" y="14941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31331" y="4486561"/>
            <a:ext cx="230488" cy="230488"/>
          </a:xfrm>
          <a:custGeom>
            <a:avLst/>
            <a:gdLst/>
            <a:ahLst/>
            <a:cxnLst/>
            <a:rect l="l" t="t" r="r" b="b"/>
            <a:pathLst>
              <a:path w="230488" h="230488">
                <a:moveTo>
                  <a:pt x="0" y="0"/>
                </a:moveTo>
                <a:lnTo>
                  <a:pt x="230488" y="0"/>
                </a:lnTo>
                <a:lnTo>
                  <a:pt x="230488" y="230488"/>
                </a:lnTo>
                <a:lnTo>
                  <a:pt x="0" y="23048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92927" y="4546169"/>
            <a:ext cx="111270" cy="111270"/>
          </a:xfrm>
          <a:custGeom>
            <a:avLst/>
            <a:gdLst/>
            <a:ahLst/>
            <a:cxnLst/>
            <a:rect l="l" t="t" r="r" b="b"/>
            <a:pathLst>
              <a:path w="111270" h="111270">
                <a:moveTo>
                  <a:pt x="55635" y="0"/>
                </a:moveTo>
                <a:cubicBezTo>
                  <a:pt x="56635" y="0"/>
                  <a:pt x="57634" y="217"/>
                  <a:pt x="58547" y="630"/>
                </a:cubicBezTo>
                <a:lnTo>
                  <a:pt x="99491" y="17994"/>
                </a:lnTo>
                <a:cubicBezTo>
                  <a:pt x="104272" y="20016"/>
                  <a:pt x="107836" y="24731"/>
                  <a:pt x="107814" y="30425"/>
                </a:cubicBezTo>
                <a:cubicBezTo>
                  <a:pt x="107706" y="51984"/>
                  <a:pt x="98839" y="91428"/>
                  <a:pt x="61394" y="109357"/>
                </a:cubicBezTo>
                <a:cubicBezTo>
                  <a:pt x="57765" y="111096"/>
                  <a:pt x="53549" y="111096"/>
                  <a:pt x="49919" y="109357"/>
                </a:cubicBezTo>
                <a:cubicBezTo>
                  <a:pt x="12453" y="91428"/>
                  <a:pt x="3608" y="51984"/>
                  <a:pt x="3499" y="30425"/>
                </a:cubicBezTo>
                <a:cubicBezTo>
                  <a:pt x="3477" y="24731"/>
                  <a:pt x="7041" y="20016"/>
                  <a:pt x="11822" y="17994"/>
                </a:cubicBezTo>
                <a:lnTo>
                  <a:pt x="52745" y="630"/>
                </a:lnTo>
                <a:cubicBezTo>
                  <a:pt x="53657" y="217"/>
                  <a:pt x="54635" y="0"/>
                  <a:pt x="55635" y="0"/>
                </a:cubicBezTo>
                <a:close/>
                <a:moveTo>
                  <a:pt x="55635" y="14517"/>
                </a:moveTo>
                <a:lnTo>
                  <a:pt x="55635" y="96687"/>
                </a:lnTo>
                <a:cubicBezTo>
                  <a:pt x="85626" y="82170"/>
                  <a:pt x="93688" y="50006"/>
                  <a:pt x="93884" y="30751"/>
                </a:cubicBezTo>
                <a:lnTo>
                  <a:pt x="55635" y="14539"/>
                </a:lnTo>
                <a:lnTo>
                  <a:pt x="55635" y="14539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37323" y="4490535"/>
            <a:ext cx="1478300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Trigger Registration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1331" y="4804475"/>
            <a:ext cx="5372746" cy="866316"/>
          </a:xfrm>
          <a:custGeom>
            <a:avLst/>
            <a:gdLst/>
            <a:ahLst/>
            <a:cxnLst/>
            <a:rect l="l" t="t" r="r" b="b"/>
            <a:pathLst>
              <a:path w="5372746" h="866316">
                <a:moveTo>
                  <a:pt x="0" y="0"/>
                </a:moveTo>
                <a:lnTo>
                  <a:pt x="5372746" y="0"/>
                </a:lnTo>
                <a:lnTo>
                  <a:pt x="5372746" y="866316"/>
                </a:lnTo>
                <a:lnTo>
                  <a:pt x="0" y="866316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06835" y="4883953"/>
            <a:ext cx="2114811" cy="707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1" b="0" i="0" u="none" strike="noStrike" kern="1200" cap="none" spc="0" normalizeH="0" baseline="0" noProof="0" dirty="0">
                <a:ln>
                  <a:noFill/>
                </a:ln>
                <a:solidFill>
                  <a:srgbClr val="FFE66D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CREATE TRIGGER trg_no_double_booking BEFORE INSERT OR UPDATE ON hotel_bookings FOR EACH ROW EXECUTE FUNCTION check_room_double_booking();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33810" y="5984730"/>
            <a:ext cx="11524381" cy="540454"/>
          </a:xfrm>
          <a:custGeom>
            <a:avLst/>
            <a:gdLst/>
            <a:ahLst/>
            <a:cxnLst/>
            <a:rect l="l" t="t" r="r" b="b"/>
            <a:pathLst>
              <a:path w="11524381" h="540454">
                <a:moveTo>
                  <a:pt x="0" y="0"/>
                </a:moveTo>
                <a:lnTo>
                  <a:pt x="11524381" y="0"/>
                </a:lnTo>
                <a:lnTo>
                  <a:pt x="11524381" y="540454"/>
                </a:lnTo>
                <a:lnTo>
                  <a:pt x="0" y="54045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11272" y="6107922"/>
            <a:ext cx="294070" cy="294070"/>
          </a:xfrm>
          <a:custGeom>
            <a:avLst/>
            <a:gdLst/>
            <a:ahLst/>
            <a:cxnLst/>
            <a:rect l="l" t="t" r="r" b="b"/>
            <a:pathLst>
              <a:path w="294070" h="294070">
                <a:moveTo>
                  <a:pt x="0" y="0"/>
                </a:moveTo>
                <a:lnTo>
                  <a:pt x="294070" y="0"/>
                </a:lnTo>
                <a:lnTo>
                  <a:pt x="294070" y="294070"/>
                </a:lnTo>
                <a:lnTo>
                  <a:pt x="0" y="294070"/>
                </a:lnTo>
                <a:lnTo>
                  <a:pt x="0" y="0"/>
                </a:lnTo>
                <a:close/>
              </a:path>
            </a:pathLst>
          </a:custGeom>
          <a:solidFill>
            <a:srgbClr val="FFF5F5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98699" y="6175478"/>
            <a:ext cx="119218" cy="158957"/>
          </a:xfrm>
          <a:custGeom>
            <a:avLst/>
            <a:gdLst/>
            <a:ahLst/>
            <a:cxnLst/>
            <a:rect l="l" t="t" r="r" b="b"/>
            <a:pathLst>
              <a:path w="119218" h="158957">
                <a:moveTo>
                  <a:pt x="77585" y="20739"/>
                </a:moveTo>
                <a:cubicBezTo>
                  <a:pt x="80813" y="16299"/>
                  <a:pt x="79820" y="10090"/>
                  <a:pt x="75380" y="6861"/>
                </a:cubicBezTo>
                <a:cubicBezTo>
                  <a:pt x="70941" y="3632"/>
                  <a:pt x="64732" y="4626"/>
                  <a:pt x="61503" y="9066"/>
                </a:cubicBezTo>
                <a:lnTo>
                  <a:pt x="28594" y="54300"/>
                </a:lnTo>
                <a:lnTo>
                  <a:pt x="16951" y="42658"/>
                </a:lnTo>
                <a:cubicBezTo>
                  <a:pt x="13070" y="38777"/>
                  <a:pt x="6768" y="38777"/>
                  <a:pt x="2887" y="42658"/>
                </a:cubicBezTo>
                <a:cubicBezTo>
                  <a:pt x="-993" y="46538"/>
                  <a:pt x="-993" y="52841"/>
                  <a:pt x="2887" y="56722"/>
                </a:cubicBezTo>
                <a:lnTo>
                  <a:pt x="22757" y="76591"/>
                </a:lnTo>
                <a:cubicBezTo>
                  <a:pt x="24806" y="78640"/>
                  <a:pt x="27662" y="79696"/>
                  <a:pt x="30550" y="79478"/>
                </a:cubicBezTo>
                <a:cubicBezTo>
                  <a:pt x="33437" y="79261"/>
                  <a:pt x="36107" y="77771"/>
                  <a:pt x="37814" y="75411"/>
                </a:cubicBezTo>
                <a:lnTo>
                  <a:pt x="77554" y="20770"/>
                </a:lnTo>
                <a:close/>
                <a:moveTo>
                  <a:pt x="117324" y="62962"/>
                </a:moveTo>
                <a:cubicBezTo>
                  <a:pt x="120553" y="58522"/>
                  <a:pt x="119559" y="52313"/>
                  <a:pt x="115120" y="49084"/>
                </a:cubicBezTo>
                <a:cubicBezTo>
                  <a:pt x="110680" y="45855"/>
                  <a:pt x="104471" y="46849"/>
                  <a:pt x="101242" y="51288"/>
                </a:cubicBezTo>
                <a:lnTo>
                  <a:pt x="48463" y="123844"/>
                </a:lnTo>
                <a:lnTo>
                  <a:pt x="26886" y="102266"/>
                </a:lnTo>
                <a:cubicBezTo>
                  <a:pt x="23005" y="98386"/>
                  <a:pt x="16703" y="98386"/>
                  <a:pt x="12822" y="102266"/>
                </a:cubicBezTo>
                <a:cubicBezTo>
                  <a:pt x="8941" y="106147"/>
                  <a:pt x="8941" y="112450"/>
                  <a:pt x="12822" y="116330"/>
                </a:cubicBezTo>
                <a:lnTo>
                  <a:pt x="42627" y="146135"/>
                </a:lnTo>
                <a:cubicBezTo>
                  <a:pt x="44676" y="148184"/>
                  <a:pt x="47532" y="149239"/>
                  <a:pt x="50419" y="149022"/>
                </a:cubicBezTo>
                <a:cubicBezTo>
                  <a:pt x="53306" y="148805"/>
                  <a:pt x="55976" y="147315"/>
                  <a:pt x="57684" y="144955"/>
                </a:cubicBezTo>
                <a:lnTo>
                  <a:pt x="117293" y="62993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744430" y="6143687"/>
            <a:ext cx="5221737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6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Prevents double-booking • Allows same-day turnover • Schema-level enforcement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57761" y="405361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839450" y="7810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 rot="2700000">
            <a:off x="838761" y="510595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253663" y="6076950"/>
            <a:ext cx="1333500" cy="361950"/>
          </a:xfrm>
          <a:custGeom>
            <a:avLst/>
            <a:gdLst/>
            <a:ahLst/>
            <a:cxnLst/>
            <a:rect l="l" t="t" r="r" b="b"/>
            <a:pathLst>
              <a:path w="876300" h="266700">
                <a:moveTo>
                  <a:pt x="0" y="0"/>
                </a:moveTo>
                <a:lnTo>
                  <a:pt x="876300" y="0"/>
                </a:lnTo>
                <a:lnTo>
                  <a:pt x="876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End →</a:t>
            </a:r>
          </a:p>
        </p:txBody>
      </p:sp>
      <p:sp>
        <p:nvSpPr>
          <p:cNvPr id="6" name="Shape 4"/>
          <p:cNvSpPr/>
          <p:nvPr/>
        </p:nvSpPr>
        <p:spPr>
          <a:xfrm>
            <a:off x="471488" y="230028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3" y="0"/>
                </a:moveTo>
                <a:lnTo>
                  <a:pt x="138113" y="0"/>
                </a:lnTo>
                <a:cubicBezTo>
                  <a:pt x="214339" y="0"/>
                  <a:pt x="276225" y="61886"/>
                  <a:pt x="276225" y="138113"/>
                </a:cubicBezTo>
                <a:lnTo>
                  <a:pt x="276225" y="138113"/>
                </a:lnTo>
                <a:cubicBezTo>
                  <a:pt x="276225" y="214339"/>
                  <a:pt x="214339" y="276225"/>
                  <a:pt x="138113" y="276225"/>
                </a:cubicBezTo>
                <a:lnTo>
                  <a:pt x="138113" y="276225"/>
                </a:lnTo>
                <a:cubicBezTo>
                  <a:pt x="61886" y="276225"/>
                  <a:pt x="0" y="214339"/>
                  <a:pt x="0" y="138113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4ECDC4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 rot="720000">
            <a:off x="8868814" y="1711682"/>
            <a:ext cx="200025" cy="581025"/>
          </a:xfrm>
          <a:custGeom>
            <a:avLst/>
            <a:gdLst/>
            <a:ahLst/>
            <a:cxnLst/>
            <a:rect l="l" t="t" r="r" b="b"/>
            <a:pathLst>
              <a:path w="200025" h="581025">
                <a:moveTo>
                  <a:pt x="0" y="0"/>
                </a:moveTo>
                <a:lnTo>
                  <a:pt x="200025" y="0"/>
                </a:lnTo>
                <a:lnTo>
                  <a:pt x="200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81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6724650"/>
            <a:ext cx="12192000" cy="133350"/>
          </a:xfrm>
          <a:custGeom>
            <a:avLst/>
            <a:gdLst/>
            <a:ahLst/>
            <a:cxnLst/>
            <a:rect l="l" t="t" r="r" b="b"/>
            <a:pathLst>
              <a:path w="12192000" h="133350">
                <a:moveTo>
                  <a:pt x="0" y="0"/>
                </a:moveTo>
                <a:lnTo>
                  <a:pt x="12192000" y="0"/>
                </a:lnTo>
                <a:lnTo>
                  <a:pt x="1219200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672465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83745" y="1410891"/>
            <a:ext cx="5626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Hotel Reservation &amp; Flight Booking System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43525" y="2715816"/>
            <a:ext cx="1504950" cy="57150"/>
          </a:xfrm>
          <a:custGeom>
            <a:avLst/>
            <a:gdLst/>
            <a:ahLst/>
            <a:cxnLst/>
            <a:rect l="l" t="t" r="r" b="b"/>
            <a:pathLst>
              <a:path w="1504950" h="57150">
                <a:moveTo>
                  <a:pt x="0" y="0"/>
                </a:moveTo>
                <a:lnTo>
                  <a:pt x="1504950" y="0"/>
                </a:lnTo>
                <a:lnTo>
                  <a:pt x="15049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5400">
            <a:solidFill>
              <a:srgbClr val="2D34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95538" y="2934891"/>
            <a:ext cx="74009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This system represents a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diamond-level implementation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 of a travel booking engine. By shifting business logic from application code into the database schema, HRFBS ensures a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highlight>
                  <a:srgbClr val="FFE66D">
                    <a:alpha val="100000"/>
                  </a:srgbClr>
                </a:highlight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"Single Source of Truth"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that is immune to common synchronization bugs.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47850" y="4094559"/>
            <a:ext cx="2705100" cy="1485900"/>
          </a:xfrm>
          <a:custGeom>
            <a:avLst/>
            <a:gdLst/>
            <a:ahLst/>
            <a:cxnLst/>
            <a:rect l="l" t="t" r="r" b="b"/>
            <a:pathLst>
              <a:path w="2705100" h="1485900">
                <a:moveTo>
                  <a:pt x="0" y="0"/>
                </a:moveTo>
                <a:lnTo>
                  <a:pt x="2705100" y="0"/>
                </a:lnTo>
                <a:lnTo>
                  <a:pt x="27051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90850" y="4246959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17056" y="43612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38337" y="4761309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Schema-Level Integrity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47863" y="5066109"/>
            <a:ext cx="2505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Business logic enforced via constraints, triggers &amp; indexes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43450" y="4094559"/>
            <a:ext cx="2705100" cy="1485900"/>
          </a:xfrm>
          <a:custGeom>
            <a:avLst/>
            <a:gdLst/>
            <a:ahLst/>
            <a:cxnLst/>
            <a:rect l="l" t="t" r="r" b="b"/>
            <a:pathLst>
              <a:path w="2705100" h="1485900">
                <a:moveTo>
                  <a:pt x="0" y="0"/>
                </a:moveTo>
                <a:lnTo>
                  <a:pt x="2705100" y="0"/>
                </a:lnTo>
                <a:lnTo>
                  <a:pt x="27051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86450" y="4246959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00750" y="43612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33938" y="4761309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12 BI Queries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3463" y="5066109"/>
            <a:ext cx="2505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Actionable insights for stakeholders &amp; decision makers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39050" y="4094559"/>
            <a:ext cx="2705100" cy="1485900"/>
          </a:xfrm>
          <a:custGeom>
            <a:avLst/>
            <a:gdLst/>
            <a:ahLst/>
            <a:cxnLst/>
            <a:rect l="l" t="t" r="r" b="b"/>
            <a:pathLst>
              <a:path w="2705100" h="1485900">
                <a:moveTo>
                  <a:pt x="0" y="0"/>
                </a:moveTo>
                <a:lnTo>
                  <a:pt x="2705100" y="0"/>
                </a:lnTo>
                <a:lnTo>
                  <a:pt x="27051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82050" y="4246959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419100" y="0"/>
                </a:lnTo>
                <a:lnTo>
                  <a:pt x="419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896350" y="43612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3421" y="12576"/>
                </a:moveTo>
                <a:cubicBezTo>
                  <a:pt x="45095" y="10306"/>
                  <a:pt x="47774" y="8930"/>
                  <a:pt x="50602" y="8930"/>
                </a:cubicBezTo>
                <a:lnTo>
                  <a:pt x="139898" y="8930"/>
                </a:lnTo>
                <a:cubicBezTo>
                  <a:pt x="142726" y="8930"/>
                  <a:pt x="145405" y="10269"/>
                  <a:pt x="147079" y="12576"/>
                </a:cubicBezTo>
                <a:lnTo>
                  <a:pt x="188751" y="69131"/>
                </a:lnTo>
                <a:cubicBezTo>
                  <a:pt x="191281" y="72554"/>
                  <a:pt x="191021" y="77279"/>
                  <a:pt x="188193" y="80442"/>
                </a:cubicBezTo>
                <a:lnTo>
                  <a:pt x="101873" y="175692"/>
                </a:lnTo>
                <a:cubicBezTo>
                  <a:pt x="100199" y="177552"/>
                  <a:pt x="97780" y="178631"/>
                  <a:pt x="95250" y="178631"/>
                </a:cubicBezTo>
                <a:cubicBezTo>
                  <a:pt x="92720" y="178631"/>
                  <a:pt x="90339" y="177552"/>
                  <a:pt x="88627" y="175692"/>
                </a:cubicBezTo>
                <a:lnTo>
                  <a:pt x="2307" y="80442"/>
                </a:lnTo>
                <a:cubicBezTo>
                  <a:pt x="-558" y="77279"/>
                  <a:pt x="-781" y="72554"/>
                  <a:pt x="1749" y="69131"/>
                </a:cubicBezTo>
                <a:lnTo>
                  <a:pt x="43421" y="12576"/>
                </a:lnTo>
                <a:close/>
                <a:moveTo>
                  <a:pt x="57745" y="27384"/>
                </a:moveTo>
                <a:cubicBezTo>
                  <a:pt x="56517" y="28315"/>
                  <a:pt x="56183" y="29989"/>
                  <a:pt x="56964" y="31291"/>
                </a:cubicBezTo>
                <a:lnTo>
                  <a:pt x="78321" y="66898"/>
                </a:lnTo>
                <a:lnTo>
                  <a:pt x="23552" y="71438"/>
                </a:lnTo>
                <a:cubicBezTo>
                  <a:pt x="22027" y="71549"/>
                  <a:pt x="20836" y="72851"/>
                  <a:pt x="20836" y="74414"/>
                </a:cubicBezTo>
                <a:cubicBezTo>
                  <a:pt x="20836" y="75977"/>
                  <a:pt x="22027" y="77242"/>
                  <a:pt x="23552" y="77391"/>
                </a:cubicBezTo>
                <a:lnTo>
                  <a:pt x="94990" y="83344"/>
                </a:lnTo>
                <a:cubicBezTo>
                  <a:pt x="95138" y="83344"/>
                  <a:pt x="95324" y="83344"/>
                  <a:pt x="95473" y="83344"/>
                </a:cubicBezTo>
                <a:lnTo>
                  <a:pt x="166911" y="77391"/>
                </a:lnTo>
                <a:cubicBezTo>
                  <a:pt x="168436" y="77279"/>
                  <a:pt x="169627" y="75977"/>
                  <a:pt x="169627" y="74414"/>
                </a:cubicBezTo>
                <a:cubicBezTo>
                  <a:pt x="169627" y="72851"/>
                  <a:pt x="168436" y="71586"/>
                  <a:pt x="166911" y="71438"/>
                </a:cubicBezTo>
                <a:lnTo>
                  <a:pt x="112142" y="66861"/>
                </a:lnTo>
                <a:lnTo>
                  <a:pt x="133499" y="31291"/>
                </a:lnTo>
                <a:cubicBezTo>
                  <a:pt x="134280" y="29989"/>
                  <a:pt x="133945" y="28277"/>
                  <a:pt x="132717" y="27384"/>
                </a:cubicBezTo>
                <a:cubicBezTo>
                  <a:pt x="131490" y="26491"/>
                  <a:pt x="129778" y="26640"/>
                  <a:pt x="128736" y="27756"/>
                </a:cubicBezTo>
                <a:lnTo>
                  <a:pt x="95250" y="64071"/>
                </a:lnTo>
                <a:lnTo>
                  <a:pt x="61726" y="27756"/>
                </a:lnTo>
                <a:cubicBezTo>
                  <a:pt x="60685" y="26640"/>
                  <a:pt x="58973" y="26491"/>
                  <a:pt x="57745" y="27384"/>
                </a:cubicBezTo>
                <a:close/>
              </a:path>
            </a:pathLst>
          </a:custGeom>
          <a:solidFill>
            <a:srgbClr val="2D343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29538" y="4761309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Advanced Patterns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39062" y="5066109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XOR, Partial Indexes, Temporal Triggers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3365" y="5770959"/>
            <a:ext cx="1104900" cy="457200"/>
          </a:xfrm>
          <a:custGeom>
            <a:avLst/>
            <a:gdLst/>
            <a:ahLst/>
            <a:cxnLst/>
            <a:rect l="l" t="t" r="r" b="b"/>
            <a:pathLst>
              <a:path w="1104900" h="457200">
                <a:moveTo>
                  <a:pt x="0" y="0"/>
                </a:moveTo>
                <a:lnTo>
                  <a:pt x="1104900" y="0"/>
                </a:lnTo>
                <a:lnTo>
                  <a:pt x="1104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470053" y="5875734"/>
            <a:ext cx="77204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10 Tables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599286" y="5770959"/>
            <a:ext cx="1200150" cy="457200"/>
          </a:xfrm>
          <a:custGeom>
            <a:avLst/>
            <a:gdLst/>
            <a:ahLst/>
            <a:cxnLst/>
            <a:rect l="l" t="t" r="r" b="b"/>
            <a:pathLst>
              <a:path w="1200150" h="457200">
                <a:moveTo>
                  <a:pt x="0" y="0"/>
                </a:moveTo>
                <a:lnTo>
                  <a:pt x="1200150" y="0"/>
                </a:lnTo>
                <a:lnTo>
                  <a:pt x="1200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765974" y="5875734"/>
            <a:ext cx="86714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5F5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3 Patterns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990308" y="5770959"/>
            <a:ext cx="895350" cy="457200"/>
          </a:xfrm>
          <a:custGeom>
            <a:avLst/>
            <a:gdLst/>
            <a:ahLst/>
            <a:cxnLst/>
            <a:rect l="l" t="t" r="r" b="b"/>
            <a:pathLst>
              <a:path w="895350" h="457200">
                <a:moveTo>
                  <a:pt x="0" y="0"/>
                </a:moveTo>
                <a:lnTo>
                  <a:pt x="895350" y="0"/>
                </a:lnTo>
                <a:lnTo>
                  <a:pt x="8953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50800">
            <a:solidFill>
              <a:srgbClr val="2D3436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56996" y="5875734"/>
            <a:ext cx="56495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2D3436"/>
                </a:solidFill>
                <a:effectLst/>
                <a:uLnTx/>
                <a:uFillTx/>
                <a:latin typeface="Coda" pitchFamily="34" charset="0"/>
                <a:ea typeface="Coda" pitchFamily="34" charset="-122"/>
                <a:cs typeface="Coda" pitchFamily="34" charset="-120"/>
              </a:rPr>
              <a:t>1 Truth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A52A93A-9A89-B6B1-F7FB-9BCF18536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5" y="467680"/>
            <a:ext cx="3118469" cy="676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C04D532CE49D4BA28633E8A9F78B03" ma:contentTypeVersion="11" ma:contentTypeDescription="Create a new document." ma:contentTypeScope="" ma:versionID="9de1f373d3f85013376e94f3e98adb65">
  <xsd:schema xmlns:xsd="http://www.w3.org/2001/XMLSchema" xmlns:xs="http://www.w3.org/2001/XMLSchema" xmlns:p="http://schemas.microsoft.com/office/2006/metadata/properties" xmlns:ns3="257c21ec-c115-41f2-b9af-828a3945ce97" xmlns:ns4="e3e9a9b0-607d-4988-9eab-146289363710" targetNamespace="http://schemas.microsoft.com/office/2006/metadata/properties" ma:root="true" ma:fieldsID="141ff8a6c95d56e072f75bb943c2e6e3" ns3:_="" ns4:_="">
    <xsd:import namespace="257c21ec-c115-41f2-b9af-828a3945ce97"/>
    <xsd:import namespace="e3e9a9b0-607d-4988-9eab-14628936371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c21ec-c115-41f2-b9af-828a3945ce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e9a9b0-607d-4988-9eab-14628936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7c21ec-c115-41f2-b9af-828a3945ce97" xsi:nil="true"/>
  </documentManagement>
</p:properties>
</file>

<file path=customXml/itemProps1.xml><?xml version="1.0" encoding="utf-8"?>
<ds:datastoreItem xmlns:ds="http://schemas.openxmlformats.org/officeDocument/2006/customXml" ds:itemID="{96C600B5-0DBC-42D3-A8A5-747C185C32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7c21ec-c115-41f2-b9af-828a3945ce97"/>
    <ds:schemaRef ds:uri="e3e9a9b0-607d-4988-9eab-14628936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C35A70-A60E-4C26-8987-22C5682729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240708-84DF-4C42-9449-1FC1D6EEF0FE}">
  <ds:schemaRefs>
    <ds:schemaRef ds:uri="e3e9a9b0-607d-4988-9eab-146289363710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57c21ec-c115-41f2-b9af-828a3945ce97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1236</Words>
  <Application>Microsoft Office PowerPoint</Application>
  <PresentationFormat>Widescreen</PresentationFormat>
  <Paragraphs>171</Paragraphs>
  <Slides>26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Avenir Next LT Pro</vt:lpstr>
      <vt:lpstr>Calibri</vt:lpstr>
      <vt:lpstr>Coda</vt:lpstr>
      <vt:lpstr>Liter</vt:lpstr>
      <vt:lpstr>MiSans</vt:lpstr>
      <vt:lpstr>Posterama</vt:lpstr>
      <vt:lpstr>SineVTI</vt:lpstr>
      <vt:lpstr>Custom Theme</vt:lpstr>
      <vt:lpstr>Hotel Reservation &amp; Flight Booking System</vt:lpstr>
      <vt:lpstr>PowerPoint Presentation</vt:lpstr>
      <vt:lpstr>PowerPoint Presentation</vt:lpstr>
      <vt:lpstr>Entity Extraction</vt:lpstr>
      <vt:lpstr>Entity Relationship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much has each hotel made from confirmed bookings?</vt:lpstr>
      <vt:lpstr>Which rooms are free in Cairo between Apr, 1st and May, 1st?</vt:lpstr>
      <vt:lpstr>Who is spending the most across both booking types?</vt:lpstr>
      <vt:lpstr>For each flight, how full is it?</vt:lpstr>
      <vt:lpstr>Which hotels are guests actually happy with?</vt:lpstr>
      <vt:lpstr>How much came in each month, split by hotel vs flight?</vt:lpstr>
      <vt:lpstr>Which routes get the most bookings and revenue?</vt:lpstr>
      <vt:lpstr>Which customers booked both a hotel and a flight?</vt:lpstr>
      <vt:lpstr>What's the ratio of (confirmed/pending/cancelled) across both booking types?</vt:lpstr>
      <vt:lpstr>Which payment method brings in the most money?</vt:lpstr>
      <vt:lpstr>What does the day-by-day revenue growth look like?</vt:lpstr>
      <vt:lpstr>Every booking a customer ever made, hotel or flight, in one unified list.</vt:lpstr>
      <vt:lpstr>Decisions &amp; Problems Solved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Taha</dc:creator>
  <cp:lastModifiedBy>احمد طه احمد عبدالرحيم</cp:lastModifiedBy>
  <cp:revision>2</cp:revision>
  <dcterms:created xsi:type="dcterms:W3CDTF">2026-03-25T15:59:10Z</dcterms:created>
  <dcterms:modified xsi:type="dcterms:W3CDTF">2026-03-25T22:26:37Z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0x0101009AC04D532CE49D4BA28633E8A9F78B03</vt:lpwstr>
  </property>
</Properties>
</file>