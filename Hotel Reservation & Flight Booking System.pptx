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8" r:id="rId4"/>
    <p:sldMasterId id="2147483739" r:id="rId5"/>
  </p:sldMasterIdLst>
  <p:notesMasterIdLst>
    <p:notesMasterId r:id="rId32"/>
  </p:notesMasterIdLst>
  <p:sldIdLst>
    <p:sldId id="258" r:id="rId6"/>
    <p:sldId id="278" r:id="rId7"/>
    <p:sldId id="279" r:id="rId8"/>
    <p:sldId id="257" r:id="rId9"/>
    <p:sldId id="260" r:id="rId10"/>
    <p:sldId id="281" r:id="rId11"/>
    <p:sldId id="285" r:id="rId12"/>
    <p:sldId id="282" r:id="rId13"/>
    <p:sldId id="283" r:id="rId14"/>
    <p:sldId id="284" r:id="rId15"/>
    <p:sldId id="264" r:id="rId16"/>
    <p:sldId id="262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6" r:id="rId28"/>
    <p:sldId id="277" r:id="rId29"/>
    <p:sldId id="261" r:id="rId30"/>
    <p:sldId id="280" r:id="rId3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3EC1953-6CD7-42F0-AC26-F2EF80072C99}" v="75" dt="2026-03-25T22:14:24.658"/>
    <p1510:client id="{3D9BE703-786E-5E4C-B029-B40674CD55E3}" v="48" dt="2026-03-26T06:24:07.35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817" autoAdjust="0"/>
    <p:restoredTop sz="94646"/>
  </p:normalViewPr>
  <p:slideViewPr>
    <p:cSldViewPr snapToGrid="0">
      <p:cViewPr>
        <p:scale>
          <a:sx n="96" d="100"/>
          <a:sy n="96" d="100"/>
        </p:scale>
        <p:origin x="1032" y="3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slide" Target="slides/slide21.xml"/><Relationship Id="rId21" Type="http://schemas.openxmlformats.org/officeDocument/2006/relationships/slide" Target="slides/slide16.xml"/><Relationship Id="rId34" Type="http://schemas.openxmlformats.org/officeDocument/2006/relationships/viewProps" Target="viewProps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slide" Target="slides/slide20.xml"/><Relationship Id="rId33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0" Type="http://schemas.openxmlformats.org/officeDocument/2006/relationships/slide" Target="slides/slide15.xml"/><Relationship Id="rId29" Type="http://schemas.openxmlformats.org/officeDocument/2006/relationships/slide" Target="slides/slide24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24" Type="http://schemas.openxmlformats.org/officeDocument/2006/relationships/slide" Target="slides/slide19.xml"/><Relationship Id="rId32" Type="http://schemas.openxmlformats.org/officeDocument/2006/relationships/notesMaster" Target="notesMasters/notesMaster1.xml"/><Relationship Id="rId37" Type="http://schemas.microsoft.com/office/2015/10/relationships/revisionInfo" Target="revisionInfo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slide" Target="slides/slide23.xml"/><Relationship Id="rId36" Type="http://schemas.openxmlformats.org/officeDocument/2006/relationships/tableStyles" Target="tableStyles.xml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31" Type="http://schemas.openxmlformats.org/officeDocument/2006/relationships/slide" Target="slides/slide2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slide" Target="slides/slide17.xml"/><Relationship Id="rId27" Type="http://schemas.openxmlformats.org/officeDocument/2006/relationships/slide" Target="slides/slide22.xml"/><Relationship Id="rId30" Type="http://schemas.openxmlformats.org/officeDocument/2006/relationships/slide" Target="slides/slide25.xml"/><Relationship Id="rId35" Type="http://schemas.openxmlformats.org/officeDocument/2006/relationships/theme" Target="theme/theme1.xml"/><Relationship Id="rId8" Type="http://schemas.openxmlformats.org/officeDocument/2006/relationships/slide" Target="slides/slide3.xml"/><Relationship Id="rId3" Type="http://schemas.openxmlformats.org/officeDocument/2006/relationships/customXml" Target="../customXml/item3.xml"/></Relationships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svg"/><Relationship Id="rId13" Type="http://schemas.openxmlformats.org/officeDocument/2006/relationships/image" Target="../media/image18.png"/><Relationship Id="rId18" Type="http://schemas.openxmlformats.org/officeDocument/2006/relationships/image" Target="../media/image23.sv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12" Type="http://schemas.openxmlformats.org/officeDocument/2006/relationships/image" Target="../media/image17.svg"/><Relationship Id="rId17" Type="http://schemas.openxmlformats.org/officeDocument/2006/relationships/image" Target="../media/image22.png"/><Relationship Id="rId2" Type="http://schemas.openxmlformats.org/officeDocument/2006/relationships/image" Target="../media/image7.svg"/><Relationship Id="rId16" Type="http://schemas.openxmlformats.org/officeDocument/2006/relationships/image" Target="../media/image21.svg"/><Relationship Id="rId20" Type="http://schemas.openxmlformats.org/officeDocument/2006/relationships/image" Target="../media/image25.svg"/><Relationship Id="rId1" Type="http://schemas.openxmlformats.org/officeDocument/2006/relationships/image" Target="../media/image6.png"/><Relationship Id="rId6" Type="http://schemas.openxmlformats.org/officeDocument/2006/relationships/image" Target="../media/image11.svg"/><Relationship Id="rId11" Type="http://schemas.openxmlformats.org/officeDocument/2006/relationships/image" Target="../media/image16.png"/><Relationship Id="rId5" Type="http://schemas.openxmlformats.org/officeDocument/2006/relationships/image" Target="../media/image10.png"/><Relationship Id="rId15" Type="http://schemas.openxmlformats.org/officeDocument/2006/relationships/image" Target="../media/image20.png"/><Relationship Id="rId10" Type="http://schemas.openxmlformats.org/officeDocument/2006/relationships/image" Target="../media/image15.svg"/><Relationship Id="rId19" Type="http://schemas.openxmlformats.org/officeDocument/2006/relationships/image" Target="../media/image24.png"/><Relationship Id="rId4" Type="http://schemas.openxmlformats.org/officeDocument/2006/relationships/image" Target="../media/image9.svg"/><Relationship Id="rId9" Type="http://schemas.openxmlformats.org/officeDocument/2006/relationships/image" Target="../media/image14.png"/><Relationship Id="rId14" Type="http://schemas.openxmlformats.org/officeDocument/2006/relationships/image" Target="../media/image19.sv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svg"/><Relationship Id="rId13" Type="http://schemas.openxmlformats.org/officeDocument/2006/relationships/image" Target="../media/image18.png"/><Relationship Id="rId18" Type="http://schemas.openxmlformats.org/officeDocument/2006/relationships/image" Target="../media/image23.sv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12" Type="http://schemas.openxmlformats.org/officeDocument/2006/relationships/image" Target="../media/image17.svg"/><Relationship Id="rId17" Type="http://schemas.openxmlformats.org/officeDocument/2006/relationships/image" Target="../media/image22.png"/><Relationship Id="rId2" Type="http://schemas.openxmlformats.org/officeDocument/2006/relationships/image" Target="../media/image7.svg"/><Relationship Id="rId16" Type="http://schemas.openxmlformats.org/officeDocument/2006/relationships/image" Target="../media/image21.svg"/><Relationship Id="rId20" Type="http://schemas.openxmlformats.org/officeDocument/2006/relationships/image" Target="../media/image25.svg"/><Relationship Id="rId1" Type="http://schemas.openxmlformats.org/officeDocument/2006/relationships/image" Target="../media/image6.png"/><Relationship Id="rId6" Type="http://schemas.openxmlformats.org/officeDocument/2006/relationships/image" Target="../media/image11.svg"/><Relationship Id="rId11" Type="http://schemas.openxmlformats.org/officeDocument/2006/relationships/image" Target="../media/image16.png"/><Relationship Id="rId5" Type="http://schemas.openxmlformats.org/officeDocument/2006/relationships/image" Target="../media/image10.png"/><Relationship Id="rId15" Type="http://schemas.openxmlformats.org/officeDocument/2006/relationships/image" Target="../media/image20.png"/><Relationship Id="rId10" Type="http://schemas.openxmlformats.org/officeDocument/2006/relationships/image" Target="../media/image15.svg"/><Relationship Id="rId19" Type="http://schemas.openxmlformats.org/officeDocument/2006/relationships/image" Target="../media/image24.png"/><Relationship Id="rId4" Type="http://schemas.openxmlformats.org/officeDocument/2006/relationships/image" Target="../media/image9.svg"/><Relationship Id="rId9" Type="http://schemas.openxmlformats.org/officeDocument/2006/relationships/image" Target="../media/image14.png"/><Relationship Id="rId14" Type="http://schemas.openxmlformats.org/officeDocument/2006/relationships/image" Target="../media/image19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6CEFFE3-AFCD-4BEA-9185-6B338485871A}" type="doc">
      <dgm:prSet loTypeId="urn:microsoft.com/office/officeart/2008/layout/CaptionedPictures" loCatId="pictur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6C4B9689-C0ED-4FAD-953A-DB143615AF66}">
      <dgm:prSet/>
      <dgm:spPr/>
      <dgm:t>
        <a:bodyPr anchor="b"/>
        <a:lstStyle/>
        <a:p>
          <a:r>
            <a:rPr lang="en-US" dirty="0"/>
            <a:t>Users</a:t>
          </a:r>
        </a:p>
      </dgm:t>
    </dgm:pt>
    <dgm:pt modelId="{94DE26ED-36B5-4595-95F8-DD1FFA2C9F24}" type="parTrans" cxnId="{63339FE1-C2CC-4826-9417-01F38E68D89D}">
      <dgm:prSet/>
      <dgm:spPr/>
      <dgm:t>
        <a:bodyPr/>
        <a:lstStyle/>
        <a:p>
          <a:endParaRPr lang="en-US"/>
        </a:p>
      </dgm:t>
    </dgm:pt>
    <dgm:pt modelId="{730B8051-BD65-4047-91CC-E1363A4A07E7}" type="sibTrans" cxnId="{63339FE1-C2CC-4826-9417-01F38E68D89D}">
      <dgm:prSet/>
      <dgm:spPr/>
      <dgm:t>
        <a:bodyPr/>
        <a:lstStyle/>
        <a:p>
          <a:endParaRPr lang="en-US"/>
        </a:p>
      </dgm:t>
    </dgm:pt>
    <dgm:pt modelId="{3F0EE2F6-26F3-4922-A7C4-A3E6D785C292}">
      <dgm:prSet/>
      <dgm:spPr/>
      <dgm:t>
        <a:bodyPr anchor="b"/>
        <a:lstStyle/>
        <a:p>
          <a:r>
            <a:rPr lang="en-US" dirty="0"/>
            <a:t>Hotels</a:t>
          </a:r>
        </a:p>
      </dgm:t>
    </dgm:pt>
    <dgm:pt modelId="{2BD2104C-67F0-48F1-94E9-739CA5064CBC}" type="parTrans" cxnId="{A7711BAE-5CAD-4323-98B2-34B551CA02ED}">
      <dgm:prSet/>
      <dgm:spPr/>
      <dgm:t>
        <a:bodyPr/>
        <a:lstStyle/>
        <a:p>
          <a:endParaRPr lang="en-US"/>
        </a:p>
      </dgm:t>
    </dgm:pt>
    <dgm:pt modelId="{78B1CBCF-A412-4AF4-8409-9EA27EF2CFF8}" type="sibTrans" cxnId="{A7711BAE-5CAD-4323-98B2-34B551CA02ED}">
      <dgm:prSet/>
      <dgm:spPr/>
      <dgm:t>
        <a:bodyPr/>
        <a:lstStyle/>
        <a:p>
          <a:endParaRPr lang="en-US"/>
        </a:p>
      </dgm:t>
    </dgm:pt>
    <dgm:pt modelId="{D25B35ED-2252-4C9A-891B-77A8138AE9D6}">
      <dgm:prSet/>
      <dgm:spPr/>
      <dgm:t>
        <a:bodyPr anchor="b"/>
        <a:lstStyle/>
        <a:p>
          <a:r>
            <a:rPr lang="en-US" dirty="0"/>
            <a:t>Rooms</a:t>
          </a:r>
        </a:p>
      </dgm:t>
    </dgm:pt>
    <dgm:pt modelId="{4149E6AB-9848-4E7F-B27C-8DF4953A39F7}" type="parTrans" cxnId="{1DDA0543-759E-4683-8291-1D19D3959EB8}">
      <dgm:prSet/>
      <dgm:spPr/>
      <dgm:t>
        <a:bodyPr/>
        <a:lstStyle/>
        <a:p>
          <a:endParaRPr lang="en-US"/>
        </a:p>
      </dgm:t>
    </dgm:pt>
    <dgm:pt modelId="{1E48FB77-A564-4600-A13D-BE4B130AE18B}" type="sibTrans" cxnId="{1DDA0543-759E-4683-8291-1D19D3959EB8}">
      <dgm:prSet/>
      <dgm:spPr/>
      <dgm:t>
        <a:bodyPr/>
        <a:lstStyle/>
        <a:p>
          <a:endParaRPr lang="en-US"/>
        </a:p>
      </dgm:t>
    </dgm:pt>
    <dgm:pt modelId="{B526708C-A572-4AAC-954C-C78872D84F63}">
      <dgm:prSet/>
      <dgm:spPr/>
      <dgm:t>
        <a:bodyPr anchor="b"/>
        <a:lstStyle/>
        <a:p>
          <a:r>
            <a:rPr lang="en-US"/>
            <a:t>Airlines</a:t>
          </a:r>
        </a:p>
      </dgm:t>
    </dgm:pt>
    <dgm:pt modelId="{D22E384C-F9C2-4905-BB61-520D193AA508}" type="parTrans" cxnId="{06E3DB9C-7CEE-45B6-BABC-1DEDDFF59EE0}">
      <dgm:prSet/>
      <dgm:spPr/>
      <dgm:t>
        <a:bodyPr/>
        <a:lstStyle/>
        <a:p>
          <a:endParaRPr lang="en-US"/>
        </a:p>
      </dgm:t>
    </dgm:pt>
    <dgm:pt modelId="{40C3D7AC-DB5D-4EB4-8550-7489F59FB684}" type="sibTrans" cxnId="{06E3DB9C-7CEE-45B6-BABC-1DEDDFF59EE0}">
      <dgm:prSet/>
      <dgm:spPr/>
      <dgm:t>
        <a:bodyPr/>
        <a:lstStyle/>
        <a:p>
          <a:endParaRPr lang="en-US"/>
        </a:p>
      </dgm:t>
    </dgm:pt>
    <dgm:pt modelId="{053625C7-1EDD-4BEE-8D93-924F8EC578A3}">
      <dgm:prSet/>
      <dgm:spPr/>
      <dgm:t>
        <a:bodyPr anchor="b"/>
        <a:lstStyle/>
        <a:p>
          <a:r>
            <a:rPr lang="en-US"/>
            <a:t>Flights</a:t>
          </a:r>
        </a:p>
      </dgm:t>
    </dgm:pt>
    <dgm:pt modelId="{3F50A1B5-D1A9-49DF-B5E1-C1DAEB4A1A7D}" type="parTrans" cxnId="{E1B42261-E494-466C-B49A-BC67124062CA}">
      <dgm:prSet/>
      <dgm:spPr/>
      <dgm:t>
        <a:bodyPr/>
        <a:lstStyle/>
        <a:p>
          <a:endParaRPr lang="en-US"/>
        </a:p>
      </dgm:t>
    </dgm:pt>
    <dgm:pt modelId="{E118D61C-9E0F-4050-8998-920D2B1A8A1C}" type="sibTrans" cxnId="{E1B42261-E494-466C-B49A-BC67124062CA}">
      <dgm:prSet/>
      <dgm:spPr/>
      <dgm:t>
        <a:bodyPr/>
        <a:lstStyle/>
        <a:p>
          <a:endParaRPr lang="en-US"/>
        </a:p>
      </dgm:t>
    </dgm:pt>
    <dgm:pt modelId="{BB546900-9645-405D-B1D3-937405042E88}">
      <dgm:prSet/>
      <dgm:spPr/>
      <dgm:t>
        <a:bodyPr anchor="b"/>
        <a:lstStyle/>
        <a:p>
          <a:r>
            <a:rPr lang="en-US"/>
            <a:t>Seats</a:t>
          </a:r>
        </a:p>
      </dgm:t>
    </dgm:pt>
    <dgm:pt modelId="{8411F2D1-96F4-436E-A7B9-CD5A06641667}" type="parTrans" cxnId="{1038EA4B-F789-43D1-80D6-16965839A6F6}">
      <dgm:prSet/>
      <dgm:spPr/>
      <dgm:t>
        <a:bodyPr/>
        <a:lstStyle/>
        <a:p>
          <a:endParaRPr lang="en-US"/>
        </a:p>
      </dgm:t>
    </dgm:pt>
    <dgm:pt modelId="{8564E0ED-8A67-4C8C-AD31-5ADAC1517807}" type="sibTrans" cxnId="{1038EA4B-F789-43D1-80D6-16965839A6F6}">
      <dgm:prSet/>
      <dgm:spPr/>
      <dgm:t>
        <a:bodyPr/>
        <a:lstStyle/>
        <a:p>
          <a:endParaRPr lang="en-US"/>
        </a:p>
      </dgm:t>
    </dgm:pt>
    <dgm:pt modelId="{E735BCD7-DC70-4F68-BD35-743B22136E04}">
      <dgm:prSet/>
      <dgm:spPr/>
      <dgm:t>
        <a:bodyPr anchor="b"/>
        <a:lstStyle/>
        <a:p>
          <a:r>
            <a:rPr lang="en-US"/>
            <a:t>Hotel Bookings</a:t>
          </a:r>
        </a:p>
      </dgm:t>
    </dgm:pt>
    <dgm:pt modelId="{A90BBF76-26B5-4B8B-93D0-E6A94407B88C}" type="parTrans" cxnId="{2FE0D60E-B174-4CB6-88EC-A97D14160B59}">
      <dgm:prSet/>
      <dgm:spPr/>
      <dgm:t>
        <a:bodyPr/>
        <a:lstStyle/>
        <a:p>
          <a:endParaRPr lang="en-US"/>
        </a:p>
      </dgm:t>
    </dgm:pt>
    <dgm:pt modelId="{DF135AAC-E72B-4FDF-9D99-7107DFA9010D}" type="sibTrans" cxnId="{2FE0D60E-B174-4CB6-88EC-A97D14160B59}">
      <dgm:prSet/>
      <dgm:spPr/>
      <dgm:t>
        <a:bodyPr/>
        <a:lstStyle/>
        <a:p>
          <a:endParaRPr lang="en-US"/>
        </a:p>
      </dgm:t>
    </dgm:pt>
    <dgm:pt modelId="{45B63E34-8033-4784-8647-6CD9BC09E214}">
      <dgm:prSet/>
      <dgm:spPr/>
      <dgm:t>
        <a:bodyPr anchor="b"/>
        <a:lstStyle/>
        <a:p>
          <a:r>
            <a:rPr lang="en-US"/>
            <a:t>Flight Bookings</a:t>
          </a:r>
        </a:p>
      </dgm:t>
    </dgm:pt>
    <dgm:pt modelId="{91B30172-FCC4-4807-8404-F8B2D4DDE442}" type="parTrans" cxnId="{BD4051C5-26F0-4142-802D-60ADCBD49754}">
      <dgm:prSet/>
      <dgm:spPr/>
      <dgm:t>
        <a:bodyPr/>
        <a:lstStyle/>
        <a:p>
          <a:endParaRPr lang="en-US"/>
        </a:p>
      </dgm:t>
    </dgm:pt>
    <dgm:pt modelId="{D2A1E0C3-063F-4E49-857B-9D037013E4AC}" type="sibTrans" cxnId="{BD4051C5-26F0-4142-802D-60ADCBD49754}">
      <dgm:prSet/>
      <dgm:spPr/>
      <dgm:t>
        <a:bodyPr/>
        <a:lstStyle/>
        <a:p>
          <a:endParaRPr lang="en-US"/>
        </a:p>
      </dgm:t>
    </dgm:pt>
    <dgm:pt modelId="{3BEF4BC2-D536-4CBF-907B-BD6044149C21}">
      <dgm:prSet/>
      <dgm:spPr/>
      <dgm:t>
        <a:bodyPr anchor="b"/>
        <a:lstStyle/>
        <a:p>
          <a:r>
            <a:rPr lang="en-US"/>
            <a:t>Payments</a:t>
          </a:r>
        </a:p>
      </dgm:t>
    </dgm:pt>
    <dgm:pt modelId="{2F7EFDC7-4642-4818-9052-F7269D644C10}" type="parTrans" cxnId="{0A657F9F-07AE-4283-A3A6-FE7A214F5C1E}">
      <dgm:prSet/>
      <dgm:spPr/>
      <dgm:t>
        <a:bodyPr/>
        <a:lstStyle/>
        <a:p>
          <a:endParaRPr lang="en-US"/>
        </a:p>
      </dgm:t>
    </dgm:pt>
    <dgm:pt modelId="{664E357E-EED6-4A09-B1BD-FA4CF34A99F2}" type="sibTrans" cxnId="{0A657F9F-07AE-4283-A3A6-FE7A214F5C1E}">
      <dgm:prSet/>
      <dgm:spPr/>
      <dgm:t>
        <a:bodyPr/>
        <a:lstStyle/>
        <a:p>
          <a:endParaRPr lang="en-US"/>
        </a:p>
      </dgm:t>
    </dgm:pt>
    <dgm:pt modelId="{075271E7-111B-4D24-998B-E2232BC2E36E}">
      <dgm:prSet/>
      <dgm:spPr/>
      <dgm:t>
        <a:bodyPr anchor="b"/>
        <a:lstStyle/>
        <a:p>
          <a:r>
            <a:rPr lang="en-US"/>
            <a:t>Reviews</a:t>
          </a:r>
        </a:p>
      </dgm:t>
    </dgm:pt>
    <dgm:pt modelId="{A0E25BED-96DA-4B68-BF4D-A61043C3885E}" type="parTrans" cxnId="{B14302C0-B549-42A8-9165-D919A83E22A9}">
      <dgm:prSet/>
      <dgm:spPr/>
      <dgm:t>
        <a:bodyPr/>
        <a:lstStyle/>
        <a:p>
          <a:endParaRPr lang="en-US"/>
        </a:p>
      </dgm:t>
    </dgm:pt>
    <dgm:pt modelId="{978EB5A2-ACC6-41AF-8307-2C5FB3B1B9A1}" type="sibTrans" cxnId="{B14302C0-B549-42A8-9165-D919A83E22A9}">
      <dgm:prSet/>
      <dgm:spPr/>
      <dgm:t>
        <a:bodyPr/>
        <a:lstStyle/>
        <a:p>
          <a:endParaRPr lang="en-US"/>
        </a:p>
      </dgm:t>
    </dgm:pt>
    <dgm:pt modelId="{04DACF09-4386-4296-A3F5-AD23E2EC0296}" type="pres">
      <dgm:prSet presAssocID="{36CEFFE3-AFCD-4BEA-9185-6B338485871A}" presName="Name0" presStyleCnt="0">
        <dgm:presLayoutVars>
          <dgm:chMax/>
          <dgm:chPref/>
          <dgm:dir/>
        </dgm:presLayoutVars>
      </dgm:prSet>
      <dgm:spPr/>
    </dgm:pt>
    <dgm:pt modelId="{9F0E507E-1629-4151-B723-0D57609C985F}" type="pres">
      <dgm:prSet presAssocID="{6C4B9689-C0ED-4FAD-953A-DB143615AF66}" presName="composite" presStyleCnt="0">
        <dgm:presLayoutVars>
          <dgm:chMax val="1"/>
          <dgm:chPref val="1"/>
        </dgm:presLayoutVars>
      </dgm:prSet>
      <dgm:spPr/>
    </dgm:pt>
    <dgm:pt modelId="{86B4CE18-B566-41C9-BB34-EC2C6C48FC08}" type="pres">
      <dgm:prSet presAssocID="{6C4B9689-C0ED-4FAD-953A-DB143615AF66}" presName="Accent" presStyleLbl="trAlignAcc1" presStyleIdx="0" presStyleCnt="10">
        <dgm:presLayoutVars>
          <dgm:chMax val="0"/>
          <dgm:chPref val="0"/>
        </dgm:presLayoutVars>
      </dgm:prSet>
      <dgm:spPr/>
    </dgm:pt>
    <dgm:pt modelId="{0135A983-7D05-44BB-A287-48DC96F909CF}" type="pres">
      <dgm:prSet presAssocID="{6C4B9689-C0ED-4FAD-953A-DB143615AF66}" presName="Image" presStyleLbl="alignImgPlace1" presStyleIdx="0" presStyleCnt="10">
        <dgm:presLayoutVars>
          <dgm:chMax val="0"/>
          <dgm:chPref val="0"/>
        </dgm:presLayoutVars>
      </dgm:prSet>
      <dgm:spPr>
        <a:blipFill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 t="-9000" b="-9000"/>
          </a:stretch>
        </a:blipFill>
      </dgm:spPr>
    </dgm:pt>
    <dgm:pt modelId="{68085BEA-9BC5-40E3-94B9-AA293DB5C45E}" type="pres">
      <dgm:prSet presAssocID="{6C4B9689-C0ED-4FAD-953A-DB143615AF66}" presName="ChildComposite" presStyleCnt="0"/>
      <dgm:spPr/>
    </dgm:pt>
    <dgm:pt modelId="{AE5B574C-C3E9-4FCB-8B38-E47FE3746E5E}" type="pres">
      <dgm:prSet presAssocID="{6C4B9689-C0ED-4FAD-953A-DB143615AF66}" presName="Child" presStyleLbl="node1" presStyleIdx="0" presStyleCnt="0">
        <dgm:presLayoutVars>
          <dgm:chMax val="0"/>
          <dgm:chPref val="0"/>
          <dgm:bulletEnabled val="1"/>
        </dgm:presLayoutVars>
      </dgm:prSet>
      <dgm:spPr/>
    </dgm:pt>
    <dgm:pt modelId="{FD6E262F-CE78-42AD-A256-44D583401849}" type="pres">
      <dgm:prSet presAssocID="{6C4B9689-C0ED-4FAD-953A-DB143615AF66}" presName="Parent" presStyleLbl="revTx" presStyleIdx="0" presStyleCnt="10">
        <dgm:presLayoutVars>
          <dgm:chMax val="1"/>
          <dgm:chPref val="0"/>
          <dgm:bulletEnabled val="1"/>
        </dgm:presLayoutVars>
      </dgm:prSet>
      <dgm:spPr/>
    </dgm:pt>
    <dgm:pt modelId="{3BA46AF4-F337-4CEB-B53A-872E6FBD71D2}" type="pres">
      <dgm:prSet presAssocID="{730B8051-BD65-4047-91CC-E1363A4A07E7}" presName="sibTrans" presStyleCnt="0"/>
      <dgm:spPr/>
    </dgm:pt>
    <dgm:pt modelId="{EF615B35-4A90-43AD-98EC-0577018BABDA}" type="pres">
      <dgm:prSet presAssocID="{3F0EE2F6-26F3-4922-A7C4-A3E6D785C292}" presName="composite" presStyleCnt="0">
        <dgm:presLayoutVars>
          <dgm:chMax val="1"/>
          <dgm:chPref val="1"/>
        </dgm:presLayoutVars>
      </dgm:prSet>
      <dgm:spPr/>
    </dgm:pt>
    <dgm:pt modelId="{3B303FF3-79EF-46CD-B0CF-5D023A24EE7D}" type="pres">
      <dgm:prSet presAssocID="{3F0EE2F6-26F3-4922-A7C4-A3E6D785C292}" presName="Accent" presStyleLbl="trAlignAcc1" presStyleIdx="1" presStyleCnt="10">
        <dgm:presLayoutVars>
          <dgm:chMax val="0"/>
          <dgm:chPref val="0"/>
        </dgm:presLayoutVars>
      </dgm:prSet>
      <dgm:spPr/>
    </dgm:pt>
    <dgm:pt modelId="{4E3C920B-52E0-4DDB-8CE6-D6BC385A1E2B}" type="pres">
      <dgm:prSet presAssocID="{3F0EE2F6-26F3-4922-A7C4-A3E6D785C292}" presName="Image" presStyleLbl="alignImgPlace1" presStyleIdx="1" presStyleCnt="10">
        <dgm:presLayoutVars>
          <dgm:chMax val="0"/>
          <dgm:chPref val="0"/>
        </dgm:presLayoutVars>
      </dgm:prSet>
      <dgm:spPr>
        <a:blipFill>
          <a:blip xmlns:r="http://schemas.openxmlformats.org/officeDocument/2006/relationships"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 t="-9000" b="-9000"/>
          </a:stretch>
        </a:blipFill>
      </dgm:spPr>
    </dgm:pt>
    <dgm:pt modelId="{42ACC350-6853-4735-9919-0B3E328F83CB}" type="pres">
      <dgm:prSet presAssocID="{3F0EE2F6-26F3-4922-A7C4-A3E6D785C292}" presName="ChildComposite" presStyleCnt="0"/>
      <dgm:spPr/>
    </dgm:pt>
    <dgm:pt modelId="{D194D62E-7CCD-4F85-8144-57AF90EBB353}" type="pres">
      <dgm:prSet presAssocID="{3F0EE2F6-26F3-4922-A7C4-A3E6D785C292}" presName="Child" presStyleLbl="node1" presStyleIdx="0" presStyleCnt="0">
        <dgm:presLayoutVars>
          <dgm:chMax val="0"/>
          <dgm:chPref val="0"/>
          <dgm:bulletEnabled val="1"/>
        </dgm:presLayoutVars>
      </dgm:prSet>
      <dgm:spPr/>
    </dgm:pt>
    <dgm:pt modelId="{1780F7E7-473E-45EE-947C-34BFEF720DD0}" type="pres">
      <dgm:prSet presAssocID="{3F0EE2F6-26F3-4922-A7C4-A3E6D785C292}" presName="Parent" presStyleLbl="revTx" presStyleIdx="1" presStyleCnt="10">
        <dgm:presLayoutVars>
          <dgm:chMax val="1"/>
          <dgm:chPref val="0"/>
          <dgm:bulletEnabled val="1"/>
        </dgm:presLayoutVars>
      </dgm:prSet>
      <dgm:spPr/>
    </dgm:pt>
    <dgm:pt modelId="{66D7301F-A239-4031-B6C4-BFDCDF2D71C2}" type="pres">
      <dgm:prSet presAssocID="{78B1CBCF-A412-4AF4-8409-9EA27EF2CFF8}" presName="sibTrans" presStyleCnt="0"/>
      <dgm:spPr/>
    </dgm:pt>
    <dgm:pt modelId="{B9C00593-131D-4EDD-A431-CAF5F0DDACA2}" type="pres">
      <dgm:prSet presAssocID="{D25B35ED-2252-4C9A-891B-77A8138AE9D6}" presName="composite" presStyleCnt="0">
        <dgm:presLayoutVars>
          <dgm:chMax val="1"/>
          <dgm:chPref val="1"/>
        </dgm:presLayoutVars>
      </dgm:prSet>
      <dgm:spPr/>
    </dgm:pt>
    <dgm:pt modelId="{96293912-87C6-4D9D-80CC-5681BFC2B5F8}" type="pres">
      <dgm:prSet presAssocID="{D25B35ED-2252-4C9A-891B-77A8138AE9D6}" presName="Accent" presStyleLbl="trAlignAcc1" presStyleIdx="2" presStyleCnt="10">
        <dgm:presLayoutVars>
          <dgm:chMax val="0"/>
          <dgm:chPref val="0"/>
        </dgm:presLayoutVars>
      </dgm:prSet>
      <dgm:spPr/>
    </dgm:pt>
    <dgm:pt modelId="{42CD276C-9EC0-443C-8744-EB9C3649324F}" type="pres">
      <dgm:prSet presAssocID="{D25B35ED-2252-4C9A-891B-77A8138AE9D6}" presName="Image" presStyleLbl="alignImgPlace1" presStyleIdx="2" presStyleCnt="10">
        <dgm:presLayoutVars>
          <dgm:chMax val="0"/>
          <dgm:chPref val="0"/>
        </dgm:presLayoutVars>
      </dgm:prSet>
      <dgm:spPr>
        <a:blipFill>
          <a:blip xmlns:r="http://schemas.openxmlformats.org/officeDocument/2006/relationships"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 t="-9000" b="-9000"/>
          </a:stretch>
        </a:blipFill>
      </dgm:spPr>
    </dgm:pt>
    <dgm:pt modelId="{54FA8055-B23B-4194-8A96-EFBCE3C895D3}" type="pres">
      <dgm:prSet presAssocID="{D25B35ED-2252-4C9A-891B-77A8138AE9D6}" presName="ChildComposite" presStyleCnt="0"/>
      <dgm:spPr/>
    </dgm:pt>
    <dgm:pt modelId="{94188E8A-E3FF-42E0-ACC3-5995EFFEC3B9}" type="pres">
      <dgm:prSet presAssocID="{D25B35ED-2252-4C9A-891B-77A8138AE9D6}" presName="Child" presStyleLbl="node1" presStyleIdx="0" presStyleCnt="0">
        <dgm:presLayoutVars>
          <dgm:chMax val="0"/>
          <dgm:chPref val="0"/>
          <dgm:bulletEnabled val="1"/>
        </dgm:presLayoutVars>
      </dgm:prSet>
      <dgm:spPr/>
    </dgm:pt>
    <dgm:pt modelId="{9673ABF0-12FD-40FA-9689-824560B4CA1F}" type="pres">
      <dgm:prSet presAssocID="{D25B35ED-2252-4C9A-891B-77A8138AE9D6}" presName="Parent" presStyleLbl="revTx" presStyleIdx="2" presStyleCnt="10">
        <dgm:presLayoutVars>
          <dgm:chMax val="1"/>
          <dgm:chPref val="0"/>
          <dgm:bulletEnabled val="1"/>
        </dgm:presLayoutVars>
      </dgm:prSet>
      <dgm:spPr/>
    </dgm:pt>
    <dgm:pt modelId="{D991AB3B-9961-4521-8295-F7EE9E7F29BA}" type="pres">
      <dgm:prSet presAssocID="{1E48FB77-A564-4600-A13D-BE4B130AE18B}" presName="sibTrans" presStyleCnt="0"/>
      <dgm:spPr/>
    </dgm:pt>
    <dgm:pt modelId="{82D2E711-196F-409E-B03E-EBCA9D2E1208}" type="pres">
      <dgm:prSet presAssocID="{B526708C-A572-4AAC-954C-C78872D84F63}" presName="composite" presStyleCnt="0">
        <dgm:presLayoutVars>
          <dgm:chMax val="1"/>
          <dgm:chPref val="1"/>
        </dgm:presLayoutVars>
      </dgm:prSet>
      <dgm:spPr/>
    </dgm:pt>
    <dgm:pt modelId="{600DA035-218A-4458-8AFC-2E89B4B14214}" type="pres">
      <dgm:prSet presAssocID="{B526708C-A572-4AAC-954C-C78872D84F63}" presName="Accent" presStyleLbl="trAlignAcc1" presStyleIdx="3" presStyleCnt="10">
        <dgm:presLayoutVars>
          <dgm:chMax val="0"/>
          <dgm:chPref val="0"/>
        </dgm:presLayoutVars>
      </dgm:prSet>
      <dgm:spPr/>
    </dgm:pt>
    <dgm:pt modelId="{27B67DA0-8E50-4D43-9BE7-892BAB71AED3}" type="pres">
      <dgm:prSet presAssocID="{B526708C-A572-4AAC-954C-C78872D84F63}" presName="Image" presStyleLbl="alignImgPlace1" presStyleIdx="3" presStyleCnt="10">
        <dgm:presLayoutVars>
          <dgm:chMax val="0"/>
          <dgm:chPref val="0"/>
        </dgm:presLayoutVars>
      </dgm:prSet>
      <dgm:spPr>
        <a:blipFill>
          <a:blip xmlns:r="http://schemas.openxmlformats.org/officeDocument/2006/relationships"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>
            <a:fillRect t="-9000" b="-9000"/>
          </a:stretch>
        </a:blipFill>
      </dgm:spPr>
    </dgm:pt>
    <dgm:pt modelId="{E40F32F1-95A2-4FA6-9F37-286775A2EC48}" type="pres">
      <dgm:prSet presAssocID="{B526708C-A572-4AAC-954C-C78872D84F63}" presName="ChildComposite" presStyleCnt="0"/>
      <dgm:spPr/>
    </dgm:pt>
    <dgm:pt modelId="{FEE09C80-60F9-405C-A671-9C830299D4BC}" type="pres">
      <dgm:prSet presAssocID="{B526708C-A572-4AAC-954C-C78872D84F63}" presName="Child" presStyleLbl="node1" presStyleIdx="0" presStyleCnt="0">
        <dgm:presLayoutVars>
          <dgm:chMax val="0"/>
          <dgm:chPref val="0"/>
          <dgm:bulletEnabled val="1"/>
        </dgm:presLayoutVars>
      </dgm:prSet>
      <dgm:spPr/>
    </dgm:pt>
    <dgm:pt modelId="{077FBD12-042C-4D26-AAD4-F075591F830B}" type="pres">
      <dgm:prSet presAssocID="{B526708C-A572-4AAC-954C-C78872D84F63}" presName="Parent" presStyleLbl="revTx" presStyleIdx="3" presStyleCnt="10">
        <dgm:presLayoutVars>
          <dgm:chMax val="1"/>
          <dgm:chPref val="0"/>
          <dgm:bulletEnabled val="1"/>
        </dgm:presLayoutVars>
      </dgm:prSet>
      <dgm:spPr/>
    </dgm:pt>
    <dgm:pt modelId="{D7A07835-E97A-47B8-8640-D4656C4F6872}" type="pres">
      <dgm:prSet presAssocID="{40C3D7AC-DB5D-4EB4-8550-7489F59FB684}" presName="sibTrans" presStyleCnt="0"/>
      <dgm:spPr/>
    </dgm:pt>
    <dgm:pt modelId="{15585335-EDCE-44E7-B2DC-154E3FDCA97C}" type="pres">
      <dgm:prSet presAssocID="{053625C7-1EDD-4BEE-8D93-924F8EC578A3}" presName="composite" presStyleCnt="0">
        <dgm:presLayoutVars>
          <dgm:chMax val="1"/>
          <dgm:chPref val="1"/>
        </dgm:presLayoutVars>
      </dgm:prSet>
      <dgm:spPr/>
    </dgm:pt>
    <dgm:pt modelId="{BC92F293-F4AC-4D3E-875A-D2A0ED169444}" type="pres">
      <dgm:prSet presAssocID="{053625C7-1EDD-4BEE-8D93-924F8EC578A3}" presName="Accent" presStyleLbl="trAlignAcc1" presStyleIdx="4" presStyleCnt="10">
        <dgm:presLayoutVars>
          <dgm:chMax val="0"/>
          <dgm:chPref val="0"/>
        </dgm:presLayoutVars>
      </dgm:prSet>
      <dgm:spPr/>
    </dgm:pt>
    <dgm:pt modelId="{27846770-8803-45A4-B868-184D3E1343F2}" type="pres">
      <dgm:prSet presAssocID="{053625C7-1EDD-4BEE-8D93-924F8EC578A3}" presName="Image" presStyleLbl="alignImgPlace1" presStyleIdx="4" presStyleCnt="10">
        <dgm:presLayoutVars>
          <dgm:chMax val="0"/>
          <dgm:chPref val="0"/>
        </dgm:presLayoutVars>
      </dgm:prSet>
      <dgm:spPr>
        <a:blipFill>
          <a:blip xmlns:r="http://schemas.openxmlformats.org/officeDocument/2006/relationships"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>
            <a:fillRect t="-9000" b="-9000"/>
          </a:stretch>
        </a:blipFill>
      </dgm:spPr>
    </dgm:pt>
    <dgm:pt modelId="{8FBE87EB-DC21-43FB-A897-684BF9108F58}" type="pres">
      <dgm:prSet presAssocID="{053625C7-1EDD-4BEE-8D93-924F8EC578A3}" presName="ChildComposite" presStyleCnt="0"/>
      <dgm:spPr/>
    </dgm:pt>
    <dgm:pt modelId="{4B825243-40A7-4B6C-9AB7-609CCA3609BF}" type="pres">
      <dgm:prSet presAssocID="{053625C7-1EDD-4BEE-8D93-924F8EC578A3}" presName="Child" presStyleLbl="node1" presStyleIdx="0" presStyleCnt="0">
        <dgm:presLayoutVars>
          <dgm:chMax val="0"/>
          <dgm:chPref val="0"/>
          <dgm:bulletEnabled val="1"/>
        </dgm:presLayoutVars>
      </dgm:prSet>
      <dgm:spPr/>
    </dgm:pt>
    <dgm:pt modelId="{275AE0A0-6A54-4D7E-BE34-B2CBFF426586}" type="pres">
      <dgm:prSet presAssocID="{053625C7-1EDD-4BEE-8D93-924F8EC578A3}" presName="Parent" presStyleLbl="revTx" presStyleIdx="4" presStyleCnt="10">
        <dgm:presLayoutVars>
          <dgm:chMax val="1"/>
          <dgm:chPref val="0"/>
          <dgm:bulletEnabled val="1"/>
        </dgm:presLayoutVars>
      </dgm:prSet>
      <dgm:spPr/>
    </dgm:pt>
    <dgm:pt modelId="{B8A0B86D-BCB8-433D-8F66-30BFFBDA3858}" type="pres">
      <dgm:prSet presAssocID="{E118D61C-9E0F-4050-8998-920D2B1A8A1C}" presName="sibTrans" presStyleCnt="0"/>
      <dgm:spPr/>
    </dgm:pt>
    <dgm:pt modelId="{E715EC26-4263-45A9-9B8F-44298FFAE48A}" type="pres">
      <dgm:prSet presAssocID="{BB546900-9645-405D-B1D3-937405042E88}" presName="composite" presStyleCnt="0">
        <dgm:presLayoutVars>
          <dgm:chMax val="1"/>
          <dgm:chPref val="1"/>
        </dgm:presLayoutVars>
      </dgm:prSet>
      <dgm:spPr/>
    </dgm:pt>
    <dgm:pt modelId="{72E2CA44-C8B2-489E-A8F3-5137EE6E54AF}" type="pres">
      <dgm:prSet presAssocID="{BB546900-9645-405D-B1D3-937405042E88}" presName="Accent" presStyleLbl="trAlignAcc1" presStyleIdx="5" presStyleCnt="10">
        <dgm:presLayoutVars>
          <dgm:chMax val="0"/>
          <dgm:chPref val="0"/>
        </dgm:presLayoutVars>
      </dgm:prSet>
      <dgm:spPr/>
    </dgm:pt>
    <dgm:pt modelId="{C3F1C44A-E3E4-4DEE-8D8D-110327666090}" type="pres">
      <dgm:prSet presAssocID="{BB546900-9645-405D-B1D3-937405042E88}" presName="Image" presStyleLbl="alignImgPlace1" presStyleIdx="5" presStyleCnt="10">
        <dgm:presLayoutVars>
          <dgm:chMax val="0"/>
          <dgm:chPref val="0"/>
        </dgm:presLayoutVars>
      </dgm:prSet>
      <dgm:spPr>
        <a:blipFill>
          <a:blip xmlns:r="http://schemas.openxmlformats.org/officeDocument/2006/relationships"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rcRect/>
          <a:stretch>
            <a:fillRect t="-9000" b="-9000"/>
          </a:stretch>
        </a:blipFill>
      </dgm:spPr>
    </dgm:pt>
    <dgm:pt modelId="{03A12461-1D16-40EE-8933-87A3B53CD19D}" type="pres">
      <dgm:prSet presAssocID="{BB546900-9645-405D-B1D3-937405042E88}" presName="ChildComposite" presStyleCnt="0"/>
      <dgm:spPr/>
    </dgm:pt>
    <dgm:pt modelId="{8E850505-E191-41A8-A156-435BA43936E4}" type="pres">
      <dgm:prSet presAssocID="{BB546900-9645-405D-B1D3-937405042E88}" presName="Child" presStyleLbl="node1" presStyleIdx="0" presStyleCnt="0">
        <dgm:presLayoutVars>
          <dgm:chMax val="0"/>
          <dgm:chPref val="0"/>
          <dgm:bulletEnabled val="1"/>
        </dgm:presLayoutVars>
      </dgm:prSet>
      <dgm:spPr/>
    </dgm:pt>
    <dgm:pt modelId="{AD0F1EE5-2551-4AEE-B9BB-6BB639057F11}" type="pres">
      <dgm:prSet presAssocID="{BB546900-9645-405D-B1D3-937405042E88}" presName="Parent" presStyleLbl="revTx" presStyleIdx="5" presStyleCnt="10">
        <dgm:presLayoutVars>
          <dgm:chMax val="1"/>
          <dgm:chPref val="0"/>
          <dgm:bulletEnabled val="1"/>
        </dgm:presLayoutVars>
      </dgm:prSet>
      <dgm:spPr/>
    </dgm:pt>
    <dgm:pt modelId="{0109376F-DB03-4F20-A518-F7439E0CB02E}" type="pres">
      <dgm:prSet presAssocID="{8564E0ED-8A67-4C8C-AD31-5ADAC1517807}" presName="sibTrans" presStyleCnt="0"/>
      <dgm:spPr/>
    </dgm:pt>
    <dgm:pt modelId="{7879448F-7BCB-4A9F-A8BF-CB4D4FD3C722}" type="pres">
      <dgm:prSet presAssocID="{E735BCD7-DC70-4F68-BD35-743B22136E04}" presName="composite" presStyleCnt="0">
        <dgm:presLayoutVars>
          <dgm:chMax val="1"/>
          <dgm:chPref val="1"/>
        </dgm:presLayoutVars>
      </dgm:prSet>
      <dgm:spPr/>
    </dgm:pt>
    <dgm:pt modelId="{4FB374AC-9E34-4AE1-84C1-9B3363A4F55E}" type="pres">
      <dgm:prSet presAssocID="{E735BCD7-DC70-4F68-BD35-743B22136E04}" presName="Accent" presStyleLbl="trAlignAcc1" presStyleIdx="6" presStyleCnt="10">
        <dgm:presLayoutVars>
          <dgm:chMax val="0"/>
          <dgm:chPref val="0"/>
        </dgm:presLayoutVars>
      </dgm:prSet>
      <dgm:spPr/>
    </dgm:pt>
    <dgm:pt modelId="{EA05622D-2FEB-4F4F-B945-91DA89B031E9}" type="pres">
      <dgm:prSet presAssocID="{E735BCD7-DC70-4F68-BD35-743B22136E04}" presName="Image" presStyleLbl="alignImgPlace1" presStyleIdx="6" presStyleCnt="10">
        <dgm:presLayoutVars>
          <dgm:chMax val="0"/>
          <dgm:chPref val="0"/>
        </dgm:presLayoutVars>
      </dgm:prSet>
      <dgm:spPr>
        <a:blipFill>
          <a:blip xmlns:r="http://schemas.openxmlformats.org/officeDocument/2006/relationships"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rcRect/>
          <a:stretch>
            <a:fillRect t="-9000" b="-9000"/>
          </a:stretch>
        </a:blipFill>
      </dgm:spPr>
    </dgm:pt>
    <dgm:pt modelId="{E932E20A-1696-451A-8AF7-B131DDE26D5A}" type="pres">
      <dgm:prSet presAssocID="{E735BCD7-DC70-4F68-BD35-743B22136E04}" presName="ChildComposite" presStyleCnt="0"/>
      <dgm:spPr/>
    </dgm:pt>
    <dgm:pt modelId="{E1EF2011-D770-406F-B8F6-25DB26B1E188}" type="pres">
      <dgm:prSet presAssocID="{E735BCD7-DC70-4F68-BD35-743B22136E04}" presName="Child" presStyleLbl="node1" presStyleIdx="0" presStyleCnt="0">
        <dgm:presLayoutVars>
          <dgm:chMax val="0"/>
          <dgm:chPref val="0"/>
          <dgm:bulletEnabled val="1"/>
        </dgm:presLayoutVars>
      </dgm:prSet>
      <dgm:spPr/>
    </dgm:pt>
    <dgm:pt modelId="{3EE6D6FB-DEFB-4FAD-B78D-52936C774045}" type="pres">
      <dgm:prSet presAssocID="{E735BCD7-DC70-4F68-BD35-743B22136E04}" presName="Parent" presStyleLbl="revTx" presStyleIdx="6" presStyleCnt="10">
        <dgm:presLayoutVars>
          <dgm:chMax val="1"/>
          <dgm:chPref val="0"/>
          <dgm:bulletEnabled val="1"/>
        </dgm:presLayoutVars>
      </dgm:prSet>
      <dgm:spPr/>
    </dgm:pt>
    <dgm:pt modelId="{C2B8DD44-BD0C-4E86-845E-784FAFFB7A01}" type="pres">
      <dgm:prSet presAssocID="{DF135AAC-E72B-4FDF-9D99-7107DFA9010D}" presName="sibTrans" presStyleCnt="0"/>
      <dgm:spPr/>
    </dgm:pt>
    <dgm:pt modelId="{FF5FC6A5-B6C8-4CAF-BB22-319D443EB226}" type="pres">
      <dgm:prSet presAssocID="{45B63E34-8033-4784-8647-6CD9BC09E214}" presName="composite" presStyleCnt="0">
        <dgm:presLayoutVars>
          <dgm:chMax val="1"/>
          <dgm:chPref val="1"/>
        </dgm:presLayoutVars>
      </dgm:prSet>
      <dgm:spPr/>
    </dgm:pt>
    <dgm:pt modelId="{952219C6-7E3E-4E61-884E-A5868CEF22E7}" type="pres">
      <dgm:prSet presAssocID="{45B63E34-8033-4784-8647-6CD9BC09E214}" presName="Accent" presStyleLbl="trAlignAcc1" presStyleIdx="7" presStyleCnt="10">
        <dgm:presLayoutVars>
          <dgm:chMax val="0"/>
          <dgm:chPref val="0"/>
        </dgm:presLayoutVars>
      </dgm:prSet>
      <dgm:spPr/>
    </dgm:pt>
    <dgm:pt modelId="{BB64EACA-E0F7-42C0-850B-029396D29277}" type="pres">
      <dgm:prSet presAssocID="{45B63E34-8033-4784-8647-6CD9BC09E214}" presName="Image" presStyleLbl="alignImgPlace1" presStyleIdx="7" presStyleCnt="10">
        <dgm:presLayoutVars>
          <dgm:chMax val="0"/>
          <dgm:chPref val="0"/>
        </dgm:presLayoutVars>
      </dgm:prSet>
      <dgm:spPr>
        <a:blipFill>
          <a:blip xmlns:r="http://schemas.openxmlformats.org/officeDocument/2006/relationships"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rcRect/>
          <a:stretch>
            <a:fillRect t="-9000" b="-9000"/>
          </a:stretch>
        </a:blipFill>
      </dgm:spPr>
    </dgm:pt>
    <dgm:pt modelId="{419634A3-56E5-4461-A31B-2B4DB0DB30A5}" type="pres">
      <dgm:prSet presAssocID="{45B63E34-8033-4784-8647-6CD9BC09E214}" presName="ChildComposite" presStyleCnt="0"/>
      <dgm:spPr/>
    </dgm:pt>
    <dgm:pt modelId="{F6710098-97CD-4B6B-8CBC-59617A940F2E}" type="pres">
      <dgm:prSet presAssocID="{45B63E34-8033-4784-8647-6CD9BC09E214}" presName="Child" presStyleLbl="node1" presStyleIdx="0" presStyleCnt="0">
        <dgm:presLayoutVars>
          <dgm:chMax val="0"/>
          <dgm:chPref val="0"/>
          <dgm:bulletEnabled val="1"/>
        </dgm:presLayoutVars>
      </dgm:prSet>
      <dgm:spPr/>
    </dgm:pt>
    <dgm:pt modelId="{757C20A5-964D-473E-82D6-FA80F026A323}" type="pres">
      <dgm:prSet presAssocID="{45B63E34-8033-4784-8647-6CD9BC09E214}" presName="Parent" presStyleLbl="revTx" presStyleIdx="7" presStyleCnt="10">
        <dgm:presLayoutVars>
          <dgm:chMax val="1"/>
          <dgm:chPref val="0"/>
          <dgm:bulletEnabled val="1"/>
        </dgm:presLayoutVars>
      </dgm:prSet>
      <dgm:spPr/>
    </dgm:pt>
    <dgm:pt modelId="{20C9A849-D86C-4DFC-A224-F13671297501}" type="pres">
      <dgm:prSet presAssocID="{D2A1E0C3-063F-4E49-857B-9D037013E4AC}" presName="sibTrans" presStyleCnt="0"/>
      <dgm:spPr/>
    </dgm:pt>
    <dgm:pt modelId="{DBE552FB-5C3A-4273-AF8D-738AEDEF2FE2}" type="pres">
      <dgm:prSet presAssocID="{3BEF4BC2-D536-4CBF-907B-BD6044149C21}" presName="composite" presStyleCnt="0">
        <dgm:presLayoutVars>
          <dgm:chMax val="1"/>
          <dgm:chPref val="1"/>
        </dgm:presLayoutVars>
      </dgm:prSet>
      <dgm:spPr/>
    </dgm:pt>
    <dgm:pt modelId="{63C8CFD6-0A07-48B2-9B22-EE38C6B3F9BA}" type="pres">
      <dgm:prSet presAssocID="{3BEF4BC2-D536-4CBF-907B-BD6044149C21}" presName="Accent" presStyleLbl="trAlignAcc1" presStyleIdx="8" presStyleCnt="10">
        <dgm:presLayoutVars>
          <dgm:chMax val="0"/>
          <dgm:chPref val="0"/>
        </dgm:presLayoutVars>
      </dgm:prSet>
      <dgm:spPr/>
    </dgm:pt>
    <dgm:pt modelId="{0EEB6FAD-6E5D-4429-A4A0-B4E7B908DC8C}" type="pres">
      <dgm:prSet presAssocID="{3BEF4BC2-D536-4CBF-907B-BD6044149C21}" presName="Image" presStyleLbl="alignImgPlace1" presStyleIdx="8" presStyleCnt="10">
        <dgm:presLayoutVars>
          <dgm:chMax val="0"/>
          <dgm:chPref val="0"/>
        </dgm:presLayoutVars>
      </dgm:prSet>
      <dgm:spPr>
        <a:blipFill>
          <a:blip xmlns:r="http://schemas.openxmlformats.org/officeDocument/2006/relationships"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rcRect/>
          <a:stretch>
            <a:fillRect t="-9000" b="-9000"/>
          </a:stretch>
        </a:blipFill>
      </dgm:spPr>
    </dgm:pt>
    <dgm:pt modelId="{22819B8A-C688-4299-965F-64E91BCA82B7}" type="pres">
      <dgm:prSet presAssocID="{3BEF4BC2-D536-4CBF-907B-BD6044149C21}" presName="ChildComposite" presStyleCnt="0"/>
      <dgm:spPr/>
    </dgm:pt>
    <dgm:pt modelId="{A74AA424-4D97-4904-9750-229C99EEB083}" type="pres">
      <dgm:prSet presAssocID="{3BEF4BC2-D536-4CBF-907B-BD6044149C21}" presName="Child" presStyleLbl="node1" presStyleIdx="0" presStyleCnt="0">
        <dgm:presLayoutVars>
          <dgm:chMax val="0"/>
          <dgm:chPref val="0"/>
          <dgm:bulletEnabled val="1"/>
        </dgm:presLayoutVars>
      </dgm:prSet>
      <dgm:spPr/>
    </dgm:pt>
    <dgm:pt modelId="{5D0A9DE1-EB4D-4632-9578-427A5899C582}" type="pres">
      <dgm:prSet presAssocID="{3BEF4BC2-D536-4CBF-907B-BD6044149C21}" presName="Parent" presStyleLbl="revTx" presStyleIdx="8" presStyleCnt="10">
        <dgm:presLayoutVars>
          <dgm:chMax val="1"/>
          <dgm:chPref val="0"/>
          <dgm:bulletEnabled val="1"/>
        </dgm:presLayoutVars>
      </dgm:prSet>
      <dgm:spPr/>
    </dgm:pt>
    <dgm:pt modelId="{1702AFF5-AC20-4B79-B7B7-DAB157879567}" type="pres">
      <dgm:prSet presAssocID="{664E357E-EED6-4A09-B1BD-FA4CF34A99F2}" presName="sibTrans" presStyleCnt="0"/>
      <dgm:spPr/>
    </dgm:pt>
    <dgm:pt modelId="{B554A564-0BCA-4481-8055-AB271C3618F3}" type="pres">
      <dgm:prSet presAssocID="{075271E7-111B-4D24-998B-E2232BC2E36E}" presName="composite" presStyleCnt="0">
        <dgm:presLayoutVars>
          <dgm:chMax val="1"/>
          <dgm:chPref val="1"/>
        </dgm:presLayoutVars>
      </dgm:prSet>
      <dgm:spPr/>
    </dgm:pt>
    <dgm:pt modelId="{6B936C8B-4DFA-45A7-B679-9EF4F5815C6B}" type="pres">
      <dgm:prSet presAssocID="{075271E7-111B-4D24-998B-E2232BC2E36E}" presName="Accent" presStyleLbl="trAlignAcc1" presStyleIdx="9" presStyleCnt="10">
        <dgm:presLayoutVars>
          <dgm:chMax val="0"/>
          <dgm:chPref val="0"/>
        </dgm:presLayoutVars>
      </dgm:prSet>
      <dgm:spPr/>
    </dgm:pt>
    <dgm:pt modelId="{13019B95-4C2D-497D-845D-B2FE35E4C202}" type="pres">
      <dgm:prSet presAssocID="{075271E7-111B-4D24-998B-E2232BC2E36E}" presName="Image" presStyleLbl="alignImgPlace1" presStyleIdx="9" presStyleCnt="10">
        <dgm:presLayoutVars>
          <dgm:chMax val="0"/>
          <dgm:chPref val="0"/>
        </dgm:presLayoutVars>
      </dgm:prSet>
      <dgm:spPr>
        <a:blipFill>
          <a:blip xmlns:r="http://schemas.openxmlformats.org/officeDocument/2006/relationships"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rcRect/>
          <a:stretch>
            <a:fillRect t="-9000" b="-9000"/>
          </a:stretch>
        </a:blipFill>
      </dgm:spPr>
    </dgm:pt>
    <dgm:pt modelId="{3B53E138-4ABE-4CDE-8F7D-5E7E7A1292E4}" type="pres">
      <dgm:prSet presAssocID="{075271E7-111B-4D24-998B-E2232BC2E36E}" presName="ChildComposite" presStyleCnt="0"/>
      <dgm:spPr/>
    </dgm:pt>
    <dgm:pt modelId="{0FA0A574-CFF1-4349-83BD-14E21D14A9FD}" type="pres">
      <dgm:prSet presAssocID="{075271E7-111B-4D24-998B-E2232BC2E36E}" presName="Child" presStyleLbl="node1" presStyleIdx="0" presStyleCnt="0">
        <dgm:presLayoutVars>
          <dgm:chMax val="0"/>
          <dgm:chPref val="0"/>
          <dgm:bulletEnabled val="1"/>
        </dgm:presLayoutVars>
      </dgm:prSet>
      <dgm:spPr/>
    </dgm:pt>
    <dgm:pt modelId="{3E03B6E2-E656-4A60-BB79-3C6859E7C844}" type="pres">
      <dgm:prSet presAssocID="{075271E7-111B-4D24-998B-E2232BC2E36E}" presName="Parent" presStyleLbl="revTx" presStyleIdx="9" presStyleCnt="10">
        <dgm:presLayoutVars>
          <dgm:chMax val="1"/>
          <dgm:chPref val="0"/>
          <dgm:bulletEnabled val="1"/>
        </dgm:presLayoutVars>
      </dgm:prSet>
      <dgm:spPr/>
    </dgm:pt>
  </dgm:ptLst>
  <dgm:cxnLst>
    <dgm:cxn modelId="{2FE0D60E-B174-4CB6-88EC-A97D14160B59}" srcId="{36CEFFE3-AFCD-4BEA-9185-6B338485871A}" destId="{E735BCD7-DC70-4F68-BD35-743B22136E04}" srcOrd="6" destOrd="0" parTransId="{A90BBF76-26B5-4B8B-93D0-E6A94407B88C}" sibTransId="{DF135AAC-E72B-4FDF-9D99-7107DFA9010D}"/>
    <dgm:cxn modelId="{25D9BA17-74ED-44F2-A4EF-9F554FB51E0C}" type="presOf" srcId="{45B63E34-8033-4784-8647-6CD9BC09E214}" destId="{757C20A5-964D-473E-82D6-FA80F026A323}" srcOrd="0" destOrd="0" presId="urn:microsoft.com/office/officeart/2008/layout/CaptionedPictures"/>
    <dgm:cxn modelId="{C13AA436-0BBE-4DF1-BCBB-80076BD7BCDB}" type="presOf" srcId="{3BEF4BC2-D536-4CBF-907B-BD6044149C21}" destId="{5D0A9DE1-EB4D-4632-9578-427A5899C582}" srcOrd="0" destOrd="0" presId="urn:microsoft.com/office/officeart/2008/layout/CaptionedPictures"/>
    <dgm:cxn modelId="{1DDA0543-759E-4683-8291-1D19D3959EB8}" srcId="{36CEFFE3-AFCD-4BEA-9185-6B338485871A}" destId="{D25B35ED-2252-4C9A-891B-77A8138AE9D6}" srcOrd="2" destOrd="0" parTransId="{4149E6AB-9848-4E7F-B27C-8DF4953A39F7}" sibTransId="{1E48FB77-A564-4600-A13D-BE4B130AE18B}"/>
    <dgm:cxn modelId="{1038EA4B-F789-43D1-80D6-16965839A6F6}" srcId="{36CEFFE3-AFCD-4BEA-9185-6B338485871A}" destId="{BB546900-9645-405D-B1D3-937405042E88}" srcOrd="5" destOrd="0" parTransId="{8411F2D1-96F4-436E-A7B9-CD5A06641667}" sibTransId="{8564E0ED-8A67-4C8C-AD31-5ADAC1517807}"/>
    <dgm:cxn modelId="{15FE8B50-0A01-4DC6-ADA6-9AD8B44C0611}" type="presOf" srcId="{3F0EE2F6-26F3-4922-A7C4-A3E6D785C292}" destId="{1780F7E7-473E-45EE-947C-34BFEF720DD0}" srcOrd="0" destOrd="0" presId="urn:microsoft.com/office/officeart/2008/layout/CaptionedPictures"/>
    <dgm:cxn modelId="{E1B42261-E494-466C-B49A-BC67124062CA}" srcId="{36CEFFE3-AFCD-4BEA-9185-6B338485871A}" destId="{053625C7-1EDD-4BEE-8D93-924F8EC578A3}" srcOrd="4" destOrd="0" parTransId="{3F50A1B5-D1A9-49DF-B5E1-C1DAEB4A1A7D}" sibTransId="{E118D61C-9E0F-4050-8998-920D2B1A8A1C}"/>
    <dgm:cxn modelId="{F0DC5586-503F-405B-A8D2-DCBE786CFCE0}" type="presOf" srcId="{D25B35ED-2252-4C9A-891B-77A8138AE9D6}" destId="{9673ABF0-12FD-40FA-9689-824560B4CA1F}" srcOrd="0" destOrd="0" presId="urn:microsoft.com/office/officeart/2008/layout/CaptionedPictures"/>
    <dgm:cxn modelId="{6E237F8E-CF1A-4597-8EDC-10FBA891B79B}" type="presOf" srcId="{B526708C-A572-4AAC-954C-C78872D84F63}" destId="{077FBD12-042C-4D26-AAD4-F075591F830B}" srcOrd="0" destOrd="0" presId="urn:microsoft.com/office/officeart/2008/layout/CaptionedPictures"/>
    <dgm:cxn modelId="{E8B89890-AE45-42CC-961A-6C0188B6AA3E}" type="presOf" srcId="{BB546900-9645-405D-B1D3-937405042E88}" destId="{AD0F1EE5-2551-4AEE-B9BB-6BB639057F11}" srcOrd="0" destOrd="0" presId="urn:microsoft.com/office/officeart/2008/layout/CaptionedPictures"/>
    <dgm:cxn modelId="{06E3DB9C-7CEE-45B6-BABC-1DEDDFF59EE0}" srcId="{36CEFFE3-AFCD-4BEA-9185-6B338485871A}" destId="{B526708C-A572-4AAC-954C-C78872D84F63}" srcOrd="3" destOrd="0" parTransId="{D22E384C-F9C2-4905-BB61-520D193AA508}" sibTransId="{40C3D7AC-DB5D-4EB4-8550-7489F59FB684}"/>
    <dgm:cxn modelId="{0A657F9F-07AE-4283-A3A6-FE7A214F5C1E}" srcId="{36CEFFE3-AFCD-4BEA-9185-6B338485871A}" destId="{3BEF4BC2-D536-4CBF-907B-BD6044149C21}" srcOrd="8" destOrd="0" parTransId="{2F7EFDC7-4642-4818-9052-F7269D644C10}" sibTransId="{664E357E-EED6-4A09-B1BD-FA4CF34A99F2}"/>
    <dgm:cxn modelId="{03831EA2-F6B5-4770-A32E-0345539CCA04}" type="presOf" srcId="{E735BCD7-DC70-4F68-BD35-743B22136E04}" destId="{3EE6D6FB-DEFB-4FAD-B78D-52936C774045}" srcOrd="0" destOrd="0" presId="urn:microsoft.com/office/officeart/2008/layout/CaptionedPictures"/>
    <dgm:cxn modelId="{9EB627A3-CBC6-4C15-9D99-94559D5F8ADE}" type="presOf" srcId="{075271E7-111B-4D24-998B-E2232BC2E36E}" destId="{3E03B6E2-E656-4A60-BB79-3C6859E7C844}" srcOrd="0" destOrd="0" presId="urn:microsoft.com/office/officeart/2008/layout/CaptionedPictures"/>
    <dgm:cxn modelId="{A7711BAE-5CAD-4323-98B2-34B551CA02ED}" srcId="{36CEFFE3-AFCD-4BEA-9185-6B338485871A}" destId="{3F0EE2F6-26F3-4922-A7C4-A3E6D785C292}" srcOrd="1" destOrd="0" parTransId="{2BD2104C-67F0-48F1-94E9-739CA5064CBC}" sibTransId="{78B1CBCF-A412-4AF4-8409-9EA27EF2CFF8}"/>
    <dgm:cxn modelId="{4F9CAABE-613A-4F87-90C8-2C5526BEE265}" type="presOf" srcId="{053625C7-1EDD-4BEE-8D93-924F8EC578A3}" destId="{275AE0A0-6A54-4D7E-BE34-B2CBFF426586}" srcOrd="0" destOrd="0" presId="urn:microsoft.com/office/officeart/2008/layout/CaptionedPictures"/>
    <dgm:cxn modelId="{B14302C0-B549-42A8-9165-D919A83E22A9}" srcId="{36CEFFE3-AFCD-4BEA-9185-6B338485871A}" destId="{075271E7-111B-4D24-998B-E2232BC2E36E}" srcOrd="9" destOrd="0" parTransId="{A0E25BED-96DA-4B68-BF4D-A61043C3885E}" sibTransId="{978EB5A2-ACC6-41AF-8307-2C5FB3B1B9A1}"/>
    <dgm:cxn modelId="{BD4051C5-26F0-4142-802D-60ADCBD49754}" srcId="{36CEFFE3-AFCD-4BEA-9185-6B338485871A}" destId="{45B63E34-8033-4784-8647-6CD9BC09E214}" srcOrd="7" destOrd="0" parTransId="{91B30172-FCC4-4807-8404-F8B2D4DDE442}" sibTransId="{D2A1E0C3-063F-4E49-857B-9D037013E4AC}"/>
    <dgm:cxn modelId="{63339FE1-C2CC-4826-9417-01F38E68D89D}" srcId="{36CEFFE3-AFCD-4BEA-9185-6B338485871A}" destId="{6C4B9689-C0ED-4FAD-953A-DB143615AF66}" srcOrd="0" destOrd="0" parTransId="{94DE26ED-36B5-4595-95F8-DD1FFA2C9F24}" sibTransId="{730B8051-BD65-4047-91CC-E1363A4A07E7}"/>
    <dgm:cxn modelId="{CA575FE9-4D81-4ABD-B1C6-D7F3A1B605F0}" type="presOf" srcId="{6C4B9689-C0ED-4FAD-953A-DB143615AF66}" destId="{FD6E262F-CE78-42AD-A256-44D583401849}" srcOrd="0" destOrd="0" presId="urn:microsoft.com/office/officeart/2008/layout/CaptionedPictures"/>
    <dgm:cxn modelId="{5BD22BFC-6DBE-463B-B07F-B382CA6FCCD1}" type="presOf" srcId="{36CEFFE3-AFCD-4BEA-9185-6B338485871A}" destId="{04DACF09-4386-4296-A3F5-AD23E2EC0296}" srcOrd="0" destOrd="0" presId="urn:microsoft.com/office/officeart/2008/layout/CaptionedPictures"/>
    <dgm:cxn modelId="{409354E3-1C8F-44DE-A5A5-FB1C56EFD98C}" type="presParOf" srcId="{04DACF09-4386-4296-A3F5-AD23E2EC0296}" destId="{9F0E507E-1629-4151-B723-0D57609C985F}" srcOrd="0" destOrd="0" presId="urn:microsoft.com/office/officeart/2008/layout/CaptionedPictures"/>
    <dgm:cxn modelId="{2083381F-F5C1-4B0B-B6FE-28F02FD3CBAF}" type="presParOf" srcId="{9F0E507E-1629-4151-B723-0D57609C985F}" destId="{86B4CE18-B566-41C9-BB34-EC2C6C48FC08}" srcOrd="0" destOrd="0" presId="urn:microsoft.com/office/officeart/2008/layout/CaptionedPictures"/>
    <dgm:cxn modelId="{E8F70076-D2DF-4AD7-B63D-AA2A229C63F8}" type="presParOf" srcId="{9F0E507E-1629-4151-B723-0D57609C985F}" destId="{0135A983-7D05-44BB-A287-48DC96F909CF}" srcOrd="1" destOrd="0" presId="urn:microsoft.com/office/officeart/2008/layout/CaptionedPictures"/>
    <dgm:cxn modelId="{C15B7516-46FC-4E1A-824C-47473650BCED}" type="presParOf" srcId="{9F0E507E-1629-4151-B723-0D57609C985F}" destId="{68085BEA-9BC5-40E3-94B9-AA293DB5C45E}" srcOrd="2" destOrd="0" presId="urn:microsoft.com/office/officeart/2008/layout/CaptionedPictures"/>
    <dgm:cxn modelId="{71B7A903-C87B-46DB-BCB5-9DAB29372252}" type="presParOf" srcId="{68085BEA-9BC5-40E3-94B9-AA293DB5C45E}" destId="{AE5B574C-C3E9-4FCB-8B38-E47FE3746E5E}" srcOrd="0" destOrd="0" presId="urn:microsoft.com/office/officeart/2008/layout/CaptionedPictures"/>
    <dgm:cxn modelId="{B526E968-7A60-494C-9F77-014E9800A083}" type="presParOf" srcId="{68085BEA-9BC5-40E3-94B9-AA293DB5C45E}" destId="{FD6E262F-CE78-42AD-A256-44D583401849}" srcOrd="1" destOrd="0" presId="urn:microsoft.com/office/officeart/2008/layout/CaptionedPictures"/>
    <dgm:cxn modelId="{B908FC3C-F315-4104-A400-67AB79DF9ED8}" type="presParOf" srcId="{04DACF09-4386-4296-A3F5-AD23E2EC0296}" destId="{3BA46AF4-F337-4CEB-B53A-872E6FBD71D2}" srcOrd="1" destOrd="0" presId="urn:microsoft.com/office/officeart/2008/layout/CaptionedPictures"/>
    <dgm:cxn modelId="{F1EC6516-9BE3-4C08-9109-8961CC49536F}" type="presParOf" srcId="{04DACF09-4386-4296-A3F5-AD23E2EC0296}" destId="{EF615B35-4A90-43AD-98EC-0577018BABDA}" srcOrd="2" destOrd="0" presId="urn:microsoft.com/office/officeart/2008/layout/CaptionedPictures"/>
    <dgm:cxn modelId="{2DCCEDA3-93DA-4B6E-B587-DBB29ECC1277}" type="presParOf" srcId="{EF615B35-4A90-43AD-98EC-0577018BABDA}" destId="{3B303FF3-79EF-46CD-B0CF-5D023A24EE7D}" srcOrd="0" destOrd="0" presId="urn:microsoft.com/office/officeart/2008/layout/CaptionedPictures"/>
    <dgm:cxn modelId="{BB2990CE-A700-4A13-9BE7-CDE0AB20CB5C}" type="presParOf" srcId="{EF615B35-4A90-43AD-98EC-0577018BABDA}" destId="{4E3C920B-52E0-4DDB-8CE6-D6BC385A1E2B}" srcOrd="1" destOrd="0" presId="urn:microsoft.com/office/officeart/2008/layout/CaptionedPictures"/>
    <dgm:cxn modelId="{5B0737A5-49F9-4ABD-901D-6A0E6CEFC0DF}" type="presParOf" srcId="{EF615B35-4A90-43AD-98EC-0577018BABDA}" destId="{42ACC350-6853-4735-9919-0B3E328F83CB}" srcOrd="2" destOrd="0" presId="urn:microsoft.com/office/officeart/2008/layout/CaptionedPictures"/>
    <dgm:cxn modelId="{141C651D-898A-43AF-B2E1-C072F9F27459}" type="presParOf" srcId="{42ACC350-6853-4735-9919-0B3E328F83CB}" destId="{D194D62E-7CCD-4F85-8144-57AF90EBB353}" srcOrd="0" destOrd="0" presId="urn:microsoft.com/office/officeart/2008/layout/CaptionedPictures"/>
    <dgm:cxn modelId="{A1B8DCA8-F5B7-4C5C-91E9-B7E17459EAD6}" type="presParOf" srcId="{42ACC350-6853-4735-9919-0B3E328F83CB}" destId="{1780F7E7-473E-45EE-947C-34BFEF720DD0}" srcOrd="1" destOrd="0" presId="urn:microsoft.com/office/officeart/2008/layout/CaptionedPictures"/>
    <dgm:cxn modelId="{C53E7DBE-74D8-48D8-8377-E7627F06E045}" type="presParOf" srcId="{04DACF09-4386-4296-A3F5-AD23E2EC0296}" destId="{66D7301F-A239-4031-B6C4-BFDCDF2D71C2}" srcOrd="3" destOrd="0" presId="urn:microsoft.com/office/officeart/2008/layout/CaptionedPictures"/>
    <dgm:cxn modelId="{E8333698-CB87-48A8-9BAD-120C80207980}" type="presParOf" srcId="{04DACF09-4386-4296-A3F5-AD23E2EC0296}" destId="{B9C00593-131D-4EDD-A431-CAF5F0DDACA2}" srcOrd="4" destOrd="0" presId="urn:microsoft.com/office/officeart/2008/layout/CaptionedPictures"/>
    <dgm:cxn modelId="{34E54878-F1B1-47FA-B93B-D2F2902F8B67}" type="presParOf" srcId="{B9C00593-131D-4EDD-A431-CAF5F0DDACA2}" destId="{96293912-87C6-4D9D-80CC-5681BFC2B5F8}" srcOrd="0" destOrd="0" presId="urn:microsoft.com/office/officeart/2008/layout/CaptionedPictures"/>
    <dgm:cxn modelId="{DD456E5E-B0A9-4BF3-AD18-6A31CB22EE07}" type="presParOf" srcId="{B9C00593-131D-4EDD-A431-CAF5F0DDACA2}" destId="{42CD276C-9EC0-443C-8744-EB9C3649324F}" srcOrd="1" destOrd="0" presId="urn:microsoft.com/office/officeart/2008/layout/CaptionedPictures"/>
    <dgm:cxn modelId="{92152B05-73E1-4EBB-8E1A-896E6E098679}" type="presParOf" srcId="{B9C00593-131D-4EDD-A431-CAF5F0DDACA2}" destId="{54FA8055-B23B-4194-8A96-EFBCE3C895D3}" srcOrd="2" destOrd="0" presId="urn:microsoft.com/office/officeart/2008/layout/CaptionedPictures"/>
    <dgm:cxn modelId="{1DB1260E-EF78-4842-BACE-9F582C635706}" type="presParOf" srcId="{54FA8055-B23B-4194-8A96-EFBCE3C895D3}" destId="{94188E8A-E3FF-42E0-ACC3-5995EFFEC3B9}" srcOrd="0" destOrd="0" presId="urn:microsoft.com/office/officeart/2008/layout/CaptionedPictures"/>
    <dgm:cxn modelId="{6288FC9F-9D95-4DD5-891E-B9ADE2171E10}" type="presParOf" srcId="{54FA8055-B23B-4194-8A96-EFBCE3C895D3}" destId="{9673ABF0-12FD-40FA-9689-824560B4CA1F}" srcOrd="1" destOrd="0" presId="urn:microsoft.com/office/officeart/2008/layout/CaptionedPictures"/>
    <dgm:cxn modelId="{715BF708-F892-4C4C-9733-DC57F34F9B23}" type="presParOf" srcId="{04DACF09-4386-4296-A3F5-AD23E2EC0296}" destId="{D991AB3B-9961-4521-8295-F7EE9E7F29BA}" srcOrd="5" destOrd="0" presId="urn:microsoft.com/office/officeart/2008/layout/CaptionedPictures"/>
    <dgm:cxn modelId="{856B86A0-B046-4770-BFFE-27B5C38F685D}" type="presParOf" srcId="{04DACF09-4386-4296-A3F5-AD23E2EC0296}" destId="{82D2E711-196F-409E-B03E-EBCA9D2E1208}" srcOrd="6" destOrd="0" presId="urn:microsoft.com/office/officeart/2008/layout/CaptionedPictures"/>
    <dgm:cxn modelId="{2B288226-DDA2-497B-BC28-C1531D3C3A61}" type="presParOf" srcId="{82D2E711-196F-409E-B03E-EBCA9D2E1208}" destId="{600DA035-218A-4458-8AFC-2E89B4B14214}" srcOrd="0" destOrd="0" presId="urn:microsoft.com/office/officeart/2008/layout/CaptionedPictures"/>
    <dgm:cxn modelId="{CBCF93B2-2EE2-4434-94B5-6A2B9AA71C00}" type="presParOf" srcId="{82D2E711-196F-409E-B03E-EBCA9D2E1208}" destId="{27B67DA0-8E50-4D43-9BE7-892BAB71AED3}" srcOrd="1" destOrd="0" presId="urn:microsoft.com/office/officeart/2008/layout/CaptionedPictures"/>
    <dgm:cxn modelId="{1A1947CE-1116-4935-AA11-27B305F46A67}" type="presParOf" srcId="{82D2E711-196F-409E-B03E-EBCA9D2E1208}" destId="{E40F32F1-95A2-4FA6-9F37-286775A2EC48}" srcOrd="2" destOrd="0" presId="urn:microsoft.com/office/officeart/2008/layout/CaptionedPictures"/>
    <dgm:cxn modelId="{0FAD7773-311D-48A3-B646-3FE43EB16662}" type="presParOf" srcId="{E40F32F1-95A2-4FA6-9F37-286775A2EC48}" destId="{FEE09C80-60F9-405C-A671-9C830299D4BC}" srcOrd="0" destOrd="0" presId="urn:microsoft.com/office/officeart/2008/layout/CaptionedPictures"/>
    <dgm:cxn modelId="{E519DD9B-934B-41E6-9DEB-FD749C9FAF4D}" type="presParOf" srcId="{E40F32F1-95A2-4FA6-9F37-286775A2EC48}" destId="{077FBD12-042C-4D26-AAD4-F075591F830B}" srcOrd="1" destOrd="0" presId="urn:microsoft.com/office/officeart/2008/layout/CaptionedPictures"/>
    <dgm:cxn modelId="{3997FBAE-CEE9-47B9-B96C-F6E647B2D1E5}" type="presParOf" srcId="{04DACF09-4386-4296-A3F5-AD23E2EC0296}" destId="{D7A07835-E97A-47B8-8640-D4656C4F6872}" srcOrd="7" destOrd="0" presId="urn:microsoft.com/office/officeart/2008/layout/CaptionedPictures"/>
    <dgm:cxn modelId="{4D1C0D6F-754D-4628-85E3-09526B9A108C}" type="presParOf" srcId="{04DACF09-4386-4296-A3F5-AD23E2EC0296}" destId="{15585335-EDCE-44E7-B2DC-154E3FDCA97C}" srcOrd="8" destOrd="0" presId="urn:microsoft.com/office/officeart/2008/layout/CaptionedPictures"/>
    <dgm:cxn modelId="{C6105F5D-3727-4C2D-8AA7-1643A7E9CC0E}" type="presParOf" srcId="{15585335-EDCE-44E7-B2DC-154E3FDCA97C}" destId="{BC92F293-F4AC-4D3E-875A-D2A0ED169444}" srcOrd="0" destOrd="0" presId="urn:microsoft.com/office/officeart/2008/layout/CaptionedPictures"/>
    <dgm:cxn modelId="{4089BD9B-CA0B-467A-A610-11E8CC3CB228}" type="presParOf" srcId="{15585335-EDCE-44E7-B2DC-154E3FDCA97C}" destId="{27846770-8803-45A4-B868-184D3E1343F2}" srcOrd="1" destOrd="0" presId="urn:microsoft.com/office/officeart/2008/layout/CaptionedPictures"/>
    <dgm:cxn modelId="{EB48CE80-E77A-4EB6-9209-2B28EF01279E}" type="presParOf" srcId="{15585335-EDCE-44E7-B2DC-154E3FDCA97C}" destId="{8FBE87EB-DC21-43FB-A897-684BF9108F58}" srcOrd="2" destOrd="0" presId="urn:microsoft.com/office/officeart/2008/layout/CaptionedPictures"/>
    <dgm:cxn modelId="{F1362FA3-DC0B-45EC-A92D-00AAB9B98932}" type="presParOf" srcId="{8FBE87EB-DC21-43FB-A897-684BF9108F58}" destId="{4B825243-40A7-4B6C-9AB7-609CCA3609BF}" srcOrd="0" destOrd="0" presId="urn:microsoft.com/office/officeart/2008/layout/CaptionedPictures"/>
    <dgm:cxn modelId="{E49D03BA-02A8-4E67-BE3D-2E095CDE25E2}" type="presParOf" srcId="{8FBE87EB-DC21-43FB-A897-684BF9108F58}" destId="{275AE0A0-6A54-4D7E-BE34-B2CBFF426586}" srcOrd="1" destOrd="0" presId="urn:microsoft.com/office/officeart/2008/layout/CaptionedPictures"/>
    <dgm:cxn modelId="{6099C2C8-A3EF-412B-A214-0272049B9E75}" type="presParOf" srcId="{04DACF09-4386-4296-A3F5-AD23E2EC0296}" destId="{B8A0B86D-BCB8-433D-8F66-30BFFBDA3858}" srcOrd="9" destOrd="0" presId="urn:microsoft.com/office/officeart/2008/layout/CaptionedPictures"/>
    <dgm:cxn modelId="{58311B30-61B1-4099-86D7-03D774AF617E}" type="presParOf" srcId="{04DACF09-4386-4296-A3F5-AD23E2EC0296}" destId="{E715EC26-4263-45A9-9B8F-44298FFAE48A}" srcOrd="10" destOrd="0" presId="urn:microsoft.com/office/officeart/2008/layout/CaptionedPictures"/>
    <dgm:cxn modelId="{E5E57774-2550-4857-B92C-B7256FEF8A7F}" type="presParOf" srcId="{E715EC26-4263-45A9-9B8F-44298FFAE48A}" destId="{72E2CA44-C8B2-489E-A8F3-5137EE6E54AF}" srcOrd="0" destOrd="0" presId="urn:microsoft.com/office/officeart/2008/layout/CaptionedPictures"/>
    <dgm:cxn modelId="{7833CA49-E1FE-43A9-B7AA-1E96A0DEC3F4}" type="presParOf" srcId="{E715EC26-4263-45A9-9B8F-44298FFAE48A}" destId="{C3F1C44A-E3E4-4DEE-8D8D-110327666090}" srcOrd="1" destOrd="0" presId="urn:microsoft.com/office/officeart/2008/layout/CaptionedPictures"/>
    <dgm:cxn modelId="{81F27345-7CE6-4821-AA88-D30D484D9101}" type="presParOf" srcId="{E715EC26-4263-45A9-9B8F-44298FFAE48A}" destId="{03A12461-1D16-40EE-8933-87A3B53CD19D}" srcOrd="2" destOrd="0" presId="urn:microsoft.com/office/officeart/2008/layout/CaptionedPictures"/>
    <dgm:cxn modelId="{98324D44-51C0-46F8-9FF9-3B8B50215F1E}" type="presParOf" srcId="{03A12461-1D16-40EE-8933-87A3B53CD19D}" destId="{8E850505-E191-41A8-A156-435BA43936E4}" srcOrd="0" destOrd="0" presId="urn:microsoft.com/office/officeart/2008/layout/CaptionedPictures"/>
    <dgm:cxn modelId="{937BC605-8B80-4332-AA4E-775451B8C30B}" type="presParOf" srcId="{03A12461-1D16-40EE-8933-87A3B53CD19D}" destId="{AD0F1EE5-2551-4AEE-B9BB-6BB639057F11}" srcOrd="1" destOrd="0" presId="urn:microsoft.com/office/officeart/2008/layout/CaptionedPictures"/>
    <dgm:cxn modelId="{4B31FA44-2F9A-46BA-850D-9DFB12A653FE}" type="presParOf" srcId="{04DACF09-4386-4296-A3F5-AD23E2EC0296}" destId="{0109376F-DB03-4F20-A518-F7439E0CB02E}" srcOrd="11" destOrd="0" presId="urn:microsoft.com/office/officeart/2008/layout/CaptionedPictures"/>
    <dgm:cxn modelId="{94561D0E-684F-4D84-BA43-77298942EAD2}" type="presParOf" srcId="{04DACF09-4386-4296-A3F5-AD23E2EC0296}" destId="{7879448F-7BCB-4A9F-A8BF-CB4D4FD3C722}" srcOrd="12" destOrd="0" presId="urn:microsoft.com/office/officeart/2008/layout/CaptionedPictures"/>
    <dgm:cxn modelId="{F6F31F22-7C82-465A-8288-0C8210B67EDE}" type="presParOf" srcId="{7879448F-7BCB-4A9F-A8BF-CB4D4FD3C722}" destId="{4FB374AC-9E34-4AE1-84C1-9B3363A4F55E}" srcOrd="0" destOrd="0" presId="urn:microsoft.com/office/officeart/2008/layout/CaptionedPictures"/>
    <dgm:cxn modelId="{232BA28F-6AFA-4569-9546-1E9B179F92E9}" type="presParOf" srcId="{7879448F-7BCB-4A9F-A8BF-CB4D4FD3C722}" destId="{EA05622D-2FEB-4F4F-B945-91DA89B031E9}" srcOrd="1" destOrd="0" presId="urn:microsoft.com/office/officeart/2008/layout/CaptionedPictures"/>
    <dgm:cxn modelId="{1B3B262D-E8BF-4A9B-84B9-29C8044963F8}" type="presParOf" srcId="{7879448F-7BCB-4A9F-A8BF-CB4D4FD3C722}" destId="{E932E20A-1696-451A-8AF7-B131DDE26D5A}" srcOrd="2" destOrd="0" presId="urn:microsoft.com/office/officeart/2008/layout/CaptionedPictures"/>
    <dgm:cxn modelId="{03729C8E-9134-4993-AAE3-BBBD6CA7411B}" type="presParOf" srcId="{E932E20A-1696-451A-8AF7-B131DDE26D5A}" destId="{E1EF2011-D770-406F-B8F6-25DB26B1E188}" srcOrd="0" destOrd="0" presId="urn:microsoft.com/office/officeart/2008/layout/CaptionedPictures"/>
    <dgm:cxn modelId="{44FCB897-5F71-4D4F-AB1E-587EC429FFE9}" type="presParOf" srcId="{E932E20A-1696-451A-8AF7-B131DDE26D5A}" destId="{3EE6D6FB-DEFB-4FAD-B78D-52936C774045}" srcOrd="1" destOrd="0" presId="urn:microsoft.com/office/officeart/2008/layout/CaptionedPictures"/>
    <dgm:cxn modelId="{4093EAC3-C823-465B-8997-2786FE72F7F9}" type="presParOf" srcId="{04DACF09-4386-4296-A3F5-AD23E2EC0296}" destId="{C2B8DD44-BD0C-4E86-845E-784FAFFB7A01}" srcOrd="13" destOrd="0" presId="urn:microsoft.com/office/officeart/2008/layout/CaptionedPictures"/>
    <dgm:cxn modelId="{BE747FA2-EA44-4006-9A83-DA48F7481E45}" type="presParOf" srcId="{04DACF09-4386-4296-A3F5-AD23E2EC0296}" destId="{FF5FC6A5-B6C8-4CAF-BB22-319D443EB226}" srcOrd="14" destOrd="0" presId="urn:microsoft.com/office/officeart/2008/layout/CaptionedPictures"/>
    <dgm:cxn modelId="{B762DA7D-FEA3-4226-BA07-42D0C78E74EF}" type="presParOf" srcId="{FF5FC6A5-B6C8-4CAF-BB22-319D443EB226}" destId="{952219C6-7E3E-4E61-884E-A5868CEF22E7}" srcOrd="0" destOrd="0" presId="urn:microsoft.com/office/officeart/2008/layout/CaptionedPictures"/>
    <dgm:cxn modelId="{7FF8F71B-0DE4-4094-8622-3118CB11C0E3}" type="presParOf" srcId="{FF5FC6A5-B6C8-4CAF-BB22-319D443EB226}" destId="{BB64EACA-E0F7-42C0-850B-029396D29277}" srcOrd="1" destOrd="0" presId="urn:microsoft.com/office/officeart/2008/layout/CaptionedPictures"/>
    <dgm:cxn modelId="{14949E83-03E0-4389-AE01-361990B89C26}" type="presParOf" srcId="{FF5FC6A5-B6C8-4CAF-BB22-319D443EB226}" destId="{419634A3-56E5-4461-A31B-2B4DB0DB30A5}" srcOrd="2" destOrd="0" presId="urn:microsoft.com/office/officeart/2008/layout/CaptionedPictures"/>
    <dgm:cxn modelId="{501AF5D6-82C4-4EF9-94C6-77C12F88A174}" type="presParOf" srcId="{419634A3-56E5-4461-A31B-2B4DB0DB30A5}" destId="{F6710098-97CD-4B6B-8CBC-59617A940F2E}" srcOrd="0" destOrd="0" presId="urn:microsoft.com/office/officeart/2008/layout/CaptionedPictures"/>
    <dgm:cxn modelId="{4EC1A828-B8EF-4909-94B3-DE0BB7DD1CDB}" type="presParOf" srcId="{419634A3-56E5-4461-A31B-2B4DB0DB30A5}" destId="{757C20A5-964D-473E-82D6-FA80F026A323}" srcOrd="1" destOrd="0" presId="urn:microsoft.com/office/officeart/2008/layout/CaptionedPictures"/>
    <dgm:cxn modelId="{CF786663-1D04-483B-B0DD-1CD7C28FEBB7}" type="presParOf" srcId="{04DACF09-4386-4296-A3F5-AD23E2EC0296}" destId="{20C9A849-D86C-4DFC-A224-F13671297501}" srcOrd="15" destOrd="0" presId="urn:microsoft.com/office/officeart/2008/layout/CaptionedPictures"/>
    <dgm:cxn modelId="{EF52513B-35C2-48EF-8656-44001E7E7907}" type="presParOf" srcId="{04DACF09-4386-4296-A3F5-AD23E2EC0296}" destId="{DBE552FB-5C3A-4273-AF8D-738AEDEF2FE2}" srcOrd="16" destOrd="0" presId="urn:microsoft.com/office/officeart/2008/layout/CaptionedPictures"/>
    <dgm:cxn modelId="{90EF8049-F260-48AF-B928-93FC62899A47}" type="presParOf" srcId="{DBE552FB-5C3A-4273-AF8D-738AEDEF2FE2}" destId="{63C8CFD6-0A07-48B2-9B22-EE38C6B3F9BA}" srcOrd="0" destOrd="0" presId="urn:microsoft.com/office/officeart/2008/layout/CaptionedPictures"/>
    <dgm:cxn modelId="{3414C151-B1D8-4820-8DB3-B8DB07607760}" type="presParOf" srcId="{DBE552FB-5C3A-4273-AF8D-738AEDEF2FE2}" destId="{0EEB6FAD-6E5D-4429-A4A0-B4E7B908DC8C}" srcOrd="1" destOrd="0" presId="urn:microsoft.com/office/officeart/2008/layout/CaptionedPictures"/>
    <dgm:cxn modelId="{1349C492-ABA6-4E58-9BB1-38756A18952F}" type="presParOf" srcId="{DBE552FB-5C3A-4273-AF8D-738AEDEF2FE2}" destId="{22819B8A-C688-4299-965F-64E91BCA82B7}" srcOrd="2" destOrd="0" presId="urn:microsoft.com/office/officeart/2008/layout/CaptionedPictures"/>
    <dgm:cxn modelId="{51372DC0-D21A-49B3-A866-73E896063528}" type="presParOf" srcId="{22819B8A-C688-4299-965F-64E91BCA82B7}" destId="{A74AA424-4D97-4904-9750-229C99EEB083}" srcOrd="0" destOrd="0" presId="urn:microsoft.com/office/officeart/2008/layout/CaptionedPictures"/>
    <dgm:cxn modelId="{3C87BDEC-3430-4693-B612-4A58302BFB70}" type="presParOf" srcId="{22819B8A-C688-4299-965F-64E91BCA82B7}" destId="{5D0A9DE1-EB4D-4632-9578-427A5899C582}" srcOrd="1" destOrd="0" presId="urn:microsoft.com/office/officeart/2008/layout/CaptionedPictures"/>
    <dgm:cxn modelId="{A6DD4081-A150-4E7C-ACB2-ACEAABE07318}" type="presParOf" srcId="{04DACF09-4386-4296-A3F5-AD23E2EC0296}" destId="{1702AFF5-AC20-4B79-B7B7-DAB157879567}" srcOrd="17" destOrd="0" presId="urn:microsoft.com/office/officeart/2008/layout/CaptionedPictures"/>
    <dgm:cxn modelId="{9547EDA1-FBC1-4661-B776-DAF055A085A8}" type="presParOf" srcId="{04DACF09-4386-4296-A3F5-AD23E2EC0296}" destId="{B554A564-0BCA-4481-8055-AB271C3618F3}" srcOrd="18" destOrd="0" presId="urn:microsoft.com/office/officeart/2008/layout/CaptionedPictures"/>
    <dgm:cxn modelId="{80651523-CDFD-4012-B856-F40510611527}" type="presParOf" srcId="{B554A564-0BCA-4481-8055-AB271C3618F3}" destId="{6B936C8B-4DFA-45A7-B679-9EF4F5815C6B}" srcOrd="0" destOrd="0" presId="urn:microsoft.com/office/officeart/2008/layout/CaptionedPictures"/>
    <dgm:cxn modelId="{99F6AEE2-A037-4F9D-934B-AE195746887E}" type="presParOf" srcId="{B554A564-0BCA-4481-8055-AB271C3618F3}" destId="{13019B95-4C2D-497D-845D-B2FE35E4C202}" srcOrd="1" destOrd="0" presId="urn:microsoft.com/office/officeart/2008/layout/CaptionedPictures"/>
    <dgm:cxn modelId="{7D84A9B4-9401-4975-ABD6-2D37CC28A907}" type="presParOf" srcId="{B554A564-0BCA-4481-8055-AB271C3618F3}" destId="{3B53E138-4ABE-4CDE-8F7D-5E7E7A1292E4}" srcOrd="2" destOrd="0" presId="urn:microsoft.com/office/officeart/2008/layout/CaptionedPictures"/>
    <dgm:cxn modelId="{72D6EAE2-F832-47D5-9D74-671EBF33E925}" type="presParOf" srcId="{3B53E138-4ABE-4CDE-8F7D-5E7E7A1292E4}" destId="{0FA0A574-CFF1-4349-83BD-14E21D14A9FD}" srcOrd="0" destOrd="0" presId="urn:microsoft.com/office/officeart/2008/layout/CaptionedPictures"/>
    <dgm:cxn modelId="{0203B836-7423-41A7-A21D-558A63CA1674}" type="presParOf" srcId="{3B53E138-4ABE-4CDE-8F7D-5E7E7A1292E4}" destId="{3E03B6E2-E656-4A60-BB79-3C6859E7C844}" srcOrd="1" destOrd="0" presId="urn:microsoft.com/office/officeart/2008/layout/CaptionedPictures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6B4CE18-B566-41C9-BB34-EC2C6C48FC08}">
      <dsp:nvSpPr>
        <dsp:cNvPr id="0" name=""/>
        <dsp:cNvSpPr/>
      </dsp:nvSpPr>
      <dsp:spPr>
        <a:xfrm>
          <a:off x="105283" y="167022"/>
          <a:ext cx="1362511" cy="1602955"/>
        </a:xfrm>
        <a:prstGeom prst="rect">
          <a:avLst/>
        </a:prstGeom>
        <a:solidFill>
          <a:schemeClr val="lt1">
            <a:alpha val="4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135A983-7D05-44BB-A287-48DC96F909CF}">
      <dsp:nvSpPr>
        <dsp:cNvPr id="0" name=""/>
        <dsp:cNvSpPr/>
      </dsp:nvSpPr>
      <dsp:spPr>
        <a:xfrm>
          <a:off x="173409" y="231140"/>
          <a:ext cx="1226260" cy="104192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 t="-9000" b="-9000"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D6E262F-CE78-42AD-A256-44D583401849}">
      <dsp:nvSpPr>
        <dsp:cNvPr id="0" name=""/>
        <dsp:cNvSpPr/>
      </dsp:nvSpPr>
      <dsp:spPr>
        <a:xfrm>
          <a:off x="173409" y="1273061"/>
          <a:ext cx="1226260" cy="43279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720" tIns="45720" rIns="45720" bIns="45720" numCol="1" spcCol="1270" anchor="b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Users</a:t>
          </a:r>
        </a:p>
      </dsp:txBody>
      <dsp:txXfrm>
        <a:off x="173409" y="1273061"/>
        <a:ext cx="1226260" cy="432797"/>
      </dsp:txXfrm>
    </dsp:sp>
    <dsp:sp modelId="{3B303FF3-79EF-46CD-B0CF-5D023A24EE7D}">
      <dsp:nvSpPr>
        <dsp:cNvPr id="0" name=""/>
        <dsp:cNvSpPr/>
      </dsp:nvSpPr>
      <dsp:spPr>
        <a:xfrm>
          <a:off x="1935380" y="167022"/>
          <a:ext cx="1362511" cy="1602955"/>
        </a:xfrm>
        <a:prstGeom prst="rect">
          <a:avLst/>
        </a:prstGeom>
        <a:solidFill>
          <a:schemeClr val="lt1">
            <a:alpha val="4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E3C920B-52E0-4DDB-8CE6-D6BC385A1E2B}">
      <dsp:nvSpPr>
        <dsp:cNvPr id="0" name=""/>
        <dsp:cNvSpPr/>
      </dsp:nvSpPr>
      <dsp:spPr>
        <a:xfrm>
          <a:off x="2003505" y="231140"/>
          <a:ext cx="1226260" cy="104192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 t="-9000" b="-9000"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780F7E7-473E-45EE-947C-34BFEF720DD0}">
      <dsp:nvSpPr>
        <dsp:cNvPr id="0" name=""/>
        <dsp:cNvSpPr/>
      </dsp:nvSpPr>
      <dsp:spPr>
        <a:xfrm>
          <a:off x="2003505" y="1273061"/>
          <a:ext cx="1226260" cy="43279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720" tIns="45720" rIns="45720" bIns="45720" numCol="1" spcCol="1270" anchor="b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Hotels</a:t>
          </a:r>
        </a:p>
      </dsp:txBody>
      <dsp:txXfrm>
        <a:off x="2003505" y="1273061"/>
        <a:ext cx="1226260" cy="432797"/>
      </dsp:txXfrm>
    </dsp:sp>
    <dsp:sp modelId="{96293912-87C6-4D9D-80CC-5681BFC2B5F8}">
      <dsp:nvSpPr>
        <dsp:cNvPr id="0" name=""/>
        <dsp:cNvSpPr/>
      </dsp:nvSpPr>
      <dsp:spPr>
        <a:xfrm>
          <a:off x="3765477" y="167022"/>
          <a:ext cx="1362511" cy="1602955"/>
        </a:xfrm>
        <a:prstGeom prst="rect">
          <a:avLst/>
        </a:prstGeom>
        <a:solidFill>
          <a:schemeClr val="lt1">
            <a:alpha val="4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2CD276C-9EC0-443C-8744-EB9C3649324F}">
      <dsp:nvSpPr>
        <dsp:cNvPr id="0" name=""/>
        <dsp:cNvSpPr/>
      </dsp:nvSpPr>
      <dsp:spPr>
        <a:xfrm>
          <a:off x="3833602" y="231140"/>
          <a:ext cx="1226260" cy="1041920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 t="-9000" b="-9000"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673ABF0-12FD-40FA-9689-824560B4CA1F}">
      <dsp:nvSpPr>
        <dsp:cNvPr id="0" name=""/>
        <dsp:cNvSpPr/>
      </dsp:nvSpPr>
      <dsp:spPr>
        <a:xfrm>
          <a:off x="3833602" y="1273061"/>
          <a:ext cx="1226260" cy="43279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720" tIns="45720" rIns="45720" bIns="45720" numCol="1" spcCol="1270" anchor="b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Rooms</a:t>
          </a:r>
        </a:p>
      </dsp:txBody>
      <dsp:txXfrm>
        <a:off x="3833602" y="1273061"/>
        <a:ext cx="1226260" cy="432797"/>
      </dsp:txXfrm>
    </dsp:sp>
    <dsp:sp modelId="{600DA035-218A-4458-8AFC-2E89B4B14214}">
      <dsp:nvSpPr>
        <dsp:cNvPr id="0" name=""/>
        <dsp:cNvSpPr/>
      </dsp:nvSpPr>
      <dsp:spPr>
        <a:xfrm>
          <a:off x="5595574" y="167022"/>
          <a:ext cx="1362511" cy="1602955"/>
        </a:xfrm>
        <a:prstGeom prst="rect">
          <a:avLst/>
        </a:prstGeom>
        <a:solidFill>
          <a:schemeClr val="lt1">
            <a:alpha val="4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7B67DA0-8E50-4D43-9BE7-892BAB71AED3}">
      <dsp:nvSpPr>
        <dsp:cNvPr id="0" name=""/>
        <dsp:cNvSpPr/>
      </dsp:nvSpPr>
      <dsp:spPr>
        <a:xfrm>
          <a:off x="5663699" y="231140"/>
          <a:ext cx="1226260" cy="1041920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>
            <a:fillRect t="-9000" b="-9000"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77FBD12-042C-4D26-AAD4-F075591F830B}">
      <dsp:nvSpPr>
        <dsp:cNvPr id="0" name=""/>
        <dsp:cNvSpPr/>
      </dsp:nvSpPr>
      <dsp:spPr>
        <a:xfrm>
          <a:off x="5663699" y="1273061"/>
          <a:ext cx="1226260" cy="43279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720" tIns="45720" rIns="45720" bIns="45720" numCol="1" spcCol="1270" anchor="b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/>
            <a:t>Airlines</a:t>
          </a:r>
        </a:p>
      </dsp:txBody>
      <dsp:txXfrm>
        <a:off x="5663699" y="1273061"/>
        <a:ext cx="1226260" cy="432797"/>
      </dsp:txXfrm>
    </dsp:sp>
    <dsp:sp modelId="{BC92F293-F4AC-4D3E-875A-D2A0ED169444}">
      <dsp:nvSpPr>
        <dsp:cNvPr id="0" name=""/>
        <dsp:cNvSpPr/>
      </dsp:nvSpPr>
      <dsp:spPr>
        <a:xfrm>
          <a:off x="7425670" y="167022"/>
          <a:ext cx="1362511" cy="1602955"/>
        </a:xfrm>
        <a:prstGeom prst="rect">
          <a:avLst/>
        </a:prstGeom>
        <a:solidFill>
          <a:schemeClr val="lt1">
            <a:alpha val="4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7846770-8803-45A4-B868-184D3E1343F2}">
      <dsp:nvSpPr>
        <dsp:cNvPr id="0" name=""/>
        <dsp:cNvSpPr/>
      </dsp:nvSpPr>
      <dsp:spPr>
        <a:xfrm>
          <a:off x="7493796" y="231140"/>
          <a:ext cx="1226260" cy="1041920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>
            <a:fillRect t="-9000" b="-9000"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75AE0A0-6A54-4D7E-BE34-B2CBFF426586}">
      <dsp:nvSpPr>
        <dsp:cNvPr id="0" name=""/>
        <dsp:cNvSpPr/>
      </dsp:nvSpPr>
      <dsp:spPr>
        <a:xfrm>
          <a:off x="7493796" y="1273061"/>
          <a:ext cx="1226260" cy="43279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720" tIns="45720" rIns="45720" bIns="45720" numCol="1" spcCol="1270" anchor="b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/>
            <a:t>Flights</a:t>
          </a:r>
        </a:p>
      </dsp:txBody>
      <dsp:txXfrm>
        <a:off x="7493796" y="1273061"/>
        <a:ext cx="1226260" cy="432797"/>
      </dsp:txXfrm>
    </dsp:sp>
    <dsp:sp modelId="{72E2CA44-C8B2-489E-A8F3-5137EE6E54AF}">
      <dsp:nvSpPr>
        <dsp:cNvPr id="0" name=""/>
        <dsp:cNvSpPr/>
      </dsp:nvSpPr>
      <dsp:spPr>
        <a:xfrm>
          <a:off x="9255767" y="167022"/>
          <a:ext cx="1362511" cy="1602955"/>
        </a:xfrm>
        <a:prstGeom prst="rect">
          <a:avLst/>
        </a:prstGeom>
        <a:solidFill>
          <a:schemeClr val="lt1">
            <a:alpha val="4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3F1C44A-E3E4-4DEE-8D8D-110327666090}">
      <dsp:nvSpPr>
        <dsp:cNvPr id="0" name=""/>
        <dsp:cNvSpPr/>
      </dsp:nvSpPr>
      <dsp:spPr>
        <a:xfrm>
          <a:off x="9323893" y="231140"/>
          <a:ext cx="1226260" cy="1041920"/>
        </a:xfrm>
        <a:prstGeom prst="rect">
          <a:avLst/>
        </a:prstGeom>
        <a:blipFill>
          <a:blip xmlns:r="http://schemas.openxmlformats.org/officeDocument/2006/relationships"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rcRect/>
          <a:stretch>
            <a:fillRect t="-9000" b="-9000"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D0F1EE5-2551-4AEE-B9BB-6BB639057F11}">
      <dsp:nvSpPr>
        <dsp:cNvPr id="0" name=""/>
        <dsp:cNvSpPr/>
      </dsp:nvSpPr>
      <dsp:spPr>
        <a:xfrm>
          <a:off x="9323893" y="1273061"/>
          <a:ext cx="1226260" cy="43279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720" tIns="45720" rIns="45720" bIns="45720" numCol="1" spcCol="1270" anchor="b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/>
            <a:t>Seats</a:t>
          </a:r>
        </a:p>
      </dsp:txBody>
      <dsp:txXfrm>
        <a:off x="9323893" y="1273061"/>
        <a:ext cx="1226260" cy="432797"/>
      </dsp:txXfrm>
    </dsp:sp>
    <dsp:sp modelId="{4FB374AC-9E34-4AE1-84C1-9B3363A4F55E}">
      <dsp:nvSpPr>
        <dsp:cNvPr id="0" name=""/>
        <dsp:cNvSpPr/>
      </dsp:nvSpPr>
      <dsp:spPr>
        <a:xfrm>
          <a:off x="1935380" y="1906228"/>
          <a:ext cx="1362511" cy="1602955"/>
        </a:xfrm>
        <a:prstGeom prst="rect">
          <a:avLst/>
        </a:prstGeom>
        <a:solidFill>
          <a:schemeClr val="lt1">
            <a:alpha val="4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A05622D-2FEB-4F4F-B945-91DA89B031E9}">
      <dsp:nvSpPr>
        <dsp:cNvPr id="0" name=""/>
        <dsp:cNvSpPr/>
      </dsp:nvSpPr>
      <dsp:spPr>
        <a:xfrm>
          <a:off x="2003505" y="1970346"/>
          <a:ext cx="1226260" cy="1041920"/>
        </a:xfrm>
        <a:prstGeom prst="rect">
          <a:avLst/>
        </a:prstGeom>
        <a:blipFill>
          <a:blip xmlns:r="http://schemas.openxmlformats.org/officeDocument/2006/relationships"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rcRect/>
          <a:stretch>
            <a:fillRect t="-9000" b="-9000"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EE6D6FB-DEFB-4FAD-B78D-52936C774045}">
      <dsp:nvSpPr>
        <dsp:cNvPr id="0" name=""/>
        <dsp:cNvSpPr/>
      </dsp:nvSpPr>
      <dsp:spPr>
        <a:xfrm>
          <a:off x="2003505" y="3012267"/>
          <a:ext cx="1226260" cy="43279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720" tIns="45720" rIns="45720" bIns="45720" numCol="1" spcCol="1270" anchor="b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/>
            <a:t>Hotel Bookings</a:t>
          </a:r>
        </a:p>
      </dsp:txBody>
      <dsp:txXfrm>
        <a:off x="2003505" y="3012267"/>
        <a:ext cx="1226260" cy="432797"/>
      </dsp:txXfrm>
    </dsp:sp>
    <dsp:sp modelId="{952219C6-7E3E-4E61-884E-A5868CEF22E7}">
      <dsp:nvSpPr>
        <dsp:cNvPr id="0" name=""/>
        <dsp:cNvSpPr/>
      </dsp:nvSpPr>
      <dsp:spPr>
        <a:xfrm>
          <a:off x="3765477" y="1906228"/>
          <a:ext cx="1362511" cy="1602955"/>
        </a:xfrm>
        <a:prstGeom prst="rect">
          <a:avLst/>
        </a:prstGeom>
        <a:solidFill>
          <a:schemeClr val="lt1">
            <a:alpha val="4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B64EACA-E0F7-42C0-850B-029396D29277}">
      <dsp:nvSpPr>
        <dsp:cNvPr id="0" name=""/>
        <dsp:cNvSpPr/>
      </dsp:nvSpPr>
      <dsp:spPr>
        <a:xfrm>
          <a:off x="3833602" y="1970346"/>
          <a:ext cx="1226260" cy="1041920"/>
        </a:xfrm>
        <a:prstGeom prst="rect">
          <a:avLst/>
        </a:prstGeom>
        <a:blipFill>
          <a:blip xmlns:r="http://schemas.openxmlformats.org/officeDocument/2006/relationships"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rcRect/>
          <a:stretch>
            <a:fillRect t="-9000" b="-9000"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57C20A5-964D-473E-82D6-FA80F026A323}">
      <dsp:nvSpPr>
        <dsp:cNvPr id="0" name=""/>
        <dsp:cNvSpPr/>
      </dsp:nvSpPr>
      <dsp:spPr>
        <a:xfrm>
          <a:off x="3833602" y="3012267"/>
          <a:ext cx="1226260" cy="43279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720" tIns="45720" rIns="45720" bIns="45720" numCol="1" spcCol="1270" anchor="b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/>
            <a:t>Flight Bookings</a:t>
          </a:r>
        </a:p>
      </dsp:txBody>
      <dsp:txXfrm>
        <a:off x="3833602" y="3012267"/>
        <a:ext cx="1226260" cy="432797"/>
      </dsp:txXfrm>
    </dsp:sp>
    <dsp:sp modelId="{63C8CFD6-0A07-48B2-9B22-EE38C6B3F9BA}">
      <dsp:nvSpPr>
        <dsp:cNvPr id="0" name=""/>
        <dsp:cNvSpPr/>
      </dsp:nvSpPr>
      <dsp:spPr>
        <a:xfrm>
          <a:off x="5595574" y="1906228"/>
          <a:ext cx="1362511" cy="1602955"/>
        </a:xfrm>
        <a:prstGeom prst="rect">
          <a:avLst/>
        </a:prstGeom>
        <a:solidFill>
          <a:schemeClr val="lt1">
            <a:alpha val="4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EEB6FAD-6E5D-4429-A4A0-B4E7B908DC8C}">
      <dsp:nvSpPr>
        <dsp:cNvPr id="0" name=""/>
        <dsp:cNvSpPr/>
      </dsp:nvSpPr>
      <dsp:spPr>
        <a:xfrm>
          <a:off x="5663699" y="1970346"/>
          <a:ext cx="1226260" cy="1041920"/>
        </a:xfrm>
        <a:prstGeom prst="rect">
          <a:avLst/>
        </a:prstGeom>
        <a:blipFill>
          <a:blip xmlns:r="http://schemas.openxmlformats.org/officeDocument/2006/relationships"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rcRect/>
          <a:stretch>
            <a:fillRect t="-9000" b="-9000"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D0A9DE1-EB4D-4632-9578-427A5899C582}">
      <dsp:nvSpPr>
        <dsp:cNvPr id="0" name=""/>
        <dsp:cNvSpPr/>
      </dsp:nvSpPr>
      <dsp:spPr>
        <a:xfrm>
          <a:off x="5663699" y="3012267"/>
          <a:ext cx="1226260" cy="43279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720" tIns="45720" rIns="45720" bIns="45720" numCol="1" spcCol="1270" anchor="b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/>
            <a:t>Payments</a:t>
          </a:r>
        </a:p>
      </dsp:txBody>
      <dsp:txXfrm>
        <a:off x="5663699" y="3012267"/>
        <a:ext cx="1226260" cy="432797"/>
      </dsp:txXfrm>
    </dsp:sp>
    <dsp:sp modelId="{6B936C8B-4DFA-45A7-B679-9EF4F5815C6B}">
      <dsp:nvSpPr>
        <dsp:cNvPr id="0" name=""/>
        <dsp:cNvSpPr/>
      </dsp:nvSpPr>
      <dsp:spPr>
        <a:xfrm>
          <a:off x="7425670" y="1906228"/>
          <a:ext cx="1362511" cy="1602955"/>
        </a:xfrm>
        <a:prstGeom prst="rect">
          <a:avLst/>
        </a:prstGeom>
        <a:solidFill>
          <a:schemeClr val="lt1">
            <a:alpha val="4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3019B95-4C2D-497D-845D-B2FE35E4C202}">
      <dsp:nvSpPr>
        <dsp:cNvPr id="0" name=""/>
        <dsp:cNvSpPr/>
      </dsp:nvSpPr>
      <dsp:spPr>
        <a:xfrm>
          <a:off x="7493796" y="1970346"/>
          <a:ext cx="1226260" cy="1041920"/>
        </a:xfrm>
        <a:prstGeom prst="rect">
          <a:avLst/>
        </a:prstGeom>
        <a:blipFill>
          <a:blip xmlns:r="http://schemas.openxmlformats.org/officeDocument/2006/relationships"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rcRect/>
          <a:stretch>
            <a:fillRect t="-9000" b="-9000"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E03B6E2-E656-4A60-BB79-3C6859E7C844}">
      <dsp:nvSpPr>
        <dsp:cNvPr id="0" name=""/>
        <dsp:cNvSpPr/>
      </dsp:nvSpPr>
      <dsp:spPr>
        <a:xfrm>
          <a:off x="7493796" y="3012267"/>
          <a:ext cx="1226260" cy="43279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720" tIns="45720" rIns="45720" bIns="45720" numCol="1" spcCol="1270" anchor="b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/>
            <a:t>Reviews</a:t>
          </a:r>
        </a:p>
      </dsp:txBody>
      <dsp:txXfrm>
        <a:off x="7493796" y="3012267"/>
        <a:ext cx="1226260" cy="43279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CaptionedPictures">
  <dgm:title val=""/>
  <dgm:desc val=""/>
  <dgm:catLst>
    <dgm:cat type="picture" pri="5000"/>
    <dgm:cat type="pictureconvert" pri="5000"/>
  </dgm:catLst>
  <dgm:sampData>
    <dgm:dataModel>
      <dgm:ptLst>
        <dgm:pt modelId="0" type="doc"/>
        <dgm:pt modelId="10">
          <dgm:prSet phldr="1"/>
        </dgm:pt>
        <dgm:pt modelId="11">
          <dgm:prSet phldr="1"/>
        </dgm:pt>
        <dgm:pt modelId="20">
          <dgm:prSet phldr="1"/>
        </dgm:pt>
        <dgm:pt modelId="21">
          <dgm:prSet phldr="1"/>
        </dgm:pt>
        <dgm:pt modelId="30">
          <dgm:prSet phldr="1"/>
        </dgm:pt>
        <dgm:pt modelId="31">
          <dgm:prSet phldr="1"/>
        </dgm:pt>
      </dgm:ptLst>
      <dgm:cxnLst>
        <dgm:cxn modelId="60" srcId="0" destId="10" srcOrd="0" destOrd="0"/>
        <dgm:cxn modelId="12" srcId="10" destId="11" srcOrd="0" destOrd="0"/>
        <dgm:cxn modelId="70" srcId="0" destId="20" srcOrd="1" destOrd="0"/>
        <dgm:cxn modelId="22" srcId="20" destId="21" srcOrd="0" destOrd="0"/>
        <dgm:cxn modelId="80" srcId="0" destId="30" srcOrd="2" destOrd="0"/>
        <dgm:cxn modelId="32" srcId="30" destId="31" srcOrd="0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11">
          <dgm:prSet phldr="1"/>
        </dgm:pt>
        <dgm:pt modelId="20">
          <dgm:prSet phldr="1"/>
        </dgm:pt>
        <dgm:pt modelId="21">
          <dgm:prSet phldr="1"/>
        </dgm:pt>
      </dgm:ptLst>
      <dgm:cxnLst>
        <dgm:cxn modelId="60" srcId="0" destId="10" srcOrd="0" destOrd="0"/>
        <dgm:cxn modelId="12" srcId="10" destId="11" srcOrd="0" destOrd="0"/>
        <dgm:cxn modelId="70" srcId="0" destId="20" srcOrd="1" destOrd="0"/>
        <dgm:cxn modelId="22" srcId="20" destId="21" srcOrd="0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11">
          <dgm:prSet phldr="1"/>
        </dgm:pt>
        <dgm:pt modelId="20">
          <dgm:prSet phldr="1"/>
        </dgm:pt>
        <dgm:pt modelId="21">
          <dgm:prSet phldr="1"/>
        </dgm:pt>
        <dgm:pt modelId="30">
          <dgm:prSet phldr="1"/>
        </dgm:pt>
        <dgm:pt modelId="31">
          <dgm:prSet phldr="1"/>
        </dgm:pt>
        <dgm:pt modelId="40">
          <dgm:prSet phldr="1"/>
        </dgm:pt>
        <dgm:pt modelId="41">
          <dgm:prSet phldr="1"/>
        </dgm:pt>
      </dgm:ptLst>
      <dgm:cxnLst>
        <dgm:cxn modelId="60" srcId="0" destId="10" srcOrd="0" destOrd="0"/>
        <dgm:cxn modelId="12" srcId="10" destId="11" srcOrd="0" destOrd="0"/>
        <dgm:cxn modelId="70" srcId="0" destId="20" srcOrd="1" destOrd="0"/>
        <dgm:cxn modelId="22" srcId="20" destId="21" srcOrd="0" destOrd="0"/>
        <dgm:cxn modelId="80" srcId="0" destId="30" srcOrd="2" destOrd="0"/>
        <dgm:cxn modelId="32" srcId="30" destId="31" srcOrd="0" destOrd="0"/>
        <dgm:cxn modelId="90" srcId="0" destId="40" srcOrd="3" destOrd="0"/>
        <dgm:cxn modelId="42" srcId="40" destId="41" srcOrd="0" destOrd="0"/>
      </dgm:cxnLst>
      <dgm:bg/>
      <dgm:whole/>
    </dgm:dataModel>
  </dgm:clrData>
  <dgm:layoutNode name="Name0">
    <dgm:varLst>
      <dgm:chMax/>
      <dgm:chPref/>
      <dgm:dir/>
    </dgm:varLst>
    <dgm:choose name="Name1">
      <dgm:if name="Name2" func="var" arg="dir" op="equ" val="norm">
        <dgm:alg type="snake">
          <dgm:param type="off" val="ctr"/>
        </dgm:alg>
      </dgm:if>
      <dgm:else name="Name3">
        <dgm:alg type="snake">
          <dgm:param type="grDir" val="tR"/>
          <dgm:param type="off" val="ctr"/>
        </dgm:alg>
      </dgm:else>
    </dgm:choose>
    <dgm:shape xmlns:r="http://schemas.openxmlformats.org/officeDocument/2006/relationships" r:blip="">
      <dgm:adjLst/>
    </dgm:shape>
    <dgm:constrLst>
      <dgm:constr type="primFontSz" for="des" forName="Parent" op="equ"/>
      <dgm:constr type="primFontSz" for="des" forName="Child" refType="primFontSz" refFor="des" refForName="Parent" op="lte"/>
      <dgm:constr type="w" for="ch" forName="composite" refType="w"/>
      <dgm:constr type="h" for="ch" forName="composite" refType="h"/>
      <dgm:constr type="sp" refType="w" refFor="ch" refForName="composite" op="equ" fact="0.1"/>
      <dgm:constr type="w" for="ch" forName="sibTrans" refType="w" refFor="ch" refForName="composite" op="equ" fact="0.1"/>
      <dgm:constr type="h" for="ch" forName="sibTrans" refType="w" refFor="ch" refForName="sibTrans" op="equ"/>
    </dgm:constrLst>
    <dgm:forEach name="nodesForEach" axis="ch" ptType="node">
      <dgm:layoutNode name="composite">
        <dgm:varLst>
          <dgm:chMax val="1"/>
          <dgm:chPref val="1"/>
        </dgm:varLst>
        <dgm:alg type="composite">
          <dgm:param type="ar" val="0.85"/>
        </dgm:alg>
        <dgm:shape xmlns:r="http://schemas.openxmlformats.org/officeDocument/2006/relationships" r:blip="">
          <dgm:adjLst/>
        </dgm:shape>
        <dgm:constrLst>
          <dgm:constr type="l" for="ch" forName="Accent" refType="w" fact="0"/>
          <dgm:constr type="t" for="ch" forName="Accent" refType="h" fact="0"/>
          <dgm:constr type="w" for="ch" forName="Accent" refType="w"/>
          <dgm:constr type="h" for="ch" forName="Accent" refType="h"/>
          <dgm:constr type="l" for="ch" forName="Image" refType="w" fact="0.05"/>
          <dgm:constr type="t" for="ch" forName="Image" refType="h" fact="0.04"/>
          <dgm:constr type="w" for="ch" forName="Image" refType="w" fact="0.9"/>
          <dgm:constr type="h" for="ch" forName="Image" refType="h" fact="0.65"/>
          <dgm:constr type="l" for="ch" forName="ChildComposite" refType="w" fact="0.05"/>
          <dgm:constr type="t" for="ch" forName="ChildComposite" refType="h" fact="0.69"/>
          <dgm:constr type="w" for="ch" forName="ChildComposite" refType="w" fact="0.9"/>
          <dgm:constr type="h" for="ch" forName="ChildComposite" refType="h" fact="0.27"/>
        </dgm:constrLst>
        <dgm:layoutNode name="Accent" styleLbl="trAlignAcc1">
          <dgm:varLst>
            <dgm:chMax val="0"/>
            <dgm:chPref val="0"/>
          </dgm:varLst>
          <dgm:alg type="sp"/>
          <dgm:shape xmlns:r="http://schemas.openxmlformats.org/officeDocument/2006/relationships" type="rect" r:blip="">
            <dgm:adjLst/>
          </dgm:shape>
          <dgm:presOf/>
        </dgm:layoutNode>
        <dgm:layoutNode name="Image" styleLbl="alignImgPlace1">
          <dgm:varLst>
            <dgm:chMax val="0"/>
            <dgm:chPref val="0"/>
          </dgm:varLst>
          <dgm:alg type="sp"/>
          <dgm:shape xmlns:r="http://schemas.openxmlformats.org/officeDocument/2006/relationships" type="rect" r:blip="" blipPhldr="1">
            <dgm:adjLst/>
          </dgm:shape>
          <dgm:presOf/>
        </dgm:layoutNode>
        <dgm:layoutNode name="ChildComposite">
          <dgm:alg type="composite"/>
          <dgm:shape xmlns:r="http://schemas.openxmlformats.org/officeDocument/2006/relationships" r:blip="">
            <dgm:adjLst/>
          </dgm:shape>
          <dgm:choose name="Name4">
            <dgm:if name="Name5" axis="ch" ptType="node" func="cnt" op="gte" val="1">
              <dgm:constrLst>
                <dgm:constr type="l" for="ch" forName="Parent" refType="w" fact="0"/>
                <dgm:constr type="t" for="ch" forName="Parent" refType="h" fact="0"/>
                <dgm:constr type="w" for="ch" forName="Parent" refType="w"/>
                <dgm:constr type="h" for="ch" forName="Parent" refType="h" fact="0.3704"/>
                <dgm:constr type="l" for="ch" forName="Child" refType="w" fact="0"/>
                <dgm:constr type="t" for="ch" forName="Child" refType="h" fact="0.3704"/>
                <dgm:constr type="w" for="ch" forName="Child" refType="w"/>
                <dgm:constr type="h" for="ch" forName="Child" refType="h" fact="0.6296"/>
              </dgm:constrLst>
            </dgm:if>
            <dgm:else name="Name6">
              <dgm:constrLst>
                <dgm:constr type="l" for="ch" forName="Parent" refType="w" fact="0"/>
                <dgm:constr type="t" for="ch" forName="Parent" refType="h" fact="0"/>
                <dgm:constr type="w" for="ch" forName="Parent" refType="w"/>
                <dgm:constr type="h" for="ch" forName="Parent" refType="h"/>
                <dgm:constr type="l" for="ch" forName="Child" refType="w" fact="0"/>
                <dgm:constr type="t" for="ch" forName="Child" refType="h" fact="0"/>
                <dgm:constr type="w" for="ch" forName="Child" refType="w" fact="0"/>
                <dgm:constr type="h" for="ch" forName="Child" refType="h" fact="0"/>
              </dgm:constrLst>
            </dgm:else>
          </dgm:choose>
          <dgm:layoutNode name="Child" styleLbl="node1">
            <dgm:varLst>
              <dgm:chMax val="0"/>
              <dgm:chPref val="0"/>
              <dgm:bulletEnabled val="1"/>
            </dgm:varLst>
            <dgm:choose name="Name7">
              <dgm:if name="Name8" axis="ch" ptType="node" func="cnt" op="gt" val="1">
                <dgm:alg type="tx">
                  <dgm:param type="parTxLTRAlign" val="l"/>
                  <dgm:param type="parTxRTLAlign" val="r"/>
                  <dgm:param type="txAnchorVert" val="mid"/>
                  <dgm:param type="txAnchorVertCh" val="mid"/>
                </dgm:alg>
              </dgm:if>
              <dgm:else name="Name9">
                <dgm:alg type="tx">
                  <dgm:param type="parTxLTRAlign" val="ctr"/>
                  <dgm:param type="parTxRTLAlign" val="ctr"/>
                  <dgm:param type="shpTxLTRAlignCh" val="l"/>
                  <dgm:param type="shpTxRTLAlignCh" val="r"/>
                  <dgm:param type="txAnchorVert" val="mid"/>
                  <dgm:param type="txAnchorVertCh" val="mid"/>
                </dgm:alg>
              </dgm:else>
            </dgm:choose>
            <dgm:choose name="Name10">
              <dgm:if name="Name11" axis="ch" ptType="node" func="cnt" op="gte" val="1">
                <dgm:shape xmlns:r="http://schemas.openxmlformats.org/officeDocument/2006/relationships" type="rect" r:blip="">
                  <dgm:adjLst/>
                </dgm:shape>
              </dgm:if>
              <dgm:else name="Name12">
                <dgm:shape xmlns:r="http://schemas.openxmlformats.org/officeDocument/2006/relationships" type="rect" r:blip="" hideGeom="1">
                  <dgm:adjLst/>
                </dgm:shape>
              </dgm:else>
            </dgm:choose>
            <dgm:choose name="Name13">
              <dgm:if name="Name14" axis="ch" ptType="node" func="cnt" op="gte" val="1">
                <dgm:presOf axis="des" ptType="node"/>
              </dgm:if>
              <dgm:else name="Name15">
                <dgm:presOf/>
              </dgm:else>
            </dgm:choose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  <dgm:layoutNode name="Parent" styleLbl="revTx">
            <dgm:varLst>
              <dgm:chMax val="1"/>
              <dgm:chPref val="0"/>
              <dgm:bulletEnabled val="1"/>
            </dgm:varLst>
            <dgm:alg type="tx">
              <dgm:param type="shpTxLTRAlignCh" val="ctr"/>
              <dgm:param type="txAnchorVert" val="mid"/>
            </dgm:alg>
            <dgm:shape xmlns:r="http://schemas.openxmlformats.org/officeDocument/2006/relationships" type="rect" r:blip="">
              <dgm:adjLst/>
            </dgm:shape>
            <dgm:presOf axis="self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layoutNode>
      </dgm:layoutNode>
      <dgm:forEach name="sibTransForEach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32876A3-8D1F-4BFF-8FA9-F5B241157229}" type="datetimeFigureOut">
              <a:rPr lang="en-US" smtClean="0"/>
              <a:t>3/25/26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75557A8-8BFB-4A63-92E3-6127C1BF43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1730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53B052-A59B-4AE3-A89A-E7748630C15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BDA9EC4-FEA9-41D2-BE8D-F709F01D375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E155CF-52F5-4879-B7F3-D05812AC4A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3D55F9-11A3-4523-8F38-6BA37933791A}" type="datetime1">
              <a:rPr lang="en-US" smtClean="0"/>
              <a:t>3/25/26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D053AC-61ED-4C2F-90BF-D4A9165451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8B2ED7-A198-4613-B8C9-EE02BAE24F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71338-8BA2-4C79-A6C5-5A8E30081D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38761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B98991-AEF1-4F19-AAB8-436EAD58C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25B44F-E7DA-40C6-8B44-71EAB6BDFC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228600" indent="-228600">
              <a:buFont typeface="Arial" panose="020B0604020202020204" pitchFamily="34" charset="0"/>
              <a:buChar char="•"/>
              <a:defRPr/>
            </a:lvl1pPr>
            <a:lvl2pPr marL="228600" indent="-228600">
              <a:buFont typeface="Arial" panose="020B0604020202020204" pitchFamily="34" charset="0"/>
              <a:buChar char="•"/>
              <a:defRPr/>
            </a:lvl2pPr>
            <a:lvl3pPr marL="228600" indent="-228600">
              <a:buFont typeface="Arial" panose="020B0604020202020204" pitchFamily="34" charset="0"/>
              <a:buChar char="•"/>
              <a:defRPr/>
            </a:lvl3pPr>
            <a:lvl4pPr marL="228600" indent="-228600">
              <a:buFont typeface="Arial" panose="020B0604020202020204" pitchFamily="34" charset="0"/>
              <a:buChar char="•"/>
              <a:defRPr/>
            </a:lvl4pPr>
            <a:lvl5pPr marL="228600" indent="-22860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F71817-A045-48C0-975B-CBEF88E956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B9D56B-6EBE-4E5F-99D9-2A3DBDF37D0A}" type="datetime1">
              <a:rPr lang="en-US" smtClean="0"/>
              <a:t>3/25/26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1C39F0-32D4-407C-8BCA-97F2D9E500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CF4459-37B2-4F87-B508-DB04D43320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71338-8BA2-4C79-A6C5-5A8E30081D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5646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CBBD03-9D57-48E9-8B43-688B729972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709738"/>
            <a:ext cx="10890250" cy="2852737"/>
          </a:xfrm>
        </p:spPr>
        <p:txBody>
          <a:bodyPr anchor="b"/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83F376C-8A2F-4BE5-9669-4A6DA21B77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4589463"/>
            <a:ext cx="10890250" cy="1500187"/>
          </a:xfrm>
        </p:spPr>
        <p:txBody>
          <a:bodyPr/>
          <a:lstStyle>
            <a:lvl1pPr marL="0" indent="0">
              <a:buNone/>
              <a:defRPr sz="2400">
                <a:solidFill>
                  <a:srgbClr val="FFFFFF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654893-212E-4450-8F7A-27256B31F9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33F3CA-C7E3-432D-9282-18F13836509A}" type="datetime1">
              <a:rPr lang="en-US" smtClean="0"/>
              <a:t>3/25/26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0E881A-3958-44A9-9EDB-D86F4E4144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EDBC4F-D9B8-4BFA-BE4F-D4B9B739D1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71338-8BA2-4C79-A6C5-5A8E30081D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58016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DC8777-C460-4649-8822-CA943386D0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DF69E6-1094-437B-AA7E-0E21B7136CC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7200" y="1825625"/>
            <a:ext cx="5562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20BC963-4591-4BE3-AE63-4999A13C505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504D5BB-DB84-4266-9B4F-E65CCFE5B3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BE9C62-1337-40B8-BA50-E9F4861DB4BC}" type="datetime1">
              <a:rPr lang="en-US" smtClean="0"/>
              <a:t>3/25/26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91A99B5-D493-4AB1-AF24-6660540D56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FE178D0-5F1E-43FA-B447-53501EDD17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71338-8BA2-4C79-A6C5-5A8E30081D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06843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DC85CC-8D2B-4219-A2A4-1625A02DFE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6143C8-1CF7-440E-99A3-0527314598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820863"/>
            <a:ext cx="5157787" cy="1150937"/>
          </a:xfrm>
        </p:spPr>
        <p:txBody>
          <a:bodyPr anchor="b"/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EEFF5CA-4662-4430-80C7-99CD7D66C9C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3101975"/>
            <a:ext cx="5157787" cy="30876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76CB5B7-DC23-41CE-872B-E25BD64F84A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820863"/>
            <a:ext cx="5183188" cy="1150937"/>
          </a:xfrm>
        </p:spPr>
        <p:txBody>
          <a:bodyPr anchor="b"/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DF7633C-C24D-4947-979C-132B3AC405A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3101975"/>
            <a:ext cx="5183188" cy="30876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E8A46E1-3934-4807-900F-CA7A4D8D66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C195EB-2DA3-4B24-8725-19BC22A7BE50}" type="datetime1">
              <a:rPr lang="en-US" smtClean="0"/>
              <a:t>3/25/26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BC9C6EA-1549-4601-8226-E5C43469CA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3658246-003D-4024-9F4B-BA3BD3FBFF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71338-8BA2-4C79-A6C5-5A8E30081D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23852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B2DD4C-BFBC-4087-B94C-4DD0690E83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EB9D434-8228-4C7F-B520-14121EBC90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E237E6-0076-4915-A5A8-B7C11FA4F374}" type="datetime1">
              <a:rPr lang="en-US" smtClean="0"/>
              <a:t>3/25/26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97B89BD-A70A-48D2-A3D9-DB2C0DB123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ACF4EF-5A2A-4A47-81DF-80CB513060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71338-8BA2-4C79-A6C5-5A8E30081D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58763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18B9F00-8450-475B-B155-993BAF212A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05F58F-C0B5-422A-8E5A-6B99E5D80F0A}" type="datetime1">
              <a:rPr lang="en-US" smtClean="0"/>
              <a:t>3/25/26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C0FDDA3-8E6F-42F7-BFBE-7FA9C647CA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C8E678-81B8-4356-9624-A0B9995363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71338-8BA2-4C79-A6C5-5A8E30081D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49541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010DAA-DDE3-4C9C-8171-385A3DAC81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685800"/>
            <a:ext cx="3932237" cy="1981200"/>
          </a:xfrm>
        </p:spPr>
        <p:txBody>
          <a:bodyPr anchor="b"/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F73DB2-BD72-4F5E-9CA2-197343A090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685801"/>
            <a:ext cx="6172200" cy="517525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1F01536-2B0A-42A2-827E-2EB2C324A5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971800"/>
            <a:ext cx="3932237" cy="28971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722CD09-61EF-4733-831C-5B133DAE1F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65E655-9687-48DF-A33F-F8824CCCB5D1}" type="datetime1">
              <a:rPr lang="en-US" smtClean="0"/>
              <a:t>3/25/26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109FCF-96E4-4EBF-AAFB-5E9AD22A68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9E381A6-E580-49A4-989C-EF4A54F83B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71338-8BA2-4C79-A6C5-5A8E30081D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92327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CCFA6E-F719-4613-8815-591471E722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685800"/>
            <a:ext cx="3932237" cy="2209799"/>
          </a:xfrm>
        </p:spPr>
        <p:txBody>
          <a:bodyPr anchor="b"/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54384F3-CDE0-4329-B76D-45AAC94B04A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685801"/>
            <a:ext cx="6172200" cy="51752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9A9D7EB-40DA-460F-A48A-3E6D5E5612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971800"/>
            <a:ext cx="3932237" cy="28971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E56944C-E229-457E-868E-C48FF47DA3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7FD56A-AAB8-4544-A495-D0645413C9E3}" type="datetime1">
              <a:rPr lang="en-US" smtClean="0"/>
              <a:t>3/25/26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C7115FE-359F-46EA-A3C8-0D18544E34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5165D17-3010-4FF5-9071-5CCD3E6995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71338-8BA2-4C79-A6C5-5A8E30081D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50548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7B47DD-81F8-4128-9E50-04A9F2D3DC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56564D1-2B83-4C0F-ACBA-E91472C50A3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FA1D7D-D2EC-4ADB-9C65-191DEC82DD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4E757A-3EC2-4683-9080-1A460C37C843}" type="datetime1">
              <a:rPr lang="en-US" smtClean="0"/>
              <a:t>3/25/26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4CB571-86F9-474A-826A-75CC21C883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384F5F-50E6-4BB9-B848-EE2302C02A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71338-8BA2-4C79-A6C5-5A8E30081D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84418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E3F08DF-1C0D-4F53-A3AB-95D7B55FA06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C0D3BBD-C494-4E94-B189-319802A93E3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3C0BD9-4BED-43D3-852F-B74B949A228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23539" y="6324600"/>
            <a:ext cx="2560220" cy="365125"/>
          </a:xfrm>
        </p:spPr>
        <p:txBody>
          <a:bodyPr/>
          <a:lstStyle/>
          <a:p>
            <a:fld id="{5CC8096C-64ED-4153-A483-5C02E44AD5C3}" type="datetime1">
              <a:rPr lang="en-US" smtClean="0"/>
              <a:t>3/25/26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7811DC-C725-4462-B622-DB96A89876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319838"/>
            <a:ext cx="3982781" cy="365125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C42D06-438F-4150-9238-E2FAEE5E28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71338-8BA2-4C79-A6C5-5A8E30081D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848633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7820217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PTIST_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664463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Rectangle 114">
            <a:extLst>
              <a:ext uri="{FF2B5EF4-FFF2-40B4-BE49-F238E27FC236}">
                <a16:creationId xmlns:a16="http://schemas.microsoft.com/office/drawing/2014/main" id="{A4798C7F-C8CA-4799-BF37-3AB4642CDB66}"/>
              </a:ext>
            </a:extLst>
          </p:cNvPr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1"/>
              </a:solidFill>
            </a:endParaRPr>
          </a:p>
        </p:txBody>
      </p:sp>
      <p:grpSp>
        <p:nvGrpSpPr>
          <p:cNvPr id="80" name="Group 79">
            <a:extLst>
              <a:ext uri="{FF2B5EF4-FFF2-40B4-BE49-F238E27FC236}">
                <a16:creationId xmlns:a16="http://schemas.microsoft.com/office/drawing/2014/main" id="{87F0794B-55D3-4D2D-BDE7-4688ED321E42}"/>
              </a:ext>
            </a:extLst>
          </p:cNvPr>
          <p:cNvGrpSpPr/>
          <p:nvPr/>
        </p:nvGrpSpPr>
        <p:grpSpPr>
          <a:xfrm>
            <a:off x="-11413" y="0"/>
            <a:ext cx="12214827" cy="6858000"/>
            <a:chOff x="-6214" y="-1"/>
            <a:chExt cx="12214827" cy="6858000"/>
          </a:xfrm>
        </p:grpSpPr>
        <p:cxnSp>
          <p:nvCxnSpPr>
            <p:cNvPr id="81" name="Straight Connector 80">
              <a:extLst>
                <a:ext uri="{FF2B5EF4-FFF2-40B4-BE49-F238E27FC236}">
                  <a16:creationId xmlns:a16="http://schemas.microsoft.com/office/drawing/2014/main" id="{BE4C795B-1813-4CC6-B03F-8DD130BEAABD}"/>
                </a:ext>
              </a:extLst>
            </p:cNvPr>
            <p:cNvCxnSpPr>
              <a:cxnSpLocks/>
            </p:cNvCxnSpPr>
            <p:nvPr/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Straight Connector 81">
              <a:extLst>
                <a:ext uri="{FF2B5EF4-FFF2-40B4-BE49-F238E27FC236}">
                  <a16:creationId xmlns:a16="http://schemas.microsoft.com/office/drawing/2014/main" id="{E0F4C04D-5CD8-446B-BE3D-257172E6E4CB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Straight Connector 82">
              <a:extLst>
                <a:ext uri="{FF2B5EF4-FFF2-40B4-BE49-F238E27FC236}">
                  <a16:creationId xmlns:a16="http://schemas.microsoft.com/office/drawing/2014/main" id="{FDDC802E-606F-4F39-84B6-90DF0FE54461}"/>
                </a:ext>
              </a:extLst>
            </p:cNvPr>
            <p:cNvCxnSpPr>
              <a:cxnSpLocks/>
            </p:cNvCxnSpPr>
            <p:nvPr/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2C5B0C75-0136-4A39-9AB6-0F02C4527810}"/>
                </a:ext>
              </a:extLst>
            </p:cNvPr>
            <p:cNvCxnSpPr>
              <a:cxnSpLocks/>
            </p:cNvCxnSpPr>
            <p:nvPr/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Straight Connector 84">
              <a:extLst>
                <a:ext uri="{FF2B5EF4-FFF2-40B4-BE49-F238E27FC236}">
                  <a16:creationId xmlns:a16="http://schemas.microsoft.com/office/drawing/2014/main" id="{C5ED2B52-3D40-46DE-8B54-99A4071578D8}"/>
                </a:ext>
              </a:extLst>
            </p:cNvPr>
            <p:cNvCxnSpPr>
              <a:cxnSpLocks/>
            </p:cNvCxnSpPr>
            <p:nvPr/>
          </p:nvCxnSpPr>
          <p:spPr>
            <a:xfrm>
              <a:off x="119196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18BCEC75-1B6B-45B2-8041-8D933FCF60F5}"/>
                </a:ext>
              </a:extLst>
            </p:cNvPr>
            <p:cNvCxnSpPr>
              <a:cxnSpLocks/>
            </p:cNvCxnSpPr>
            <p:nvPr/>
          </p:nvCxnSpPr>
          <p:spPr>
            <a:xfrm>
              <a:off x="219140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Straight Connector 86">
              <a:extLst>
                <a:ext uri="{FF2B5EF4-FFF2-40B4-BE49-F238E27FC236}">
                  <a16:creationId xmlns:a16="http://schemas.microsoft.com/office/drawing/2014/main" id="{6A2FC789-056A-43CC-807E-4262CDC3E0F5}"/>
                </a:ext>
              </a:extLst>
            </p:cNvPr>
            <p:cNvCxnSpPr>
              <a:cxnSpLocks/>
            </p:cNvCxnSpPr>
            <p:nvPr/>
          </p:nvCxnSpPr>
          <p:spPr>
            <a:xfrm>
              <a:off x="319084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Straight Connector 88">
              <a:extLst>
                <a:ext uri="{FF2B5EF4-FFF2-40B4-BE49-F238E27FC236}">
                  <a16:creationId xmlns:a16="http://schemas.microsoft.com/office/drawing/2014/main" id="{48C32FD3-76B0-40E7-89F2-E9C523210AF4}"/>
                </a:ext>
              </a:extLst>
            </p:cNvPr>
            <p:cNvCxnSpPr>
              <a:cxnSpLocks/>
            </p:cNvCxnSpPr>
            <p:nvPr/>
          </p:nvCxnSpPr>
          <p:spPr>
            <a:xfrm>
              <a:off x="419028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Straight Connector 89">
              <a:extLst>
                <a:ext uri="{FF2B5EF4-FFF2-40B4-BE49-F238E27FC236}">
                  <a16:creationId xmlns:a16="http://schemas.microsoft.com/office/drawing/2014/main" id="{B82E9447-8362-426C-840A-B6F2231F7BCC}"/>
                </a:ext>
              </a:extLst>
            </p:cNvPr>
            <p:cNvCxnSpPr>
              <a:cxnSpLocks/>
            </p:cNvCxnSpPr>
            <p:nvPr/>
          </p:nvCxnSpPr>
          <p:spPr>
            <a:xfrm>
              <a:off x="518971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2F141DC8-83CE-4C21-A5BA-E2FFF3D866EF}"/>
                </a:ext>
              </a:extLst>
            </p:cNvPr>
            <p:cNvCxnSpPr>
              <a:cxnSpLocks/>
            </p:cNvCxnSpPr>
            <p:nvPr/>
          </p:nvCxnSpPr>
          <p:spPr>
            <a:xfrm>
              <a:off x="618915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Straight Connector 91">
              <a:extLst>
                <a:ext uri="{FF2B5EF4-FFF2-40B4-BE49-F238E27FC236}">
                  <a16:creationId xmlns:a16="http://schemas.microsoft.com/office/drawing/2014/main" id="{512A697C-ECBC-40A9-AC69-BF96A34B91AF}"/>
                </a:ext>
              </a:extLst>
            </p:cNvPr>
            <p:cNvCxnSpPr>
              <a:cxnSpLocks/>
            </p:cNvCxnSpPr>
            <p:nvPr/>
          </p:nvCxnSpPr>
          <p:spPr>
            <a:xfrm>
              <a:off x="718859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D2E988AF-5EFB-43D3-B93F-6E4F41A2C90B}"/>
                </a:ext>
              </a:extLst>
            </p:cNvPr>
            <p:cNvCxnSpPr>
              <a:cxnSpLocks/>
            </p:cNvCxnSpPr>
            <p:nvPr/>
          </p:nvCxnSpPr>
          <p:spPr>
            <a:xfrm>
              <a:off x="818803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6B312C1B-AAE2-4A6D-ACC7-ABAA75D42854}"/>
                </a:ext>
              </a:extLst>
            </p:cNvPr>
            <p:cNvCxnSpPr>
              <a:cxnSpLocks/>
            </p:cNvCxnSpPr>
            <p:nvPr/>
          </p:nvCxnSpPr>
          <p:spPr>
            <a:xfrm>
              <a:off x="918747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Straight Connector 94">
              <a:extLst>
                <a:ext uri="{FF2B5EF4-FFF2-40B4-BE49-F238E27FC236}">
                  <a16:creationId xmlns:a16="http://schemas.microsoft.com/office/drawing/2014/main" id="{57B96146-61DA-44D6-A9DF-6DB41FCF2D80}"/>
                </a:ext>
              </a:extLst>
            </p:cNvPr>
            <p:cNvCxnSpPr>
              <a:cxnSpLocks/>
            </p:cNvCxnSpPr>
            <p:nvPr/>
          </p:nvCxnSpPr>
          <p:spPr>
            <a:xfrm>
              <a:off x="1018690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6B33F93D-4439-46EE-97C4-9CECAAFDCF60}"/>
                </a:ext>
              </a:extLst>
            </p:cNvPr>
            <p:cNvCxnSpPr>
              <a:cxnSpLocks/>
            </p:cNvCxnSpPr>
            <p:nvPr/>
          </p:nvCxnSpPr>
          <p:spPr>
            <a:xfrm>
              <a:off x="1118634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5914B275-A3D7-4BA4-B8CB-E7657100F3AD}"/>
                </a:ext>
              </a:extLst>
            </p:cNvPr>
            <p:cNvCxnSpPr>
              <a:cxnSpLocks/>
            </p:cNvCxnSpPr>
            <p:nvPr/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Connector 97">
              <a:extLst>
                <a:ext uri="{FF2B5EF4-FFF2-40B4-BE49-F238E27FC236}">
                  <a16:creationId xmlns:a16="http://schemas.microsoft.com/office/drawing/2014/main" id="{BD26EF3B-FBE7-4D57-8E01-553F50734A68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6CC1E671-BA54-4B31-9A2E-8F50BC57A260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72890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Straight Connector 99">
              <a:extLst>
                <a:ext uri="{FF2B5EF4-FFF2-40B4-BE49-F238E27FC236}">
                  <a16:creationId xmlns:a16="http://schemas.microsoft.com/office/drawing/2014/main" id="{A836A704-3624-4ABF-9A67-0F52C2F3EFBF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28609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5FDC385D-BA34-481F-A991-A776E0B19301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84328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F1EF033A-D8FB-416B-AE51-4E098A27D68C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40047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Straight Connector 102">
              <a:extLst>
                <a:ext uri="{FF2B5EF4-FFF2-40B4-BE49-F238E27FC236}">
                  <a16:creationId xmlns:a16="http://schemas.microsoft.com/office/drawing/2014/main" id="{17C17B48-F458-4E9B-9331-56FCDC5B6AB2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95766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Straight Connector 103">
              <a:extLst>
                <a:ext uri="{FF2B5EF4-FFF2-40B4-BE49-F238E27FC236}">
                  <a16:creationId xmlns:a16="http://schemas.microsoft.com/office/drawing/2014/main" id="{07E44A4B-D453-46F0-A83D-AF0B33D5C59F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51485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346BEA9F-314B-440D-AE8D-21E1252EC5A0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407204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Straight Connector 105">
              <a:extLst>
                <a:ext uri="{FF2B5EF4-FFF2-40B4-BE49-F238E27FC236}">
                  <a16:creationId xmlns:a16="http://schemas.microsoft.com/office/drawing/2014/main" id="{F15EAFD0-4869-4612-ACDE-ABC703104E88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462923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Straight Connector 106">
              <a:extLst>
                <a:ext uri="{FF2B5EF4-FFF2-40B4-BE49-F238E27FC236}">
                  <a16:creationId xmlns:a16="http://schemas.microsoft.com/office/drawing/2014/main" id="{A0F26706-7F23-4FF0-9CAF-F3C4F47C119D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18642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Straight Connector 107">
              <a:extLst>
                <a:ext uri="{FF2B5EF4-FFF2-40B4-BE49-F238E27FC236}">
                  <a16:creationId xmlns:a16="http://schemas.microsoft.com/office/drawing/2014/main" id="{C0195A72-345A-4E88-8D71-14DB3D1B607D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7436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Straight Connector 108">
              <a:extLst>
                <a:ext uri="{FF2B5EF4-FFF2-40B4-BE49-F238E27FC236}">
                  <a16:creationId xmlns:a16="http://schemas.microsoft.com/office/drawing/2014/main" id="{0DBF51A6-A3BC-49FE-BB01-E8992811774E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Straight Connector 109">
              <a:extLst>
                <a:ext uri="{FF2B5EF4-FFF2-40B4-BE49-F238E27FC236}">
                  <a16:creationId xmlns:a16="http://schemas.microsoft.com/office/drawing/2014/main" id="{A78DF911-744C-419B-83DC-39F270BBF41F}"/>
                </a:ext>
              </a:extLst>
            </p:cNvPr>
            <p:cNvCxnSpPr>
              <a:cxnSpLocks/>
            </p:cNvCxnSpPr>
            <p:nvPr/>
          </p:nvCxnSpPr>
          <p:spPr>
            <a:xfrm>
              <a:off x="16613" y="6248400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9" name="Freeform: Shape 148">
            <a:extLst>
              <a:ext uri="{FF2B5EF4-FFF2-40B4-BE49-F238E27FC236}">
                <a16:creationId xmlns:a16="http://schemas.microsoft.com/office/drawing/2014/main" id="{216BB147-20D5-4D93-BDA5-1BC614D6A4B2}"/>
              </a:ext>
            </a:extLst>
          </p:cNvPr>
          <p:cNvSpPr/>
          <p:nvPr/>
        </p:nvSpPr>
        <p:spPr>
          <a:xfrm>
            <a:off x="-6214" y="5014716"/>
            <a:ext cx="2800124" cy="1843284"/>
          </a:xfrm>
          <a:custGeom>
            <a:avLst/>
            <a:gdLst>
              <a:gd name="connsiteX0" fmla="*/ 375358 w 2800124"/>
              <a:gd name="connsiteY0" fmla="*/ 0 h 1843284"/>
              <a:gd name="connsiteX1" fmla="*/ 2781298 w 2800124"/>
              <a:gd name="connsiteY1" fmla="*/ 1770066 h 1843284"/>
              <a:gd name="connsiteX2" fmla="*/ 2800124 w 2800124"/>
              <a:gd name="connsiteY2" fmla="*/ 1843284 h 1843284"/>
              <a:gd name="connsiteX3" fmla="*/ 1987869 w 2800124"/>
              <a:gd name="connsiteY3" fmla="*/ 1843284 h 1843284"/>
              <a:gd name="connsiteX4" fmla="*/ 1986195 w 2800124"/>
              <a:gd name="connsiteY4" fmla="*/ 1838711 h 1843284"/>
              <a:gd name="connsiteX5" fmla="*/ 375357 w 2800124"/>
              <a:gd name="connsiteY5" fmla="*/ 770976 h 1843284"/>
              <a:gd name="connsiteX6" fmla="*/ 23030 w 2800124"/>
              <a:gd name="connsiteY6" fmla="*/ 806494 h 1843284"/>
              <a:gd name="connsiteX7" fmla="*/ 0 w 2800124"/>
              <a:gd name="connsiteY7" fmla="*/ 812415 h 1843284"/>
              <a:gd name="connsiteX8" fmla="*/ 0 w 2800124"/>
              <a:gd name="connsiteY8" fmla="*/ 30983 h 1843284"/>
              <a:gd name="connsiteX9" fmla="*/ 117785 w 2800124"/>
              <a:gd name="connsiteY9" fmla="*/ 13007 h 1843284"/>
              <a:gd name="connsiteX10" fmla="*/ 375358 w 2800124"/>
              <a:gd name="connsiteY10" fmla="*/ 0 h 18432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800124" h="1843284">
                <a:moveTo>
                  <a:pt x="375358" y="0"/>
                </a:moveTo>
                <a:cubicBezTo>
                  <a:pt x="1505802" y="0"/>
                  <a:pt x="2462339" y="744579"/>
                  <a:pt x="2781298" y="1770066"/>
                </a:cubicBezTo>
                <a:lnTo>
                  <a:pt x="2800124" y="1843284"/>
                </a:lnTo>
                <a:lnTo>
                  <a:pt x="1987869" y="1843284"/>
                </a:lnTo>
                <a:lnTo>
                  <a:pt x="1986195" y="1838711"/>
                </a:lnTo>
                <a:cubicBezTo>
                  <a:pt x="1720801" y="1211248"/>
                  <a:pt x="1099494" y="770976"/>
                  <a:pt x="375357" y="770976"/>
                </a:cubicBezTo>
                <a:cubicBezTo>
                  <a:pt x="254668" y="770976"/>
                  <a:pt x="136835" y="783206"/>
                  <a:pt x="23030" y="806494"/>
                </a:cubicBezTo>
                <a:lnTo>
                  <a:pt x="0" y="812415"/>
                </a:lnTo>
                <a:lnTo>
                  <a:pt x="0" y="30983"/>
                </a:lnTo>
                <a:lnTo>
                  <a:pt x="117785" y="13007"/>
                </a:lnTo>
                <a:cubicBezTo>
                  <a:pt x="202473" y="4406"/>
                  <a:pt x="288401" y="0"/>
                  <a:pt x="375358" y="0"/>
                </a:cubicBezTo>
                <a:close/>
              </a:path>
            </a:pathLst>
          </a:custGeom>
          <a:solidFill>
            <a:schemeClr val="accent5">
              <a:lumMod val="75000"/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1447F1F-BFA8-4A56-894B-40120132EE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65125"/>
            <a:ext cx="10722932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658FB99-0FA3-49F4-99A1-61919F9427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825625"/>
            <a:ext cx="10722932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DCCAE5-4EB0-4174-BD15-4943899B0A2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57200" y="6324600"/>
            <a:ext cx="256022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 spc="150" baseline="0">
                <a:solidFill>
                  <a:srgbClr val="FFFFFF"/>
                </a:solidFill>
              </a:defRPr>
            </a:lvl1pPr>
          </a:lstStyle>
          <a:p>
            <a:fld id="{193BAB95-8DA7-460B-B00A-7037C8394FB0}" type="datetime1">
              <a:rPr lang="en-US" smtClean="0"/>
              <a:pPr/>
              <a:t>3/25/26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A4189E-43B2-4CEE-B13E-61A1FBBBD25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200861" y="6319838"/>
            <a:ext cx="398278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spc="150" baseline="0">
                <a:solidFill>
                  <a:srgbClr val="FFFFFF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>
              <a:solidFill>
                <a:srgbClr val="FFFFFF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A0530F-0BC8-46EF-A765-DD58B536752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90806" y="6324600"/>
            <a:ext cx="79907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spc="150" baseline="0">
                <a:solidFill>
                  <a:srgbClr val="FFFFFF"/>
                </a:solidFill>
              </a:defRPr>
            </a:lvl1pPr>
          </a:lstStyle>
          <a:p>
            <a:fld id="{11A71338-8BA2-4C79-A6C5-5A8E30081D0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7" name="Freeform: Shape 76">
            <a:extLst>
              <a:ext uri="{FF2B5EF4-FFF2-40B4-BE49-F238E27FC236}">
                <a16:creationId xmlns:a16="http://schemas.microsoft.com/office/drawing/2014/main" id="{0A253F60-DE40-4508-A37A-61331DF1DD5D}"/>
              </a:ext>
            </a:extLst>
          </p:cNvPr>
          <p:cNvSpPr/>
          <p:nvPr/>
        </p:nvSpPr>
        <p:spPr>
          <a:xfrm>
            <a:off x="7979728" y="0"/>
            <a:ext cx="4209224" cy="1650549"/>
          </a:xfrm>
          <a:custGeom>
            <a:avLst/>
            <a:gdLst>
              <a:gd name="connsiteX0" fmla="*/ 0 w 4209224"/>
              <a:gd name="connsiteY0" fmla="*/ 0 h 1650549"/>
              <a:gd name="connsiteX1" fmla="*/ 846445 w 4209224"/>
              <a:gd name="connsiteY1" fmla="*/ 0 h 1650549"/>
              <a:gd name="connsiteX2" fmla="*/ 912542 w 4209224"/>
              <a:gd name="connsiteY2" fmla="*/ 108799 h 1650549"/>
              <a:gd name="connsiteX3" fmla="*/ 2362195 w 4209224"/>
              <a:gd name="connsiteY3" fmla="*/ 879573 h 1650549"/>
              <a:gd name="connsiteX4" fmla="*/ 3811848 w 4209224"/>
              <a:gd name="connsiteY4" fmla="*/ 108799 h 1650549"/>
              <a:gd name="connsiteX5" fmla="*/ 3877945 w 4209224"/>
              <a:gd name="connsiteY5" fmla="*/ 0 h 1650549"/>
              <a:gd name="connsiteX6" fmla="*/ 4209224 w 4209224"/>
              <a:gd name="connsiteY6" fmla="*/ 0 h 1650549"/>
              <a:gd name="connsiteX7" fmla="*/ 4209224 w 4209224"/>
              <a:gd name="connsiteY7" fmla="*/ 840421 h 1650549"/>
              <a:gd name="connsiteX8" fmla="*/ 4143538 w 4209224"/>
              <a:gd name="connsiteY8" fmla="*/ 912693 h 1650549"/>
              <a:gd name="connsiteX9" fmla="*/ 2362196 w 4209224"/>
              <a:gd name="connsiteY9" fmla="*/ 1650549 h 1650549"/>
              <a:gd name="connsiteX10" fmla="*/ 40969 w 4209224"/>
              <a:gd name="connsiteY10" fmla="*/ 111937 h 16505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209224" h="1650549">
                <a:moveTo>
                  <a:pt x="0" y="0"/>
                </a:moveTo>
                <a:lnTo>
                  <a:pt x="846445" y="0"/>
                </a:lnTo>
                <a:lnTo>
                  <a:pt x="912542" y="108799"/>
                </a:lnTo>
                <a:cubicBezTo>
                  <a:pt x="1226710" y="573829"/>
                  <a:pt x="1758748" y="879573"/>
                  <a:pt x="2362195" y="879573"/>
                </a:cubicBezTo>
                <a:cubicBezTo>
                  <a:pt x="2965642" y="879573"/>
                  <a:pt x="3497680" y="573829"/>
                  <a:pt x="3811848" y="108799"/>
                </a:cubicBezTo>
                <a:lnTo>
                  <a:pt x="3877945" y="0"/>
                </a:lnTo>
                <a:lnTo>
                  <a:pt x="4209224" y="0"/>
                </a:lnTo>
                <a:lnTo>
                  <a:pt x="4209224" y="840421"/>
                </a:lnTo>
                <a:lnTo>
                  <a:pt x="4143538" y="912693"/>
                </a:lnTo>
                <a:cubicBezTo>
                  <a:pt x="3687653" y="1368578"/>
                  <a:pt x="3057854" y="1650549"/>
                  <a:pt x="2362196" y="1650549"/>
                </a:cubicBezTo>
                <a:cubicBezTo>
                  <a:pt x="1318710" y="1650549"/>
                  <a:pt x="423404" y="1016115"/>
                  <a:pt x="40969" y="111937"/>
                </a:cubicBezTo>
                <a:close/>
              </a:path>
            </a:pathLst>
          </a:custGeom>
          <a:solidFill>
            <a:schemeClr val="accent5">
              <a:lumMod val="60000"/>
              <a:lumOff val="4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42888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1" r:id="rId6"/>
    <p:sldLayoutId id="2147483727" r:id="rId7"/>
    <p:sldLayoutId id="2147483728" r:id="rId8"/>
    <p:sldLayoutId id="2147483729" r:id="rId9"/>
    <p:sldLayoutId id="2147483730" r:id="rId10"/>
    <p:sldLayoutId id="2147483732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FFFFFF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Clr>
          <a:schemeClr val="bg1"/>
        </a:buClr>
        <a:buSzPct val="75000"/>
        <a:buFont typeface="Arial" panose="020B0604020202020204" pitchFamily="34" charset="0"/>
        <a:buChar char="•"/>
        <a:defRPr sz="2800" kern="1200">
          <a:solidFill>
            <a:srgbClr val="FFFFFF"/>
          </a:solidFill>
          <a:latin typeface="+mn-lt"/>
          <a:ea typeface="+mn-ea"/>
          <a:cs typeface="+mn-cs"/>
        </a:defRPr>
      </a:lvl1pPr>
      <a:lvl2pPr marL="228600" indent="-228600" algn="l" defTabSz="914400" rtl="0" eaLnBrk="1" latinLnBrk="0" hangingPunct="1">
        <a:lnSpc>
          <a:spcPct val="110000"/>
        </a:lnSpc>
        <a:spcBef>
          <a:spcPts val="500"/>
        </a:spcBef>
        <a:buClr>
          <a:schemeClr val="bg1"/>
        </a:buClr>
        <a:buSzPct val="75000"/>
        <a:buFont typeface="Arial" panose="020B0604020202020204" pitchFamily="34" charset="0"/>
        <a:buChar char="•"/>
        <a:defRPr sz="2400" kern="1200">
          <a:solidFill>
            <a:srgbClr val="FFFFFF"/>
          </a:solidFill>
          <a:latin typeface="+mn-lt"/>
          <a:ea typeface="+mn-ea"/>
          <a:cs typeface="+mn-cs"/>
        </a:defRPr>
      </a:lvl2pPr>
      <a:lvl3pPr marL="228600" indent="-228600" algn="l" defTabSz="914400" rtl="0" eaLnBrk="1" latinLnBrk="0" hangingPunct="1">
        <a:lnSpc>
          <a:spcPct val="110000"/>
        </a:lnSpc>
        <a:spcBef>
          <a:spcPts val="500"/>
        </a:spcBef>
        <a:buClr>
          <a:schemeClr val="bg1"/>
        </a:buClr>
        <a:buSzPct val="75000"/>
        <a:buFont typeface="Arial" panose="020B0604020202020204" pitchFamily="34" charset="0"/>
        <a:buChar char="•"/>
        <a:defRPr sz="2000" kern="1200">
          <a:solidFill>
            <a:srgbClr val="FFFFFF"/>
          </a:solidFill>
          <a:latin typeface="+mn-lt"/>
          <a:ea typeface="+mn-ea"/>
          <a:cs typeface="+mn-cs"/>
        </a:defRPr>
      </a:lvl3pPr>
      <a:lvl4pPr marL="228600" indent="-228600" algn="l" defTabSz="914400" rtl="0" eaLnBrk="1" latinLnBrk="0" hangingPunct="1">
        <a:lnSpc>
          <a:spcPct val="110000"/>
        </a:lnSpc>
        <a:spcBef>
          <a:spcPts val="500"/>
        </a:spcBef>
        <a:buClr>
          <a:schemeClr val="bg1"/>
        </a:buClr>
        <a:buSzPct val="75000"/>
        <a:buFont typeface="Arial" panose="020B0604020202020204" pitchFamily="34" charset="0"/>
        <a:buChar char="•"/>
        <a:defRPr sz="1800" kern="1200">
          <a:solidFill>
            <a:srgbClr val="FFFFFF"/>
          </a:solidFill>
          <a:latin typeface="+mn-lt"/>
          <a:ea typeface="+mn-ea"/>
          <a:cs typeface="+mn-cs"/>
        </a:defRPr>
      </a:lvl4pPr>
      <a:lvl5pPr marL="228600" indent="-228600" algn="l" defTabSz="914400" rtl="0" eaLnBrk="1" latinLnBrk="0" hangingPunct="1">
        <a:lnSpc>
          <a:spcPct val="110000"/>
        </a:lnSpc>
        <a:spcBef>
          <a:spcPts val="500"/>
        </a:spcBef>
        <a:buClr>
          <a:schemeClr val="bg1"/>
        </a:buClr>
        <a:buSzPct val="75000"/>
        <a:buFont typeface="Arial" panose="020B0604020202020204" pitchFamily="34" charset="0"/>
        <a:buChar char="•"/>
        <a:defRPr sz="1800" kern="1200">
          <a:solidFill>
            <a:srgbClr val="FFFFFF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214394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0" r:id="rId1"/>
    <p:sldLayoutId id="2147483741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7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4" Type="http://schemas.microsoft.com/office/2007/relationships/hdphoto" Target="../media/hdphoto2.wdp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sv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2.jpe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5" name="Rectangle 84">
            <a:extLst>
              <a:ext uri="{FF2B5EF4-FFF2-40B4-BE49-F238E27FC236}">
                <a16:creationId xmlns:a16="http://schemas.microsoft.com/office/drawing/2014/main" id="{9733A6A7-E7EE-42C5-88DE-B09D16B38C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BA6285CA-6AFA-4F27-AFB5-1B32CDE09B1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</p:txBody>
      </p:sp>
      <p:grpSp>
        <p:nvGrpSpPr>
          <p:cNvPr id="88" name="Group 87">
            <a:extLst>
              <a:ext uri="{FF2B5EF4-FFF2-40B4-BE49-F238E27FC236}">
                <a16:creationId xmlns:a16="http://schemas.microsoft.com/office/drawing/2014/main" id="{91108A0F-8C78-4294-B028-9F09581FC0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313489AA-CF3C-45B5-9A6B-D686CDD1DDF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7ABF1CE3-37BC-462F-BC4B-5EF9C8287DB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121847A4-7B07-4976-81EF-E68ABFC4FB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9F3EBBA6-8771-481B-BACA-142F0C8053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DF58D94E-BB4B-436D-8172-0F5737BEEA9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196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4F75AA9A-4678-41CB-AEFA-13C324B847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9140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6C95E447-C172-476B-98BE-453E4049FB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9084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1F3BD247-696E-47F7-964F-89A5823D118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9028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5E31E4B8-694B-447A-AA13-36B0A4EEC9F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8971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88321B73-1AE7-4FA0-90EB-4E969A095DF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18915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E15F8082-1C6D-496D-937D-964948B109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18859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1B84AF1D-3604-4213-B891-4880C86F6EC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18803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C3631262-5E4E-4A33-9D72-17996A538F9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18747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9A4C49C9-CD9F-417C-A832-DD9D6F9C4BC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18690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9A3BBBFA-B462-4340-82C8-3EE5CCFB10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18634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4A7D3C2E-F100-49BC-9F4E-DFB50B2F9F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E46D4A85-2FF9-491B-BBF7-4D83EB8881B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B8F6747A-BC05-4E83-8FE8-976BBCE305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2890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4C1FEEA0-B31C-4DD8-9CC4-DAE06557804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8609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BA783C12-3D0A-495D-B461-9D1FCC415A1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4328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9AD7D205-DA43-40B9-82B4-D570FB270F5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40047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Straight Connector 76">
              <a:extLst>
                <a:ext uri="{FF2B5EF4-FFF2-40B4-BE49-F238E27FC236}">
                  <a16:creationId xmlns:a16="http://schemas.microsoft.com/office/drawing/2014/main" id="{FDD4F5FF-D993-454E-AB84-8634B9E53F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95766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Straight Connector 77">
              <a:extLst>
                <a:ext uri="{FF2B5EF4-FFF2-40B4-BE49-F238E27FC236}">
                  <a16:creationId xmlns:a16="http://schemas.microsoft.com/office/drawing/2014/main" id="{EF64AEBB-D378-4CCE-9266-B45FC822EB7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51485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Straight Connector 78">
              <a:extLst>
                <a:ext uri="{FF2B5EF4-FFF2-40B4-BE49-F238E27FC236}">
                  <a16:creationId xmlns:a16="http://schemas.microsoft.com/office/drawing/2014/main" id="{22217ABD-7AF1-44DF-9243-75E5C9792A0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07204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Straight Connector 79">
              <a:extLst>
                <a:ext uri="{FF2B5EF4-FFF2-40B4-BE49-F238E27FC236}">
                  <a16:creationId xmlns:a16="http://schemas.microsoft.com/office/drawing/2014/main" id="{0D885E59-AA75-4026-972E-4DEE1AB5994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62923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Straight Connector 80">
              <a:extLst>
                <a:ext uri="{FF2B5EF4-FFF2-40B4-BE49-F238E27FC236}">
                  <a16:creationId xmlns:a16="http://schemas.microsoft.com/office/drawing/2014/main" id="{6AB41BAB-F8B8-402D-BC3D-82F73208A39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18642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Straight Connector 81">
              <a:extLst>
                <a:ext uri="{FF2B5EF4-FFF2-40B4-BE49-F238E27FC236}">
                  <a16:creationId xmlns:a16="http://schemas.microsoft.com/office/drawing/2014/main" id="{F67CC234-9EF0-4613-9013-F7F9AEC49E5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7436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Straight Connector 82">
              <a:extLst>
                <a:ext uri="{FF2B5EF4-FFF2-40B4-BE49-F238E27FC236}">
                  <a16:creationId xmlns:a16="http://schemas.microsoft.com/office/drawing/2014/main" id="{032D8DE3-B3FD-47EC-B6D3-90CE4F0370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A4218772-C699-478C-9D44-9459ABA4CA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248400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EE414584-79E2-7AEF-69EC-67E4F4489A3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3142" y="2196115"/>
            <a:ext cx="5555624" cy="2232199"/>
          </a:xfrm>
        </p:spPr>
        <p:txBody>
          <a:bodyPr anchor="t">
            <a:normAutofit/>
          </a:bodyPr>
          <a:lstStyle/>
          <a:p>
            <a:pPr algn="l"/>
            <a:r>
              <a:rPr lang="en-US" sz="5000" dirty="0"/>
              <a:t>Hotel Reservation &amp; Flight Booking System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6985F6C-E977-CBB5-1B02-B787A25192B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53142" y="4243762"/>
            <a:ext cx="5555624" cy="2063925"/>
          </a:xfrm>
        </p:spPr>
        <p:txBody>
          <a:bodyPr anchor="b">
            <a:normAutofit/>
          </a:bodyPr>
          <a:lstStyle/>
          <a:p>
            <a:pPr algn="l"/>
            <a:r>
              <a:rPr lang="en-US" dirty="0"/>
              <a:t>HRFBS is a relational data model and reporting project built in PostgreSQL.</a:t>
            </a:r>
          </a:p>
        </p:txBody>
      </p:sp>
      <p:sp>
        <p:nvSpPr>
          <p:cNvPr id="86" name="Right Triangle 85">
            <a:extLst>
              <a:ext uri="{FF2B5EF4-FFF2-40B4-BE49-F238E27FC236}">
                <a16:creationId xmlns:a16="http://schemas.microsoft.com/office/drawing/2014/main" id="{94D786EB-944C-47D5-B631-899F4029B0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>
            <a:off x="408102" y="-284146"/>
            <a:ext cx="568289" cy="568289"/>
          </a:xfrm>
          <a:prstGeom prst="rtTriangle">
            <a:avLst/>
          </a:prstGeom>
          <a:solidFill>
            <a:schemeClr val="accent5">
              <a:lumMod val="50000"/>
              <a:alpha val="17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</p:txBody>
      </p:sp>
      <p:pic>
        <p:nvPicPr>
          <p:cNvPr id="89" name="Picture 88">
            <a:extLst>
              <a:ext uri="{FF2B5EF4-FFF2-40B4-BE49-F238E27FC236}">
                <a16:creationId xmlns:a16="http://schemas.microsoft.com/office/drawing/2014/main" id="{93F8BADC-B29C-D161-490A-95A8C231920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Blur radius="17"/>
                    </a14:imgEffect>
                  </a14:imgLayer>
                </a14:imgProps>
              </a:ext>
            </a:extLst>
          </a:blip>
          <a:srcRect l="26862" r="26285"/>
          <a:stretch>
            <a:fillRect/>
          </a:stretch>
        </p:blipFill>
        <p:spPr>
          <a:xfrm>
            <a:off x="6309311" y="1"/>
            <a:ext cx="5899302" cy="6862230"/>
          </a:xfrm>
          <a:custGeom>
            <a:avLst/>
            <a:gdLst/>
            <a:ahLst/>
            <a:cxnLst/>
            <a:rect l="l" t="t" r="r" b="b"/>
            <a:pathLst>
              <a:path w="5923149" h="6857997">
                <a:moveTo>
                  <a:pt x="320173" y="0"/>
                </a:moveTo>
                <a:lnTo>
                  <a:pt x="5923149" y="0"/>
                </a:lnTo>
                <a:lnTo>
                  <a:pt x="5923149" y="6857997"/>
                </a:lnTo>
                <a:lnTo>
                  <a:pt x="1111789" y="6857997"/>
                </a:lnTo>
                <a:lnTo>
                  <a:pt x="1106562" y="6546368"/>
                </a:lnTo>
                <a:cubicBezTo>
                  <a:pt x="1000021" y="3425651"/>
                  <a:pt x="-688878" y="3321843"/>
                  <a:pt x="320173" y="0"/>
                </a:cubicBezTo>
                <a:close/>
              </a:path>
            </a:pathLst>
          </a:cu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4C493EFA-4A2F-65C9-96AF-3AB07CF426C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49977" y="807359"/>
            <a:ext cx="1305816" cy="1305816"/>
          </a:xfrm>
          <a:prstGeom prst="rect">
            <a:avLst/>
          </a:prstGeom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368F70F2-B6BB-5990-CA0E-413521ADEA32}"/>
              </a:ext>
            </a:extLst>
          </p:cNvPr>
          <p:cNvPicPr>
            <a:picLocks noChangeAspect="1"/>
          </p:cNvPicPr>
          <p:nvPr/>
        </p:nvPicPr>
        <p:blipFill>
          <a:blip r:embed="rId6">
            <a:biLevel thresh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19963" y="1121848"/>
            <a:ext cx="3118469" cy="676838"/>
          </a:xfrm>
          <a:prstGeom prst="rect">
            <a:avLst/>
          </a:prstGeom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1991287A-358F-A4F8-60A8-C8DD39E38894}"/>
              </a:ext>
            </a:extLst>
          </p:cNvPr>
          <p:cNvGrpSpPr/>
          <p:nvPr/>
        </p:nvGrpSpPr>
        <p:grpSpPr>
          <a:xfrm>
            <a:off x="8105324" y="1922473"/>
            <a:ext cx="2778451" cy="2899502"/>
            <a:chOff x="8105324" y="1922473"/>
            <a:chExt cx="2778451" cy="2899502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8BC7699F-E689-730E-2C42-1F7C7FEC7A08}"/>
                </a:ext>
              </a:extLst>
            </p:cNvPr>
            <p:cNvSpPr/>
            <p:nvPr/>
          </p:nvSpPr>
          <p:spPr>
            <a:xfrm>
              <a:off x="8105324" y="1922473"/>
              <a:ext cx="2778451" cy="2899502"/>
            </a:xfrm>
            <a:prstGeom prst="roundRect">
              <a:avLst/>
            </a:prstGeom>
            <a:ln>
              <a:noFill/>
            </a:ln>
            <a:effectLst>
              <a:outerShdw blurRad="457200" dist="3302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venir Next LT Pro"/>
                <a:ea typeface="+mn-ea"/>
                <a:cs typeface="+mn-cs"/>
              </a:endParaRPr>
            </a:p>
          </p:txBody>
        </p:sp>
        <p:pic>
          <p:nvPicPr>
            <p:cNvPr id="1026" name="Picture 2" descr="Postgresql plain wordmark logo - free Icon PNG, SVG">
              <a:extLst>
                <a:ext uri="{FF2B5EF4-FFF2-40B4-BE49-F238E27FC236}">
                  <a16:creationId xmlns:a16="http://schemas.microsoft.com/office/drawing/2014/main" id="{95111075-FF50-D35E-EB14-8028F2C2155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biLevel thresh="2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352841" y="2348070"/>
              <a:ext cx="2286922" cy="228692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F75D3B98-57D8-D942-99DC-C16384DBEAB9}"/>
                </a:ext>
              </a:extLst>
            </p:cNvPr>
            <p:cNvSpPr txBox="1"/>
            <p:nvPr/>
          </p:nvSpPr>
          <p:spPr>
            <a:xfrm>
              <a:off x="8397297" y="1946155"/>
              <a:ext cx="219450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venir Next LT Pro"/>
                  <a:ea typeface="+mn-ea"/>
                  <a:cs typeface="+mn-cs"/>
                </a:rPr>
                <a:t>Made with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104120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91850" y="323850"/>
            <a:ext cx="723900" cy="723900"/>
          </a:xfrm>
          <a:custGeom>
            <a:avLst/>
            <a:gdLst/>
            <a:ahLst/>
            <a:cxnLst/>
            <a:rect l="l" t="t" r="r" b="b"/>
            <a:pathLst>
              <a:path w="723900" h="723900">
                <a:moveTo>
                  <a:pt x="361950" y="0"/>
                </a:moveTo>
                <a:lnTo>
                  <a:pt x="361950" y="0"/>
                </a:lnTo>
                <a:cubicBezTo>
                  <a:pt x="561716" y="0"/>
                  <a:pt x="723900" y="162184"/>
                  <a:pt x="723900" y="361950"/>
                </a:cubicBezTo>
                <a:lnTo>
                  <a:pt x="723900" y="361950"/>
                </a:lnTo>
                <a:cubicBezTo>
                  <a:pt x="723900" y="561716"/>
                  <a:pt x="561716" y="723900"/>
                  <a:pt x="361950" y="723900"/>
                </a:cubicBezTo>
                <a:lnTo>
                  <a:pt x="361950" y="723900"/>
                </a:lnTo>
                <a:cubicBezTo>
                  <a:pt x="162184" y="723900"/>
                  <a:pt x="0" y="561716"/>
                  <a:pt x="0" y="361950"/>
                </a:cubicBezTo>
                <a:lnTo>
                  <a:pt x="0" y="361950"/>
                </a:lnTo>
                <a:cubicBezTo>
                  <a:pt x="0" y="162184"/>
                  <a:pt x="162184" y="0"/>
                  <a:pt x="361950" y="0"/>
                </a:cubicBezTo>
                <a:close/>
              </a:path>
            </a:pathLst>
          </a:custGeom>
          <a:solidFill>
            <a:srgbClr val="4ECDC4">
              <a:alpha val="80000"/>
            </a:srgbClr>
          </a:solidFill>
          <a:ln w="50800">
            <a:solidFill>
              <a:srgbClr val="2D3436"/>
            </a:solidFill>
            <a:prstDash val="solid"/>
          </a:ln>
          <a:effectLst>
            <a:outerShdw blurRad="101600" dist="50800" dir="2700000" algn="bl" rotWithShape="0">
              <a:srgbClr val="FFFFFF">
                <a:alpha val="75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 rot="720000">
            <a:off x="274228" y="5532027"/>
            <a:ext cx="495300" cy="495300"/>
          </a:xfrm>
          <a:custGeom>
            <a:avLst/>
            <a:gdLst/>
            <a:ahLst/>
            <a:cxnLst/>
            <a:rect l="l" t="t" r="r" b="b"/>
            <a:pathLst>
              <a:path w="495300" h="495300">
                <a:moveTo>
                  <a:pt x="0" y="0"/>
                </a:moveTo>
                <a:lnTo>
                  <a:pt x="495300" y="0"/>
                </a:lnTo>
                <a:lnTo>
                  <a:pt x="495300" y="495300"/>
                </a:lnTo>
                <a:lnTo>
                  <a:pt x="0" y="495300"/>
                </a:lnTo>
                <a:lnTo>
                  <a:pt x="0" y="0"/>
                </a:lnTo>
                <a:close/>
              </a:path>
            </a:pathLst>
          </a:custGeom>
          <a:solidFill>
            <a:srgbClr val="FFE66D"/>
          </a:solidFill>
          <a:ln w="50800">
            <a:solidFill>
              <a:srgbClr val="2D3436"/>
            </a:solidFill>
            <a:prstDash val="solid"/>
          </a:ln>
          <a:effectLst>
            <a:outerShdw blurRad="101600" dist="50800" dir="2700000" algn="bl" rotWithShape="0">
              <a:srgbClr val="FFFFFF">
                <a:alpha val="75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11596688" y="3443288"/>
            <a:ext cx="276225" cy="276225"/>
          </a:xfrm>
          <a:custGeom>
            <a:avLst/>
            <a:gdLst/>
            <a:ahLst/>
            <a:cxnLst/>
            <a:rect l="l" t="t" r="r" b="b"/>
            <a:pathLst>
              <a:path w="276225" h="276225">
                <a:moveTo>
                  <a:pt x="0" y="0"/>
                </a:moveTo>
                <a:lnTo>
                  <a:pt x="276225" y="0"/>
                </a:lnTo>
                <a:lnTo>
                  <a:pt x="276225" y="276225"/>
                </a:lnTo>
                <a:lnTo>
                  <a:pt x="0" y="276225"/>
                </a:lnTo>
                <a:lnTo>
                  <a:pt x="0" y="0"/>
                </a:lnTo>
                <a:close/>
              </a:path>
            </a:pathLst>
          </a:custGeom>
          <a:solidFill>
            <a:srgbClr val="FF6B6B"/>
          </a:solidFill>
          <a:ln w="38100">
            <a:solidFill>
              <a:srgbClr val="2D3436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00050" y="438150"/>
            <a:ext cx="342900" cy="342900"/>
          </a:xfrm>
          <a:custGeom>
            <a:avLst/>
            <a:gdLst/>
            <a:ahLst/>
            <a:cxnLst/>
            <a:rect l="l" t="t" r="r" b="b"/>
            <a:pathLst>
              <a:path w="342900" h="342900">
                <a:moveTo>
                  <a:pt x="0" y="0"/>
                </a:moveTo>
                <a:lnTo>
                  <a:pt x="342900" y="0"/>
                </a:lnTo>
                <a:lnTo>
                  <a:pt x="342900" y="342900"/>
                </a:lnTo>
                <a:lnTo>
                  <a:pt x="0" y="342900"/>
                </a:lnTo>
                <a:lnTo>
                  <a:pt x="0" y="0"/>
                </a:lnTo>
                <a:close/>
              </a:path>
            </a:pathLst>
          </a:custGeom>
          <a:solidFill>
            <a:srgbClr val="FF6B6B"/>
          </a:solidFill>
          <a:ln w="50800">
            <a:solidFill>
              <a:srgbClr val="2D3436"/>
            </a:solidFill>
            <a:prstDash val="solid"/>
          </a:ln>
          <a:effectLst>
            <a:outerShdw blurRad="101600" dist="50800" dir="2700000" algn="bl" rotWithShape="0">
              <a:srgbClr val="FFFFFF">
                <a:alpha val="75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98872" y="523875"/>
            <a:ext cx="150019" cy="171450"/>
          </a:xfrm>
          <a:custGeom>
            <a:avLst/>
            <a:gdLst/>
            <a:ahLst/>
            <a:cxnLst/>
            <a:rect l="l" t="t" r="r" b="b"/>
            <a:pathLst>
              <a:path w="150019" h="171450">
                <a:moveTo>
                  <a:pt x="150019" y="68915"/>
                </a:moveTo>
                <a:cubicBezTo>
                  <a:pt x="145063" y="72197"/>
                  <a:pt x="139370" y="74842"/>
                  <a:pt x="133443" y="76952"/>
                </a:cubicBezTo>
                <a:cubicBezTo>
                  <a:pt x="117704" y="82577"/>
                  <a:pt x="97043" y="85725"/>
                  <a:pt x="75009" y="85725"/>
                </a:cubicBezTo>
                <a:cubicBezTo>
                  <a:pt x="52975" y="85725"/>
                  <a:pt x="32281" y="82544"/>
                  <a:pt x="16576" y="76952"/>
                </a:cubicBezTo>
                <a:cubicBezTo>
                  <a:pt x="10682" y="74842"/>
                  <a:pt x="4956" y="72197"/>
                  <a:pt x="0" y="68915"/>
                </a:cubicBezTo>
                <a:lnTo>
                  <a:pt x="0" y="96441"/>
                </a:lnTo>
                <a:cubicBezTo>
                  <a:pt x="0" y="111242"/>
                  <a:pt x="33587" y="123230"/>
                  <a:pt x="75009" y="123230"/>
                </a:cubicBezTo>
                <a:cubicBezTo>
                  <a:pt x="116432" y="123230"/>
                  <a:pt x="150019" y="111242"/>
                  <a:pt x="150019" y="96441"/>
                </a:cubicBezTo>
                <a:lnTo>
                  <a:pt x="150019" y="68915"/>
                </a:lnTo>
                <a:close/>
                <a:moveTo>
                  <a:pt x="150019" y="42863"/>
                </a:moveTo>
                <a:lnTo>
                  <a:pt x="150019" y="26789"/>
                </a:lnTo>
                <a:cubicBezTo>
                  <a:pt x="150019" y="11988"/>
                  <a:pt x="116432" y="0"/>
                  <a:pt x="75009" y="0"/>
                </a:cubicBezTo>
                <a:cubicBezTo>
                  <a:pt x="33587" y="0"/>
                  <a:pt x="0" y="11988"/>
                  <a:pt x="0" y="26789"/>
                </a:cubicBezTo>
                <a:lnTo>
                  <a:pt x="0" y="42863"/>
                </a:lnTo>
                <a:cubicBezTo>
                  <a:pt x="0" y="57663"/>
                  <a:pt x="33587" y="69652"/>
                  <a:pt x="75009" y="69652"/>
                </a:cubicBezTo>
                <a:cubicBezTo>
                  <a:pt x="116432" y="69652"/>
                  <a:pt x="150019" y="57663"/>
                  <a:pt x="150019" y="42863"/>
                </a:cubicBezTo>
                <a:close/>
                <a:moveTo>
                  <a:pt x="133443" y="130530"/>
                </a:moveTo>
                <a:cubicBezTo>
                  <a:pt x="117738" y="136122"/>
                  <a:pt x="97077" y="139303"/>
                  <a:pt x="75009" y="139303"/>
                </a:cubicBezTo>
                <a:cubicBezTo>
                  <a:pt x="52942" y="139303"/>
                  <a:pt x="32281" y="136122"/>
                  <a:pt x="16576" y="130530"/>
                </a:cubicBezTo>
                <a:cubicBezTo>
                  <a:pt x="10682" y="128420"/>
                  <a:pt x="4956" y="125775"/>
                  <a:pt x="0" y="122493"/>
                </a:cubicBezTo>
                <a:lnTo>
                  <a:pt x="0" y="144661"/>
                </a:lnTo>
                <a:cubicBezTo>
                  <a:pt x="0" y="159462"/>
                  <a:pt x="33587" y="171450"/>
                  <a:pt x="75009" y="171450"/>
                </a:cubicBezTo>
                <a:cubicBezTo>
                  <a:pt x="116432" y="171450"/>
                  <a:pt x="150019" y="159462"/>
                  <a:pt x="150019" y="144661"/>
                </a:cubicBezTo>
                <a:lnTo>
                  <a:pt x="150019" y="122493"/>
                </a:lnTo>
                <a:cubicBezTo>
                  <a:pt x="145063" y="125775"/>
                  <a:pt x="139370" y="128420"/>
                  <a:pt x="133443" y="130530"/>
                </a:cubicBezTo>
                <a:close/>
              </a:path>
            </a:pathLst>
          </a:custGeom>
          <a:solidFill>
            <a:srgbClr val="FFF5F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876300" y="381000"/>
            <a:ext cx="366712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2D3436"/>
                </a:solidFill>
                <a:effectLst/>
                <a:uLnTx/>
                <a:uFillTx/>
                <a:latin typeface="Coda" pitchFamily="34" charset="0"/>
                <a:ea typeface="Coda" pitchFamily="34" charset="-122"/>
                <a:cs typeface="Coda" pitchFamily="34" charset="-120"/>
              </a:rPr>
              <a:t>Project Overview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885825" y="923925"/>
            <a:ext cx="1504950" cy="19050"/>
          </a:xfrm>
          <a:custGeom>
            <a:avLst/>
            <a:gdLst/>
            <a:ahLst/>
            <a:cxnLst/>
            <a:rect l="l" t="t" r="r" b="b"/>
            <a:pathLst>
              <a:path w="1504950" h="19050">
                <a:moveTo>
                  <a:pt x="0" y="0"/>
                </a:moveTo>
                <a:lnTo>
                  <a:pt x="1504950" y="0"/>
                </a:lnTo>
                <a:lnTo>
                  <a:pt x="1504950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4ECDC4"/>
          </a:solidFill>
          <a:ln w="25400">
            <a:solidFill>
              <a:srgbClr val="2D3436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7"/>
          <p:cNvSpPr/>
          <p:nvPr/>
        </p:nvSpPr>
        <p:spPr>
          <a:xfrm>
            <a:off x="400050" y="1123950"/>
            <a:ext cx="5581650" cy="1181100"/>
          </a:xfrm>
          <a:custGeom>
            <a:avLst/>
            <a:gdLst/>
            <a:ahLst/>
            <a:cxnLst/>
            <a:rect l="l" t="t" r="r" b="b"/>
            <a:pathLst>
              <a:path w="5581650" h="1181100">
                <a:moveTo>
                  <a:pt x="0" y="0"/>
                </a:moveTo>
                <a:lnTo>
                  <a:pt x="5581650" y="0"/>
                </a:lnTo>
                <a:lnTo>
                  <a:pt x="5581650" y="1181100"/>
                </a:lnTo>
                <a:lnTo>
                  <a:pt x="0" y="11811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2D3436"/>
            </a:solidFill>
            <a:prstDash val="solid"/>
          </a:ln>
          <a:effectLst>
            <a:outerShdw blurRad="101600" dist="50800" dir="2700000" algn="bl" rotWithShape="0">
              <a:srgbClr val="FFFFFF">
                <a:alpha val="75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585788" y="1309688"/>
            <a:ext cx="276225" cy="276225"/>
          </a:xfrm>
          <a:custGeom>
            <a:avLst/>
            <a:gdLst/>
            <a:ahLst/>
            <a:cxnLst/>
            <a:rect l="l" t="t" r="r" b="b"/>
            <a:pathLst>
              <a:path w="276225" h="276225">
                <a:moveTo>
                  <a:pt x="0" y="0"/>
                </a:moveTo>
                <a:lnTo>
                  <a:pt x="276225" y="0"/>
                </a:lnTo>
                <a:lnTo>
                  <a:pt x="276225" y="276225"/>
                </a:lnTo>
                <a:lnTo>
                  <a:pt x="0" y="276225"/>
                </a:lnTo>
                <a:lnTo>
                  <a:pt x="0" y="0"/>
                </a:lnTo>
                <a:close/>
              </a:path>
            </a:pathLst>
          </a:custGeom>
          <a:solidFill>
            <a:srgbClr val="FF6B6B"/>
          </a:solidFill>
          <a:ln w="38100">
            <a:solidFill>
              <a:srgbClr val="2D3436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642938" y="1381125"/>
            <a:ext cx="166688" cy="133350"/>
          </a:xfrm>
          <a:custGeom>
            <a:avLst/>
            <a:gdLst/>
            <a:ahLst/>
            <a:cxnLst/>
            <a:rect l="l" t="t" r="r" b="b"/>
            <a:pathLst>
              <a:path w="166688" h="133350">
                <a:moveTo>
                  <a:pt x="83344" y="4167"/>
                </a:moveTo>
                <a:cubicBezTo>
                  <a:pt x="98293" y="4167"/>
                  <a:pt x="110430" y="16304"/>
                  <a:pt x="110430" y="31254"/>
                </a:cubicBezTo>
                <a:cubicBezTo>
                  <a:pt x="110430" y="46203"/>
                  <a:pt x="98293" y="58341"/>
                  <a:pt x="83344" y="58341"/>
                </a:cubicBezTo>
                <a:cubicBezTo>
                  <a:pt x="68394" y="58341"/>
                  <a:pt x="56257" y="46203"/>
                  <a:pt x="56257" y="31254"/>
                </a:cubicBezTo>
                <a:cubicBezTo>
                  <a:pt x="56257" y="16304"/>
                  <a:pt x="68394" y="4167"/>
                  <a:pt x="83344" y="4167"/>
                </a:cubicBezTo>
                <a:close/>
                <a:moveTo>
                  <a:pt x="25003" y="22920"/>
                </a:moveTo>
                <a:cubicBezTo>
                  <a:pt x="35353" y="22920"/>
                  <a:pt x="43755" y="31322"/>
                  <a:pt x="43755" y="41672"/>
                </a:cubicBezTo>
                <a:cubicBezTo>
                  <a:pt x="43755" y="52022"/>
                  <a:pt x="35353" y="60424"/>
                  <a:pt x="25003" y="60424"/>
                </a:cubicBezTo>
                <a:cubicBezTo>
                  <a:pt x="14653" y="60424"/>
                  <a:pt x="6251" y="52022"/>
                  <a:pt x="6251" y="41672"/>
                </a:cubicBezTo>
                <a:cubicBezTo>
                  <a:pt x="6251" y="31322"/>
                  <a:pt x="14653" y="22920"/>
                  <a:pt x="25003" y="22920"/>
                </a:cubicBezTo>
                <a:close/>
                <a:moveTo>
                  <a:pt x="0" y="108347"/>
                </a:moveTo>
                <a:cubicBezTo>
                  <a:pt x="0" y="89933"/>
                  <a:pt x="14924" y="75009"/>
                  <a:pt x="33337" y="75009"/>
                </a:cubicBezTo>
                <a:cubicBezTo>
                  <a:pt x="36671" y="75009"/>
                  <a:pt x="39901" y="75504"/>
                  <a:pt x="42948" y="76416"/>
                </a:cubicBezTo>
                <a:cubicBezTo>
                  <a:pt x="34379" y="86000"/>
                  <a:pt x="29170" y="98658"/>
                  <a:pt x="29170" y="112514"/>
                </a:cubicBezTo>
                <a:lnTo>
                  <a:pt x="29170" y="116681"/>
                </a:lnTo>
                <a:cubicBezTo>
                  <a:pt x="29170" y="119650"/>
                  <a:pt x="29795" y="122463"/>
                  <a:pt x="30915" y="125016"/>
                </a:cubicBezTo>
                <a:lnTo>
                  <a:pt x="8334" y="125016"/>
                </a:lnTo>
                <a:cubicBezTo>
                  <a:pt x="3724" y="125016"/>
                  <a:pt x="0" y="121291"/>
                  <a:pt x="0" y="116681"/>
                </a:cubicBezTo>
                <a:lnTo>
                  <a:pt x="0" y="108347"/>
                </a:lnTo>
                <a:close/>
                <a:moveTo>
                  <a:pt x="135772" y="125016"/>
                </a:moveTo>
                <a:cubicBezTo>
                  <a:pt x="136892" y="122463"/>
                  <a:pt x="137517" y="119650"/>
                  <a:pt x="137517" y="116681"/>
                </a:cubicBezTo>
                <a:lnTo>
                  <a:pt x="137517" y="112514"/>
                </a:lnTo>
                <a:cubicBezTo>
                  <a:pt x="137517" y="98658"/>
                  <a:pt x="132308" y="86000"/>
                  <a:pt x="123739" y="76416"/>
                </a:cubicBezTo>
                <a:cubicBezTo>
                  <a:pt x="126787" y="75504"/>
                  <a:pt x="130016" y="75009"/>
                  <a:pt x="133350" y="75009"/>
                </a:cubicBezTo>
                <a:cubicBezTo>
                  <a:pt x="151764" y="75009"/>
                  <a:pt x="166688" y="89933"/>
                  <a:pt x="166688" y="108347"/>
                </a:cubicBezTo>
                <a:lnTo>
                  <a:pt x="166688" y="116681"/>
                </a:lnTo>
                <a:cubicBezTo>
                  <a:pt x="166688" y="121291"/>
                  <a:pt x="162963" y="125016"/>
                  <a:pt x="158353" y="125016"/>
                </a:cubicBezTo>
                <a:lnTo>
                  <a:pt x="135772" y="125016"/>
                </a:lnTo>
                <a:close/>
                <a:moveTo>
                  <a:pt x="122932" y="41672"/>
                </a:moveTo>
                <a:cubicBezTo>
                  <a:pt x="122932" y="31322"/>
                  <a:pt x="131335" y="22920"/>
                  <a:pt x="141684" y="22920"/>
                </a:cubicBezTo>
                <a:cubicBezTo>
                  <a:pt x="152034" y="22920"/>
                  <a:pt x="160437" y="31322"/>
                  <a:pt x="160437" y="41672"/>
                </a:cubicBezTo>
                <a:cubicBezTo>
                  <a:pt x="160437" y="52022"/>
                  <a:pt x="152034" y="60424"/>
                  <a:pt x="141684" y="60424"/>
                </a:cubicBezTo>
                <a:cubicBezTo>
                  <a:pt x="131335" y="60424"/>
                  <a:pt x="122932" y="52022"/>
                  <a:pt x="122932" y="41672"/>
                </a:cubicBezTo>
                <a:close/>
                <a:moveTo>
                  <a:pt x="41672" y="112514"/>
                </a:moveTo>
                <a:cubicBezTo>
                  <a:pt x="41672" y="89490"/>
                  <a:pt x="60320" y="70842"/>
                  <a:pt x="83344" y="70842"/>
                </a:cubicBezTo>
                <a:cubicBezTo>
                  <a:pt x="106367" y="70842"/>
                  <a:pt x="125016" y="89490"/>
                  <a:pt x="125016" y="112514"/>
                </a:cubicBezTo>
                <a:lnTo>
                  <a:pt x="125016" y="116681"/>
                </a:lnTo>
                <a:cubicBezTo>
                  <a:pt x="125016" y="121291"/>
                  <a:pt x="121291" y="125016"/>
                  <a:pt x="116681" y="125016"/>
                </a:cubicBezTo>
                <a:lnTo>
                  <a:pt x="50006" y="125016"/>
                </a:lnTo>
                <a:cubicBezTo>
                  <a:pt x="45396" y="125016"/>
                  <a:pt x="41672" y="121291"/>
                  <a:pt x="41672" y="116681"/>
                </a:cubicBezTo>
                <a:lnTo>
                  <a:pt x="41672" y="112514"/>
                </a:lnTo>
                <a:close/>
              </a:path>
            </a:pathLst>
          </a:custGeom>
          <a:solidFill>
            <a:srgbClr val="FFF5F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990600" y="1314450"/>
            <a:ext cx="16573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2D3436"/>
                </a:solidFill>
                <a:effectLst/>
                <a:uLnTx/>
                <a:uFillTx/>
                <a:latin typeface="Coda" pitchFamily="34" charset="0"/>
                <a:ea typeface="Coda" pitchFamily="34" charset="-122"/>
                <a:cs typeface="Coda" pitchFamily="34" charset="-120"/>
              </a:rPr>
              <a:t>User Management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571500" y="1714500"/>
            <a:ext cx="53149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2D3436"/>
                </a:solidFill>
                <a:effectLst/>
                <a:uLnTx/>
                <a:uFillTx/>
                <a:latin typeface="Liter" pitchFamily="34" charset="0"/>
                <a:ea typeface="Liter" pitchFamily="34" charset="-122"/>
                <a:cs typeface="Liter" pitchFamily="34" charset="-120"/>
              </a:rPr>
              <a:t>RBAC Implementation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2D3436"/>
                </a:solidFill>
                <a:effectLst/>
                <a:uLnTx/>
                <a:uFillTx/>
                <a:latin typeface="Liter" pitchFamily="34" charset="0"/>
                <a:ea typeface="Liter" pitchFamily="34" charset="-122"/>
                <a:cs typeface="Liter" pitchFamily="34" charset="-120"/>
              </a:rPr>
              <a:t> with 'customer' and 'admin' roles. Secure authentication with password hashing support.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400050" y="2495550"/>
            <a:ext cx="5581650" cy="1181100"/>
          </a:xfrm>
          <a:custGeom>
            <a:avLst/>
            <a:gdLst/>
            <a:ahLst/>
            <a:cxnLst/>
            <a:rect l="l" t="t" r="r" b="b"/>
            <a:pathLst>
              <a:path w="5581650" h="1181100">
                <a:moveTo>
                  <a:pt x="0" y="0"/>
                </a:moveTo>
                <a:lnTo>
                  <a:pt x="5581650" y="0"/>
                </a:lnTo>
                <a:lnTo>
                  <a:pt x="5581650" y="1181100"/>
                </a:lnTo>
                <a:lnTo>
                  <a:pt x="0" y="11811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2D3436"/>
            </a:solidFill>
            <a:prstDash val="solid"/>
          </a:ln>
          <a:effectLst>
            <a:outerShdw blurRad="101600" dist="50800" dir="2700000" algn="bl" rotWithShape="0">
              <a:srgbClr val="FFFFFF">
                <a:alpha val="75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585788" y="2681288"/>
            <a:ext cx="276225" cy="276225"/>
          </a:xfrm>
          <a:custGeom>
            <a:avLst/>
            <a:gdLst/>
            <a:ahLst/>
            <a:cxnLst/>
            <a:rect l="l" t="t" r="r" b="b"/>
            <a:pathLst>
              <a:path w="276225" h="276225">
                <a:moveTo>
                  <a:pt x="0" y="0"/>
                </a:moveTo>
                <a:lnTo>
                  <a:pt x="276225" y="0"/>
                </a:lnTo>
                <a:lnTo>
                  <a:pt x="276225" y="276225"/>
                </a:lnTo>
                <a:lnTo>
                  <a:pt x="0" y="276225"/>
                </a:lnTo>
                <a:lnTo>
                  <a:pt x="0" y="0"/>
                </a:lnTo>
                <a:close/>
              </a:path>
            </a:pathLst>
          </a:custGeom>
          <a:solidFill>
            <a:srgbClr val="4ECDC4"/>
          </a:solidFill>
          <a:ln w="38100">
            <a:solidFill>
              <a:srgbClr val="2D3436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659606" y="2752725"/>
            <a:ext cx="133350" cy="133350"/>
          </a:xfrm>
          <a:custGeom>
            <a:avLst/>
            <a:gdLst/>
            <a:ahLst/>
            <a:cxnLst/>
            <a:rect l="l" t="t" r="r" b="b"/>
            <a:pathLst>
              <a:path w="133350" h="133350">
                <a:moveTo>
                  <a:pt x="4167" y="6251"/>
                </a:moveTo>
                <a:cubicBezTo>
                  <a:pt x="4167" y="2787"/>
                  <a:pt x="6954" y="0"/>
                  <a:pt x="10418" y="0"/>
                </a:cubicBezTo>
                <a:lnTo>
                  <a:pt x="122932" y="0"/>
                </a:lnTo>
                <a:cubicBezTo>
                  <a:pt x="126396" y="0"/>
                  <a:pt x="129183" y="2787"/>
                  <a:pt x="129183" y="6251"/>
                </a:cubicBezTo>
                <a:cubicBezTo>
                  <a:pt x="129183" y="9715"/>
                  <a:pt x="126396" y="12502"/>
                  <a:pt x="122932" y="12502"/>
                </a:cubicBezTo>
                <a:lnTo>
                  <a:pt x="120848" y="12502"/>
                </a:lnTo>
                <a:lnTo>
                  <a:pt x="120848" y="120848"/>
                </a:lnTo>
                <a:lnTo>
                  <a:pt x="122932" y="120848"/>
                </a:lnTo>
                <a:cubicBezTo>
                  <a:pt x="126396" y="120848"/>
                  <a:pt x="129183" y="123635"/>
                  <a:pt x="129183" y="127099"/>
                </a:cubicBezTo>
                <a:cubicBezTo>
                  <a:pt x="129183" y="130563"/>
                  <a:pt x="126396" y="133350"/>
                  <a:pt x="122932" y="133350"/>
                </a:cubicBezTo>
                <a:lnTo>
                  <a:pt x="10418" y="133350"/>
                </a:lnTo>
                <a:cubicBezTo>
                  <a:pt x="6954" y="133350"/>
                  <a:pt x="4167" y="130563"/>
                  <a:pt x="4167" y="127099"/>
                </a:cubicBezTo>
                <a:cubicBezTo>
                  <a:pt x="4167" y="123635"/>
                  <a:pt x="6954" y="120848"/>
                  <a:pt x="10418" y="120848"/>
                </a:cubicBezTo>
                <a:lnTo>
                  <a:pt x="12502" y="120848"/>
                </a:lnTo>
                <a:lnTo>
                  <a:pt x="12502" y="12502"/>
                </a:lnTo>
                <a:lnTo>
                  <a:pt x="10418" y="12502"/>
                </a:lnTo>
                <a:cubicBezTo>
                  <a:pt x="6954" y="12502"/>
                  <a:pt x="4167" y="9715"/>
                  <a:pt x="4167" y="6251"/>
                </a:cubicBezTo>
                <a:close/>
                <a:moveTo>
                  <a:pt x="58341" y="29170"/>
                </a:moveTo>
                <a:lnTo>
                  <a:pt x="58341" y="37505"/>
                </a:lnTo>
                <a:cubicBezTo>
                  <a:pt x="58341" y="39797"/>
                  <a:pt x="60216" y="41672"/>
                  <a:pt x="62508" y="41672"/>
                </a:cubicBezTo>
                <a:lnTo>
                  <a:pt x="70842" y="41672"/>
                </a:lnTo>
                <a:cubicBezTo>
                  <a:pt x="73134" y="41672"/>
                  <a:pt x="75009" y="39797"/>
                  <a:pt x="75009" y="37505"/>
                </a:cubicBezTo>
                <a:lnTo>
                  <a:pt x="75009" y="29170"/>
                </a:lnTo>
                <a:cubicBezTo>
                  <a:pt x="75009" y="26878"/>
                  <a:pt x="73134" y="25003"/>
                  <a:pt x="70842" y="25003"/>
                </a:cubicBezTo>
                <a:lnTo>
                  <a:pt x="62508" y="25003"/>
                </a:lnTo>
                <a:cubicBezTo>
                  <a:pt x="60216" y="25003"/>
                  <a:pt x="58341" y="26878"/>
                  <a:pt x="58341" y="29170"/>
                </a:cubicBezTo>
                <a:close/>
                <a:moveTo>
                  <a:pt x="33337" y="25003"/>
                </a:moveTo>
                <a:cubicBezTo>
                  <a:pt x="31046" y="25003"/>
                  <a:pt x="29170" y="26878"/>
                  <a:pt x="29170" y="29170"/>
                </a:cubicBezTo>
                <a:lnTo>
                  <a:pt x="29170" y="37505"/>
                </a:lnTo>
                <a:cubicBezTo>
                  <a:pt x="29170" y="39797"/>
                  <a:pt x="31046" y="41672"/>
                  <a:pt x="33337" y="41672"/>
                </a:cubicBezTo>
                <a:lnTo>
                  <a:pt x="41672" y="41672"/>
                </a:lnTo>
                <a:cubicBezTo>
                  <a:pt x="43964" y="41672"/>
                  <a:pt x="45839" y="39797"/>
                  <a:pt x="45839" y="37505"/>
                </a:cubicBezTo>
                <a:lnTo>
                  <a:pt x="45839" y="29170"/>
                </a:lnTo>
                <a:cubicBezTo>
                  <a:pt x="45839" y="26878"/>
                  <a:pt x="43964" y="25003"/>
                  <a:pt x="41672" y="25003"/>
                </a:cubicBezTo>
                <a:lnTo>
                  <a:pt x="33337" y="25003"/>
                </a:lnTo>
                <a:close/>
                <a:moveTo>
                  <a:pt x="58341" y="54173"/>
                </a:moveTo>
                <a:lnTo>
                  <a:pt x="58341" y="62508"/>
                </a:lnTo>
                <a:cubicBezTo>
                  <a:pt x="58341" y="64800"/>
                  <a:pt x="60216" y="66675"/>
                  <a:pt x="62508" y="66675"/>
                </a:cubicBezTo>
                <a:lnTo>
                  <a:pt x="70842" y="66675"/>
                </a:lnTo>
                <a:cubicBezTo>
                  <a:pt x="73134" y="66675"/>
                  <a:pt x="75009" y="64800"/>
                  <a:pt x="75009" y="62508"/>
                </a:cubicBezTo>
                <a:lnTo>
                  <a:pt x="75009" y="54173"/>
                </a:lnTo>
                <a:cubicBezTo>
                  <a:pt x="75009" y="51881"/>
                  <a:pt x="73134" y="50006"/>
                  <a:pt x="70842" y="50006"/>
                </a:cubicBezTo>
                <a:lnTo>
                  <a:pt x="62508" y="50006"/>
                </a:lnTo>
                <a:cubicBezTo>
                  <a:pt x="60216" y="50006"/>
                  <a:pt x="58341" y="51881"/>
                  <a:pt x="58341" y="54173"/>
                </a:cubicBezTo>
                <a:close/>
                <a:moveTo>
                  <a:pt x="91678" y="25003"/>
                </a:moveTo>
                <a:cubicBezTo>
                  <a:pt x="89386" y="25003"/>
                  <a:pt x="87511" y="26878"/>
                  <a:pt x="87511" y="29170"/>
                </a:cubicBezTo>
                <a:lnTo>
                  <a:pt x="87511" y="37505"/>
                </a:lnTo>
                <a:cubicBezTo>
                  <a:pt x="87511" y="39797"/>
                  <a:pt x="89386" y="41672"/>
                  <a:pt x="91678" y="41672"/>
                </a:cubicBezTo>
                <a:lnTo>
                  <a:pt x="100013" y="41672"/>
                </a:lnTo>
                <a:cubicBezTo>
                  <a:pt x="102304" y="41672"/>
                  <a:pt x="104180" y="39797"/>
                  <a:pt x="104180" y="37505"/>
                </a:cubicBezTo>
                <a:lnTo>
                  <a:pt x="104180" y="29170"/>
                </a:lnTo>
                <a:cubicBezTo>
                  <a:pt x="104180" y="26878"/>
                  <a:pt x="102304" y="25003"/>
                  <a:pt x="100013" y="25003"/>
                </a:cubicBezTo>
                <a:lnTo>
                  <a:pt x="91678" y="25003"/>
                </a:lnTo>
                <a:close/>
                <a:moveTo>
                  <a:pt x="29170" y="54173"/>
                </a:moveTo>
                <a:lnTo>
                  <a:pt x="29170" y="62508"/>
                </a:lnTo>
                <a:cubicBezTo>
                  <a:pt x="29170" y="64800"/>
                  <a:pt x="31046" y="66675"/>
                  <a:pt x="33337" y="66675"/>
                </a:cubicBezTo>
                <a:lnTo>
                  <a:pt x="41672" y="66675"/>
                </a:lnTo>
                <a:cubicBezTo>
                  <a:pt x="43964" y="66675"/>
                  <a:pt x="45839" y="64800"/>
                  <a:pt x="45839" y="62508"/>
                </a:cubicBezTo>
                <a:lnTo>
                  <a:pt x="45839" y="54173"/>
                </a:lnTo>
                <a:cubicBezTo>
                  <a:pt x="45839" y="51881"/>
                  <a:pt x="43964" y="50006"/>
                  <a:pt x="41672" y="50006"/>
                </a:cubicBezTo>
                <a:lnTo>
                  <a:pt x="33337" y="50006"/>
                </a:lnTo>
                <a:cubicBezTo>
                  <a:pt x="31046" y="50006"/>
                  <a:pt x="29170" y="51881"/>
                  <a:pt x="29170" y="54173"/>
                </a:cubicBezTo>
                <a:close/>
                <a:moveTo>
                  <a:pt x="91678" y="50006"/>
                </a:moveTo>
                <a:cubicBezTo>
                  <a:pt x="89386" y="50006"/>
                  <a:pt x="87511" y="51881"/>
                  <a:pt x="87511" y="54173"/>
                </a:cubicBezTo>
                <a:lnTo>
                  <a:pt x="87511" y="62508"/>
                </a:lnTo>
                <a:cubicBezTo>
                  <a:pt x="87511" y="64800"/>
                  <a:pt x="89386" y="66675"/>
                  <a:pt x="91678" y="66675"/>
                </a:cubicBezTo>
                <a:lnTo>
                  <a:pt x="100013" y="66675"/>
                </a:lnTo>
                <a:cubicBezTo>
                  <a:pt x="102304" y="66675"/>
                  <a:pt x="104180" y="64800"/>
                  <a:pt x="104180" y="62508"/>
                </a:cubicBezTo>
                <a:lnTo>
                  <a:pt x="104180" y="54173"/>
                </a:lnTo>
                <a:cubicBezTo>
                  <a:pt x="104180" y="51881"/>
                  <a:pt x="102304" y="50006"/>
                  <a:pt x="100013" y="50006"/>
                </a:cubicBezTo>
                <a:lnTo>
                  <a:pt x="91678" y="50006"/>
                </a:lnTo>
                <a:close/>
                <a:moveTo>
                  <a:pt x="75009" y="100013"/>
                </a:moveTo>
                <a:lnTo>
                  <a:pt x="86417" y="100013"/>
                </a:lnTo>
                <a:cubicBezTo>
                  <a:pt x="88995" y="100013"/>
                  <a:pt x="90975" y="97668"/>
                  <a:pt x="90063" y="95272"/>
                </a:cubicBezTo>
                <a:cubicBezTo>
                  <a:pt x="86469" y="85870"/>
                  <a:pt x="77353" y="79177"/>
                  <a:pt x="66701" y="79177"/>
                </a:cubicBezTo>
                <a:cubicBezTo>
                  <a:pt x="56049" y="79177"/>
                  <a:pt x="46933" y="85870"/>
                  <a:pt x="43339" y="95272"/>
                </a:cubicBezTo>
                <a:cubicBezTo>
                  <a:pt x="42427" y="97668"/>
                  <a:pt x="44407" y="100013"/>
                  <a:pt x="46985" y="100013"/>
                </a:cubicBezTo>
                <a:lnTo>
                  <a:pt x="58393" y="100013"/>
                </a:lnTo>
                <a:lnTo>
                  <a:pt x="58393" y="120848"/>
                </a:lnTo>
                <a:lnTo>
                  <a:pt x="75061" y="120848"/>
                </a:lnTo>
                <a:lnTo>
                  <a:pt x="75061" y="100013"/>
                </a:lnTo>
                <a:close/>
              </a:path>
            </a:pathLst>
          </a:custGeom>
          <a:solidFill>
            <a:srgbClr val="FFF5F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990600" y="2686050"/>
            <a:ext cx="13525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2D3436"/>
                </a:solidFill>
                <a:effectLst/>
                <a:uLnTx/>
                <a:uFillTx/>
                <a:latin typeface="Coda" pitchFamily="34" charset="0"/>
                <a:ea typeface="Coda" pitchFamily="34" charset="-122"/>
                <a:cs typeface="Coda" pitchFamily="34" charset="-120"/>
              </a:rPr>
              <a:t>Hotel Logistics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571500" y="3086100"/>
            <a:ext cx="53149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2D3436"/>
                </a:solidFill>
                <a:effectLst/>
                <a:uLnTx/>
                <a:uFillTx/>
                <a:latin typeface="Liter" pitchFamily="34" charset="0"/>
                <a:ea typeface="Liter" pitchFamily="34" charset="-122"/>
                <a:cs typeface="Liter" pitchFamily="34" charset="-120"/>
              </a:rPr>
              <a:t>Multi-room support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2D3436"/>
                </a:solidFill>
                <a:effectLst/>
                <a:uLnTx/>
                <a:uFillTx/>
                <a:latin typeface="Liter" pitchFamily="34" charset="0"/>
                <a:ea typeface="Liter" pitchFamily="34" charset="-122"/>
                <a:cs typeface="Liter" pitchFamily="34" charset="-120"/>
              </a:rPr>
              <a:t> per hotel with derived availability. Dynamic pricing per room type (single, double, suite).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400050" y="3867150"/>
            <a:ext cx="5581650" cy="1181100"/>
          </a:xfrm>
          <a:custGeom>
            <a:avLst/>
            <a:gdLst/>
            <a:ahLst/>
            <a:cxnLst/>
            <a:rect l="l" t="t" r="r" b="b"/>
            <a:pathLst>
              <a:path w="5581650" h="1181100">
                <a:moveTo>
                  <a:pt x="0" y="0"/>
                </a:moveTo>
                <a:lnTo>
                  <a:pt x="5581650" y="0"/>
                </a:lnTo>
                <a:lnTo>
                  <a:pt x="5581650" y="1181100"/>
                </a:lnTo>
                <a:lnTo>
                  <a:pt x="0" y="11811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2D3436"/>
            </a:solidFill>
            <a:prstDash val="solid"/>
          </a:ln>
          <a:effectLst>
            <a:outerShdw blurRad="101600" dist="50800" dir="2700000" algn="bl" rotWithShape="0">
              <a:srgbClr val="FFFFFF">
                <a:alpha val="75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585788" y="4052888"/>
            <a:ext cx="276225" cy="276225"/>
          </a:xfrm>
          <a:custGeom>
            <a:avLst/>
            <a:gdLst/>
            <a:ahLst/>
            <a:cxnLst/>
            <a:rect l="l" t="t" r="r" b="b"/>
            <a:pathLst>
              <a:path w="276225" h="276225">
                <a:moveTo>
                  <a:pt x="0" y="0"/>
                </a:moveTo>
                <a:lnTo>
                  <a:pt x="276225" y="0"/>
                </a:lnTo>
                <a:lnTo>
                  <a:pt x="276225" y="276225"/>
                </a:lnTo>
                <a:lnTo>
                  <a:pt x="0" y="276225"/>
                </a:lnTo>
                <a:lnTo>
                  <a:pt x="0" y="0"/>
                </a:lnTo>
                <a:close/>
              </a:path>
            </a:pathLst>
          </a:custGeom>
          <a:solidFill>
            <a:srgbClr val="FFE66D"/>
          </a:solidFill>
          <a:ln w="38100">
            <a:solidFill>
              <a:srgbClr val="2D3436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651272" y="4124325"/>
            <a:ext cx="150019" cy="133350"/>
          </a:xfrm>
          <a:custGeom>
            <a:avLst/>
            <a:gdLst/>
            <a:ahLst/>
            <a:cxnLst/>
            <a:rect l="l" t="t" r="r" b="b"/>
            <a:pathLst>
              <a:path w="150019" h="133350">
                <a:moveTo>
                  <a:pt x="135434" y="52090"/>
                </a:moveTo>
                <a:cubicBezTo>
                  <a:pt x="143481" y="52090"/>
                  <a:pt x="150019" y="58627"/>
                  <a:pt x="150019" y="66675"/>
                </a:cubicBezTo>
                <a:cubicBezTo>
                  <a:pt x="150019" y="74723"/>
                  <a:pt x="143481" y="81260"/>
                  <a:pt x="135434" y="81260"/>
                </a:cubicBezTo>
                <a:lnTo>
                  <a:pt x="102278" y="81260"/>
                </a:lnTo>
                <a:lnTo>
                  <a:pt x="60815" y="126474"/>
                </a:lnTo>
                <a:cubicBezTo>
                  <a:pt x="59226" y="128193"/>
                  <a:pt x="57012" y="129183"/>
                  <a:pt x="54668" y="129183"/>
                </a:cubicBezTo>
                <a:lnTo>
                  <a:pt x="43287" y="129183"/>
                </a:lnTo>
                <a:cubicBezTo>
                  <a:pt x="40448" y="129183"/>
                  <a:pt x="38442" y="126396"/>
                  <a:pt x="39328" y="123687"/>
                </a:cubicBezTo>
                <a:lnTo>
                  <a:pt x="53470" y="81260"/>
                </a:lnTo>
                <a:lnTo>
                  <a:pt x="27503" y="81260"/>
                </a:lnTo>
                <a:lnTo>
                  <a:pt x="13752" y="98450"/>
                </a:lnTo>
                <a:cubicBezTo>
                  <a:pt x="12970" y="99440"/>
                  <a:pt x="11772" y="100013"/>
                  <a:pt x="10496" y="100013"/>
                </a:cubicBezTo>
                <a:lnTo>
                  <a:pt x="5339" y="100013"/>
                </a:lnTo>
                <a:cubicBezTo>
                  <a:pt x="2631" y="100013"/>
                  <a:pt x="651" y="97460"/>
                  <a:pt x="1302" y="94830"/>
                </a:cubicBezTo>
                <a:lnTo>
                  <a:pt x="8334" y="66675"/>
                </a:lnTo>
                <a:lnTo>
                  <a:pt x="1302" y="38520"/>
                </a:lnTo>
                <a:cubicBezTo>
                  <a:pt x="625" y="35890"/>
                  <a:pt x="2631" y="33337"/>
                  <a:pt x="5339" y="33337"/>
                </a:cubicBezTo>
                <a:lnTo>
                  <a:pt x="10496" y="33337"/>
                </a:lnTo>
                <a:cubicBezTo>
                  <a:pt x="11772" y="33337"/>
                  <a:pt x="12970" y="33910"/>
                  <a:pt x="13752" y="34900"/>
                </a:cubicBezTo>
                <a:lnTo>
                  <a:pt x="27503" y="52090"/>
                </a:lnTo>
                <a:lnTo>
                  <a:pt x="53470" y="52090"/>
                </a:lnTo>
                <a:lnTo>
                  <a:pt x="39328" y="9663"/>
                </a:lnTo>
                <a:cubicBezTo>
                  <a:pt x="38442" y="6954"/>
                  <a:pt x="40448" y="4167"/>
                  <a:pt x="43287" y="4167"/>
                </a:cubicBezTo>
                <a:lnTo>
                  <a:pt x="54668" y="4167"/>
                </a:lnTo>
                <a:cubicBezTo>
                  <a:pt x="57012" y="4167"/>
                  <a:pt x="59226" y="5157"/>
                  <a:pt x="60815" y="6876"/>
                </a:cubicBezTo>
                <a:lnTo>
                  <a:pt x="102278" y="52090"/>
                </a:lnTo>
                <a:lnTo>
                  <a:pt x="135434" y="52090"/>
                </a:lnTo>
                <a:close/>
              </a:path>
            </a:pathLst>
          </a:custGeom>
          <a:solidFill>
            <a:srgbClr val="2D3436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990600" y="4057650"/>
            <a:ext cx="15906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2D3436"/>
                </a:solidFill>
                <a:effectLst/>
                <a:uLnTx/>
                <a:uFillTx/>
                <a:latin typeface="Coda" pitchFamily="34" charset="0"/>
                <a:ea typeface="Coda" pitchFamily="34" charset="-122"/>
                <a:cs typeface="Coda" pitchFamily="34" charset="-120"/>
              </a:rPr>
              <a:t>Aviation Logistics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571500" y="4457700"/>
            <a:ext cx="53149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2D3436"/>
                </a:solidFill>
                <a:effectLst/>
                <a:uLnTx/>
                <a:uFillTx/>
                <a:latin typeface="Liter" pitchFamily="34" charset="0"/>
                <a:ea typeface="Liter" pitchFamily="34" charset="-122"/>
                <a:cs typeface="Liter" pitchFamily="34" charset="-120"/>
              </a:rPr>
              <a:t>Flight scheduling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2D3436"/>
                </a:solidFill>
                <a:effectLst/>
                <a:uLnTx/>
                <a:uFillTx/>
                <a:latin typeface="Liter" pitchFamily="34" charset="0"/>
                <a:ea typeface="Liter" pitchFamily="34" charset="-122"/>
                <a:cs typeface="Liter" pitchFamily="34" charset="-120"/>
              </a:rPr>
              <a:t> with physical seat mapping (1A, 1B, etc.). Real-time seat availability tracking.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6210300" y="1123950"/>
            <a:ext cx="5581650" cy="1181100"/>
          </a:xfrm>
          <a:custGeom>
            <a:avLst/>
            <a:gdLst/>
            <a:ahLst/>
            <a:cxnLst/>
            <a:rect l="l" t="t" r="r" b="b"/>
            <a:pathLst>
              <a:path w="5581650" h="1181100">
                <a:moveTo>
                  <a:pt x="0" y="0"/>
                </a:moveTo>
                <a:lnTo>
                  <a:pt x="5581650" y="0"/>
                </a:lnTo>
                <a:lnTo>
                  <a:pt x="5581650" y="1181100"/>
                </a:lnTo>
                <a:lnTo>
                  <a:pt x="0" y="11811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2D3436"/>
            </a:solidFill>
            <a:prstDash val="solid"/>
          </a:ln>
          <a:effectLst>
            <a:outerShdw blurRad="101600" dist="50800" dir="2700000" algn="bl" rotWithShape="0">
              <a:srgbClr val="FFFFFF">
                <a:alpha val="75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6396038" y="1309688"/>
            <a:ext cx="276225" cy="276225"/>
          </a:xfrm>
          <a:custGeom>
            <a:avLst/>
            <a:gdLst/>
            <a:ahLst/>
            <a:cxnLst/>
            <a:rect l="l" t="t" r="r" b="b"/>
            <a:pathLst>
              <a:path w="276225" h="276225">
                <a:moveTo>
                  <a:pt x="0" y="0"/>
                </a:moveTo>
                <a:lnTo>
                  <a:pt x="276225" y="0"/>
                </a:lnTo>
                <a:lnTo>
                  <a:pt x="276225" y="276225"/>
                </a:lnTo>
                <a:lnTo>
                  <a:pt x="0" y="276225"/>
                </a:lnTo>
                <a:lnTo>
                  <a:pt x="0" y="0"/>
                </a:lnTo>
                <a:close/>
              </a:path>
            </a:pathLst>
          </a:custGeom>
          <a:solidFill>
            <a:srgbClr val="FF6B6B"/>
          </a:solidFill>
          <a:ln w="38100">
            <a:solidFill>
              <a:srgbClr val="2D3436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6469856" y="1381125"/>
            <a:ext cx="133350" cy="133350"/>
          </a:xfrm>
          <a:custGeom>
            <a:avLst/>
            <a:gdLst/>
            <a:ahLst/>
            <a:cxnLst/>
            <a:rect l="l" t="t" r="r" b="b"/>
            <a:pathLst>
              <a:path w="133350" h="133350">
                <a:moveTo>
                  <a:pt x="0" y="33337"/>
                </a:moveTo>
                <a:lnTo>
                  <a:pt x="0" y="41672"/>
                </a:lnTo>
                <a:lnTo>
                  <a:pt x="133350" y="41672"/>
                </a:lnTo>
                <a:lnTo>
                  <a:pt x="133350" y="33337"/>
                </a:lnTo>
                <a:cubicBezTo>
                  <a:pt x="133350" y="24144"/>
                  <a:pt x="125875" y="16669"/>
                  <a:pt x="116681" y="16669"/>
                </a:cubicBezTo>
                <a:lnTo>
                  <a:pt x="16669" y="16669"/>
                </a:lnTo>
                <a:cubicBezTo>
                  <a:pt x="7475" y="16669"/>
                  <a:pt x="0" y="24144"/>
                  <a:pt x="0" y="33337"/>
                </a:cubicBezTo>
                <a:close/>
                <a:moveTo>
                  <a:pt x="0" y="54173"/>
                </a:moveTo>
                <a:lnTo>
                  <a:pt x="0" y="100013"/>
                </a:lnTo>
                <a:cubicBezTo>
                  <a:pt x="0" y="109206"/>
                  <a:pt x="7475" y="116681"/>
                  <a:pt x="16669" y="116681"/>
                </a:cubicBezTo>
                <a:lnTo>
                  <a:pt x="116681" y="116681"/>
                </a:lnTo>
                <a:cubicBezTo>
                  <a:pt x="125875" y="116681"/>
                  <a:pt x="133350" y="109206"/>
                  <a:pt x="133350" y="100013"/>
                </a:cubicBezTo>
                <a:lnTo>
                  <a:pt x="133350" y="54173"/>
                </a:lnTo>
                <a:lnTo>
                  <a:pt x="0" y="54173"/>
                </a:lnTo>
                <a:close/>
                <a:moveTo>
                  <a:pt x="16669" y="93762"/>
                </a:moveTo>
                <a:cubicBezTo>
                  <a:pt x="16669" y="90298"/>
                  <a:pt x="19456" y="87511"/>
                  <a:pt x="22920" y="87511"/>
                </a:cubicBezTo>
                <a:lnTo>
                  <a:pt x="35421" y="87511"/>
                </a:lnTo>
                <a:cubicBezTo>
                  <a:pt x="38885" y="87511"/>
                  <a:pt x="41672" y="90298"/>
                  <a:pt x="41672" y="93762"/>
                </a:cubicBezTo>
                <a:cubicBezTo>
                  <a:pt x="41672" y="97226"/>
                  <a:pt x="38885" y="100013"/>
                  <a:pt x="35421" y="100013"/>
                </a:cubicBezTo>
                <a:lnTo>
                  <a:pt x="22920" y="100013"/>
                </a:lnTo>
                <a:cubicBezTo>
                  <a:pt x="19456" y="100013"/>
                  <a:pt x="16669" y="97226"/>
                  <a:pt x="16669" y="93762"/>
                </a:cubicBezTo>
                <a:close/>
                <a:moveTo>
                  <a:pt x="54173" y="93762"/>
                </a:moveTo>
                <a:cubicBezTo>
                  <a:pt x="54173" y="90298"/>
                  <a:pt x="56960" y="87511"/>
                  <a:pt x="60424" y="87511"/>
                </a:cubicBezTo>
                <a:lnTo>
                  <a:pt x="77093" y="87511"/>
                </a:lnTo>
                <a:cubicBezTo>
                  <a:pt x="80557" y="87511"/>
                  <a:pt x="83344" y="90298"/>
                  <a:pt x="83344" y="93762"/>
                </a:cubicBezTo>
                <a:cubicBezTo>
                  <a:pt x="83344" y="97226"/>
                  <a:pt x="80557" y="100013"/>
                  <a:pt x="77093" y="100013"/>
                </a:cubicBezTo>
                <a:lnTo>
                  <a:pt x="60424" y="100013"/>
                </a:lnTo>
                <a:cubicBezTo>
                  <a:pt x="56960" y="100013"/>
                  <a:pt x="54173" y="97226"/>
                  <a:pt x="54173" y="93762"/>
                </a:cubicBezTo>
                <a:close/>
              </a:path>
            </a:pathLst>
          </a:custGeom>
          <a:solidFill>
            <a:srgbClr val="FFF5F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6800850" y="1314450"/>
            <a:ext cx="13620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2D3436"/>
                </a:solidFill>
                <a:effectLst/>
                <a:uLnTx/>
                <a:uFillTx/>
                <a:latin typeface="Coda" pitchFamily="34" charset="0"/>
                <a:ea typeface="Coda" pitchFamily="34" charset="-122"/>
                <a:cs typeface="Coda" pitchFamily="34" charset="-120"/>
              </a:rPr>
              <a:t>Financial Layer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6381750" y="1714500"/>
            <a:ext cx="53149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2D3436"/>
                </a:solidFill>
                <a:effectLst/>
                <a:uLnTx/>
                <a:uFillTx/>
                <a:latin typeface="Liter" pitchFamily="34" charset="0"/>
                <a:ea typeface="Liter" pitchFamily="34" charset="-122"/>
                <a:cs typeface="Liter" pitchFamily="34" charset="-120"/>
              </a:rPr>
              <a:t>Unified payment table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2D3436"/>
                </a:solidFill>
                <a:effectLst/>
                <a:uLnTx/>
                <a:uFillTx/>
                <a:latin typeface="Liter" pitchFamily="34" charset="0"/>
                <a:ea typeface="Liter" pitchFamily="34" charset="-122"/>
                <a:cs typeface="Liter" pitchFamily="34" charset="-120"/>
              </a:rPr>
              <a:t> with strict 1:1 mapping to bookings. Support for multiple payment methods (credit card, cash, online).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6210300" y="2495550"/>
            <a:ext cx="5581650" cy="1181100"/>
          </a:xfrm>
          <a:custGeom>
            <a:avLst/>
            <a:gdLst/>
            <a:ahLst/>
            <a:cxnLst/>
            <a:rect l="l" t="t" r="r" b="b"/>
            <a:pathLst>
              <a:path w="5581650" h="1181100">
                <a:moveTo>
                  <a:pt x="0" y="0"/>
                </a:moveTo>
                <a:lnTo>
                  <a:pt x="5581650" y="0"/>
                </a:lnTo>
                <a:lnTo>
                  <a:pt x="5581650" y="1181100"/>
                </a:lnTo>
                <a:lnTo>
                  <a:pt x="0" y="11811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2D3436"/>
            </a:solidFill>
            <a:prstDash val="solid"/>
          </a:ln>
          <a:effectLst>
            <a:outerShdw blurRad="101600" dist="50800" dir="2700000" algn="bl" rotWithShape="0">
              <a:srgbClr val="FFFFFF">
                <a:alpha val="75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6396038" y="2681288"/>
            <a:ext cx="276225" cy="276225"/>
          </a:xfrm>
          <a:custGeom>
            <a:avLst/>
            <a:gdLst/>
            <a:ahLst/>
            <a:cxnLst/>
            <a:rect l="l" t="t" r="r" b="b"/>
            <a:pathLst>
              <a:path w="276225" h="276225">
                <a:moveTo>
                  <a:pt x="0" y="0"/>
                </a:moveTo>
                <a:lnTo>
                  <a:pt x="276225" y="0"/>
                </a:lnTo>
                <a:lnTo>
                  <a:pt x="276225" y="276225"/>
                </a:lnTo>
                <a:lnTo>
                  <a:pt x="0" y="276225"/>
                </a:lnTo>
                <a:lnTo>
                  <a:pt x="0" y="0"/>
                </a:lnTo>
                <a:close/>
              </a:path>
            </a:pathLst>
          </a:custGeom>
          <a:solidFill>
            <a:srgbClr val="4ECDC4"/>
          </a:solidFill>
          <a:ln w="38100">
            <a:solidFill>
              <a:srgbClr val="2D3436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6461522" y="2752725"/>
            <a:ext cx="150019" cy="133350"/>
          </a:xfrm>
          <a:custGeom>
            <a:avLst/>
            <a:gdLst/>
            <a:ahLst/>
            <a:cxnLst/>
            <a:rect l="l" t="t" r="r" b="b"/>
            <a:pathLst>
              <a:path w="150019" h="133350">
                <a:moveTo>
                  <a:pt x="80609" y="-4922"/>
                </a:moveTo>
                <a:cubicBezTo>
                  <a:pt x="79541" y="-7006"/>
                  <a:pt x="77379" y="-8334"/>
                  <a:pt x="75035" y="-8334"/>
                </a:cubicBezTo>
                <a:cubicBezTo>
                  <a:pt x="72691" y="-8334"/>
                  <a:pt x="70530" y="-7006"/>
                  <a:pt x="69462" y="-4922"/>
                </a:cubicBezTo>
                <a:lnTo>
                  <a:pt x="50293" y="32634"/>
                </a:lnTo>
                <a:lnTo>
                  <a:pt x="8647" y="39250"/>
                </a:lnTo>
                <a:cubicBezTo>
                  <a:pt x="6329" y="39614"/>
                  <a:pt x="4402" y="41255"/>
                  <a:pt x="3672" y="43495"/>
                </a:cubicBezTo>
                <a:cubicBezTo>
                  <a:pt x="2943" y="45735"/>
                  <a:pt x="3542" y="48183"/>
                  <a:pt x="5183" y="49850"/>
                </a:cubicBezTo>
                <a:lnTo>
                  <a:pt x="34978" y="79671"/>
                </a:lnTo>
                <a:lnTo>
                  <a:pt x="28415" y="121317"/>
                </a:lnTo>
                <a:cubicBezTo>
                  <a:pt x="28050" y="123635"/>
                  <a:pt x="29014" y="125979"/>
                  <a:pt x="30915" y="127360"/>
                </a:cubicBezTo>
                <a:cubicBezTo>
                  <a:pt x="32817" y="128740"/>
                  <a:pt x="35317" y="128948"/>
                  <a:pt x="37427" y="127881"/>
                </a:cubicBezTo>
                <a:lnTo>
                  <a:pt x="75035" y="108764"/>
                </a:lnTo>
                <a:lnTo>
                  <a:pt x="112618" y="127881"/>
                </a:lnTo>
                <a:cubicBezTo>
                  <a:pt x="114702" y="128948"/>
                  <a:pt x="117228" y="128740"/>
                  <a:pt x="119129" y="127360"/>
                </a:cubicBezTo>
                <a:cubicBezTo>
                  <a:pt x="121031" y="125979"/>
                  <a:pt x="121994" y="123661"/>
                  <a:pt x="121630" y="121317"/>
                </a:cubicBezTo>
                <a:lnTo>
                  <a:pt x="115040" y="79671"/>
                </a:lnTo>
                <a:lnTo>
                  <a:pt x="144836" y="49850"/>
                </a:lnTo>
                <a:cubicBezTo>
                  <a:pt x="146503" y="48183"/>
                  <a:pt x="147076" y="45735"/>
                  <a:pt x="146346" y="43495"/>
                </a:cubicBezTo>
                <a:cubicBezTo>
                  <a:pt x="145617" y="41255"/>
                  <a:pt x="143716" y="39614"/>
                  <a:pt x="141372" y="39250"/>
                </a:cubicBezTo>
                <a:lnTo>
                  <a:pt x="99752" y="32634"/>
                </a:lnTo>
                <a:lnTo>
                  <a:pt x="80609" y="-4922"/>
                </a:lnTo>
                <a:close/>
              </a:path>
            </a:pathLst>
          </a:custGeom>
          <a:solidFill>
            <a:srgbClr val="FFF5F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6800850" y="2686050"/>
            <a:ext cx="16764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2D3436"/>
                </a:solidFill>
                <a:effectLst/>
                <a:uLnTx/>
                <a:uFillTx/>
                <a:latin typeface="Coda" pitchFamily="34" charset="0"/>
                <a:ea typeface="Coda" pitchFamily="34" charset="-122"/>
                <a:cs typeface="Coda" pitchFamily="34" charset="-120"/>
              </a:rPr>
              <a:t>Engagement Layer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6381750" y="3086100"/>
            <a:ext cx="53149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2D3436"/>
                </a:solidFill>
                <a:effectLst/>
                <a:uLnTx/>
                <a:uFillTx/>
                <a:latin typeface="Liter" pitchFamily="34" charset="0"/>
                <a:ea typeface="Liter" pitchFamily="34" charset="-122"/>
                <a:cs typeface="Liter" pitchFamily="34" charset="-120"/>
              </a:rPr>
              <a:t>Review system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2D3436"/>
                </a:solidFill>
                <a:effectLst/>
                <a:uLnTx/>
                <a:uFillTx/>
                <a:latin typeface="Liter" pitchFamily="34" charset="0"/>
                <a:ea typeface="Liter" pitchFamily="34" charset="-122"/>
                <a:cs typeface="Liter" pitchFamily="34" charset="-120"/>
              </a:rPr>
              <a:t> for both airlines and hotels with "one review per stay" enforcement. 1-5 star rating scale.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6210300" y="3867150"/>
            <a:ext cx="5581650" cy="1143000"/>
          </a:xfrm>
          <a:custGeom>
            <a:avLst/>
            <a:gdLst/>
            <a:ahLst/>
            <a:cxnLst/>
            <a:rect l="l" t="t" r="r" b="b"/>
            <a:pathLst>
              <a:path w="5581650" h="1143000">
                <a:moveTo>
                  <a:pt x="0" y="0"/>
                </a:moveTo>
                <a:lnTo>
                  <a:pt x="5581650" y="0"/>
                </a:lnTo>
                <a:lnTo>
                  <a:pt x="5581650" y="1143000"/>
                </a:lnTo>
                <a:lnTo>
                  <a:pt x="0" y="1143000"/>
                </a:lnTo>
                <a:lnTo>
                  <a:pt x="0" y="0"/>
                </a:lnTo>
                <a:close/>
              </a:path>
            </a:pathLst>
          </a:custGeom>
          <a:solidFill>
            <a:srgbClr val="2D3436"/>
          </a:solidFill>
          <a:ln w="50800">
            <a:solidFill>
              <a:srgbClr val="2D3436"/>
            </a:solidFill>
            <a:prstDash val="solid"/>
          </a:ln>
          <a:effectLst>
            <a:outerShdw blurRad="101600" dist="50800" dir="2700000" algn="bl" rotWithShape="0">
              <a:srgbClr val="FFFFFF">
                <a:alpha val="75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6396038" y="4052888"/>
            <a:ext cx="276225" cy="276225"/>
          </a:xfrm>
          <a:custGeom>
            <a:avLst/>
            <a:gdLst/>
            <a:ahLst/>
            <a:cxnLst/>
            <a:rect l="l" t="t" r="r" b="b"/>
            <a:pathLst>
              <a:path w="276225" h="276225">
                <a:moveTo>
                  <a:pt x="0" y="0"/>
                </a:moveTo>
                <a:lnTo>
                  <a:pt x="276225" y="0"/>
                </a:lnTo>
                <a:lnTo>
                  <a:pt x="276225" y="276225"/>
                </a:lnTo>
                <a:lnTo>
                  <a:pt x="0" y="276225"/>
                </a:lnTo>
                <a:lnTo>
                  <a:pt x="0" y="0"/>
                </a:lnTo>
                <a:close/>
              </a:path>
            </a:pathLst>
          </a:custGeom>
          <a:solidFill>
            <a:srgbClr val="FF6B6B"/>
          </a:solidFill>
          <a:ln w="38100">
            <a:solidFill>
              <a:srgbClr val="FFF5F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6469856" y="4124325"/>
            <a:ext cx="133350" cy="133350"/>
          </a:xfrm>
          <a:custGeom>
            <a:avLst/>
            <a:gdLst/>
            <a:ahLst/>
            <a:cxnLst/>
            <a:rect l="l" t="t" r="r" b="b"/>
            <a:pathLst>
              <a:path w="133350" h="133350">
                <a:moveTo>
                  <a:pt x="30394" y="8803"/>
                </a:moveTo>
                <a:cubicBezTo>
                  <a:pt x="31566" y="7214"/>
                  <a:pt x="33442" y="6251"/>
                  <a:pt x="35421" y="6251"/>
                </a:cubicBezTo>
                <a:lnTo>
                  <a:pt x="97929" y="6251"/>
                </a:lnTo>
                <a:cubicBezTo>
                  <a:pt x="99908" y="6251"/>
                  <a:pt x="101784" y="7188"/>
                  <a:pt x="102956" y="8803"/>
                </a:cubicBezTo>
                <a:lnTo>
                  <a:pt x="132126" y="48391"/>
                </a:lnTo>
                <a:cubicBezTo>
                  <a:pt x="133897" y="50788"/>
                  <a:pt x="133715" y="54095"/>
                  <a:pt x="131735" y="56309"/>
                </a:cubicBezTo>
                <a:lnTo>
                  <a:pt x="71311" y="122984"/>
                </a:lnTo>
                <a:cubicBezTo>
                  <a:pt x="70139" y="124286"/>
                  <a:pt x="68446" y="125042"/>
                  <a:pt x="66675" y="125042"/>
                </a:cubicBezTo>
                <a:cubicBezTo>
                  <a:pt x="64904" y="125042"/>
                  <a:pt x="63237" y="124286"/>
                  <a:pt x="62039" y="122984"/>
                </a:cubicBezTo>
                <a:lnTo>
                  <a:pt x="1615" y="56309"/>
                </a:lnTo>
                <a:cubicBezTo>
                  <a:pt x="-391" y="54095"/>
                  <a:pt x="-547" y="50788"/>
                  <a:pt x="1224" y="48391"/>
                </a:cubicBezTo>
                <a:lnTo>
                  <a:pt x="30394" y="8803"/>
                </a:lnTo>
                <a:close/>
                <a:moveTo>
                  <a:pt x="40422" y="19169"/>
                </a:moveTo>
                <a:cubicBezTo>
                  <a:pt x="39562" y="19820"/>
                  <a:pt x="39328" y="20992"/>
                  <a:pt x="39875" y="21904"/>
                </a:cubicBezTo>
                <a:lnTo>
                  <a:pt x="54825" y="46829"/>
                </a:lnTo>
                <a:lnTo>
                  <a:pt x="16486" y="50006"/>
                </a:lnTo>
                <a:cubicBezTo>
                  <a:pt x="15419" y="50084"/>
                  <a:pt x="14585" y="50996"/>
                  <a:pt x="14585" y="52090"/>
                </a:cubicBezTo>
                <a:cubicBezTo>
                  <a:pt x="14585" y="53184"/>
                  <a:pt x="15419" y="54069"/>
                  <a:pt x="16486" y="54173"/>
                </a:cubicBezTo>
                <a:lnTo>
                  <a:pt x="66493" y="58341"/>
                </a:lnTo>
                <a:cubicBezTo>
                  <a:pt x="66597" y="58341"/>
                  <a:pt x="66727" y="58341"/>
                  <a:pt x="66831" y="58341"/>
                </a:cubicBezTo>
                <a:lnTo>
                  <a:pt x="116838" y="54173"/>
                </a:lnTo>
                <a:cubicBezTo>
                  <a:pt x="117905" y="54095"/>
                  <a:pt x="118739" y="53184"/>
                  <a:pt x="118739" y="52090"/>
                </a:cubicBezTo>
                <a:cubicBezTo>
                  <a:pt x="118739" y="50996"/>
                  <a:pt x="117905" y="50110"/>
                  <a:pt x="116838" y="50006"/>
                </a:cubicBezTo>
                <a:lnTo>
                  <a:pt x="78499" y="46803"/>
                </a:lnTo>
                <a:lnTo>
                  <a:pt x="93449" y="21904"/>
                </a:lnTo>
                <a:cubicBezTo>
                  <a:pt x="93996" y="20992"/>
                  <a:pt x="93762" y="19794"/>
                  <a:pt x="92902" y="19169"/>
                </a:cubicBezTo>
                <a:cubicBezTo>
                  <a:pt x="92043" y="18544"/>
                  <a:pt x="90845" y="18648"/>
                  <a:pt x="90115" y="19430"/>
                </a:cubicBezTo>
                <a:lnTo>
                  <a:pt x="66675" y="44849"/>
                </a:lnTo>
                <a:lnTo>
                  <a:pt x="43209" y="19430"/>
                </a:lnTo>
                <a:cubicBezTo>
                  <a:pt x="42479" y="18648"/>
                  <a:pt x="41281" y="18544"/>
                  <a:pt x="40422" y="19169"/>
                </a:cubicBezTo>
                <a:close/>
              </a:path>
            </a:pathLst>
          </a:custGeom>
          <a:solidFill>
            <a:srgbClr val="FFF5F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6800850" y="4057650"/>
            <a:ext cx="14954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FFF5F5"/>
                </a:solidFill>
                <a:effectLst/>
                <a:uLnTx/>
                <a:uFillTx/>
                <a:latin typeface="Coda" pitchFamily="34" charset="0"/>
                <a:ea typeface="Coda" pitchFamily="34" charset="-122"/>
                <a:cs typeface="Coda" pitchFamily="34" charset="-120"/>
              </a:rPr>
              <a:t>Core Philosophy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6381750" y="4419600"/>
            <a:ext cx="53149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FFF5F5"/>
                </a:solidFill>
                <a:effectLst/>
                <a:uLnTx/>
                <a:uFillTx/>
                <a:latin typeface="Liter" pitchFamily="34" charset="0"/>
                <a:ea typeface="Liter" pitchFamily="34" charset="-122"/>
                <a:cs typeface="Liter" pitchFamily="34" charset="-120"/>
              </a:rPr>
              <a:t>Data Integrity at the Schema Level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FF5F5"/>
                </a:solidFill>
                <a:effectLst/>
                <a:uLnTx/>
                <a:uFillTx/>
                <a:latin typeface="Liter" pitchFamily="34" charset="0"/>
                <a:ea typeface="Liter" pitchFamily="34" charset="-122"/>
                <a:cs typeface="Liter" pitchFamily="34" charset="-120"/>
              </a:rPr>
              <a:t> — Business logic enforced via PostgreSQL constraints, triggers, and indexes rather than application code.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3408164" y="5238750"/>
            <a:ext cx="1181100" cy="457200"/>
          </a:xfrm>
          <a:custGeom>
            <a:avLst/>
            <a:gdLst/>
            <a:ahLst/>
            <a:cxnLst/>
            <a:rect l="l" t="t" r="r" b="b"/>
            <a:pathLst>
              <a:path w="1181100" h="457200">
                <a:moveTo>
                  <a:pt x="0" y="0"/>
                </a:moveTo>
                <a:lnTo>
                  <a:pt x="1181100" y="0"/>
                </a:lnTo>
                <a:lnTo>
                  <a:pt x="11811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FF6B6B"/>
          </a:solidFill>
          <a:ln w="50800">
            <a:solidFill>
              <a:srgbClr val="2D3436"/>
            </a:solidFill>
            <a:prstDash val="solid"/>
          </a:ln>
          <a:effectLst>
            <a:outerShdw blurRad="101600" dist="50800" dir="2700000" algn="bl" rotWithShape="0">
              <a:srgbClr val="FFFFFF">
                <a:alpha val="75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3617714" y="5334000"/>
            <a:ext cx="85784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FFF5F5"/>
                </a:solidFill>
                <a:effectLst/>
                <a:uLnTx/>
                <a:uFillTx/>
                <a:latin typeface="Coda" pitchFamily="34" charset="0"/>
                <a:ea typeface="Coda" pitchFamily="34" charset="-122"/>
                <a:cs typeface="Coda" pitchFamily="34" charset="-120"/>
              </a:rPr>
              <a:t>10 Tables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Shape 39"/>
          <p:cNvSpPr/>
          <p:nvPr/>
        </p:nvSpPr>
        <p:spPr>
          <a:xfrm>
            <a:off x="4856559" y="5238750"/>
            <a:ext cx="1485900" cy="457200"/>
          </a:xfrm>
          <a:custGeom>
            <a:avLst/>
            <a:gdLst/>
            <a:ahLst/>
            <a:cxnLst/>
            <a:rect l="l" t="t" r="r" b="b"/>
            <a:pathLst>
              <a:path w="1485900" h="457200">
                <a:moveTo>
                  <a:pt x="0" y="0"/>
                </a:moveTo>
                <a:lnTo>
                  <a:pt x="1485900" y="0"/>
                </a:lnTo>
                <a:lnTo>
                  <a:pt x="14859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4ECDC4"/>
          </a:solidFill>
          <a:ln w="50800">
            <a:solidFill>
              <a:srgbClr val="2D3436"/>
            </a:solidFill>
            <a:prstDash val="solid"/>
          </a:ln>
          <a:effectLst>
            <a:outerShdw blurRad="101600" dist="50800" dir="2700000" algn="bl" rotWithShape="0">
              <a:srgbClr val="FFFFFF">
                <a:alpha val="75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5066109" y="5334000"/>
            <a:ext cx="116234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FFF5F5"/>
                </a:solidFill>
                <a:effectLst/>
                <a:uLnTx/>
                <a:uFillTx/>
                <a:latin typeface="Coda" pitchFamily="34" charset="0"/>
                <a:ea typeface="Coda" pitchFamily="34" charset="-122"/>
                <a:cs typeface="Coda" pitchFamily="34" charset="-120"/>
              </a:rPr>
              <a:t>12 BI Queries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Shape 41"/>
          <p:cNvSpPr/>
          <p:nvPr/>
        </p:nvSpPr>
        <p:spPr>
          <a:xfrm>
            <a:off x="6609457" y="5238750"/>
            <a:ext cx="2171700" cy="457200"/>
          </a:xfrm>
          <a:custGeom>
            <a:avLst/>
            <a:gdLst/>
            <a:ahLst/>
            <a:cxnLst/>
            <a:rect l="l" t="t" r="r" b="b"/>
            <a:pathLst>
              <a:path w="2171700" h="457200">
                <a:moveTo>
                  <a:pt x="0" y="0"/>
                </a:moveTo>
                <a:lnTo>
                  <a:pt x="2171700" y="0"/>
                </a:lnTo>
                <a:lnTo>
                  <a:pt x="21717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FFE66D"/>
          </a:solidFill>
          <a:ln w="50800">
            <a:solidFill>
              <a:srgbClr val="2D3436"/>
            </a:solidFill>
            <a:prstDash val="solid"/>
          </a:ln>
          <a:effectLst>
            <a:outerShdw blurRad="101600" dist="50800" dir="2700000" algn="bl" rotWithShape="0">
              <a:srgbClr val="FFFFFF">
                <a:alpha val="75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6819007" y="5334000"/>
            <a:ext cx="185052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2D3436"/>
                </a:solidFill>
                <a:effectLst/>
                <a:uLnTx/>
                <a:uFillTx/>
                <a:latin typeface="Coda" pitchFamily="34" charset="0"/>
                <a:ea typeface="Coda" pitchFamily="34" charset="-122"/>
                <a:cs typeface="Coda" pitchFamily="34" charset="-120"/>
              </a:rPr>
              <a:t>3 Advanced Patterns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5" name="Picture 44">
            <a:extLst>
              <a:ext uri="{FF2B5EF4-FFF2-40B4-BE49-F238E27FC236}">
                <a16:creationId xmlns:a16="http://schemas.microsoft.com/office/drawing/2014/main" id="{FE672E3D-1DD7-122B-7D19-0A9DA6C374B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43425" y="5933512"/>
            <a:ext cx="3118469" cy="67683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2700000">
            <a:off x="10492218" y="4483417"/>
            <a:ext cx="571500" cy="571500"/>
          </a:xfrm>
          <a:custGeom>
            <a:avLst/>
            <a:gdLst/>
            <a:ahLst/>
            <a:cxnLst/>
            <a:rect l="l" t="t" r="r" b="b"/>
            <a:pathLst>
              <a:path w="571500" h="571500">
                <a:moveTo>
                  <a:pt x="0" y="0"/>
                </a:moveTo>
                <a:lnTo>
                  <a:pt x="571500" y="0"/>
                </a:lnTo>
                <a:lnTo>
                  <a:pt x="571500" y="571500"/>
                </a:lnTo>
                <a:lnTo>
                  <a:pt x="0" y="571500"/>
                </a:lnTo>
                <a:lnTo>
                  <a:pt x="0" y="0"/>
                </a:lnTo>
                <a:close/>
              </a:path>
            </a:pathLst>
          </a:custGeom>
          <a:solidFill>
            <a:srgbClr val="FFE66D"/>
          </a:solidFill>
          <a:ln w="50800">
            <a:solidFill>
              <a:srgbClr val="2D3436"/>
            </a:solidFill>
            <a:prstDash val="solid"/>
          </a:ln>
          <a:effectLst>
            <a:outerShdw blurRad="101600" dist="50800" dir="2700000" algn="bl" rotWithShape="0">
              <a:srgbClr val="FFFFFF">
                <a:alpha val="75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00050" y="5810250"/>
            <a:ext cx="419100" cy="419100"/>
          </a:xfrm>
          <a:custGeom>
            <a:avLst/>
            <a:gdLst/>
            <a:ahLst/>
            <a:cxnLst/>
            <a:rect l="l" t="t" r="r" b="b"/>
            <a:pathLst>
              <a:path w="419100" h="419100">
                <a:moveTo>
                  <a:pt x="209550" y="0"/>
                </a:moveTo>
                <a:lnTo>
                  <a:pt x="209550" y="0"/>
                </a:lnTo>
                <a:cubicBezTo>
                  <a:pt x="325204" y="0"/>
                  <a:pt x="419100" y="93896"/>
                  <a:pt x="419100" y="209550"/>
                </a:cubicBezTo>
                <a:lnTo>
                  <a:pt x="419100" y="209550"/>
                </a:lnTo>
                <a:cubicBezTo>
                  <a:pt x="419100" y="325204"/>
                  <a:pt x="325204" y="419100"/>
                  <a:pt x="209550" y="419100"/>
                </a:cubicBezTo>
                <a:lnTo>
                  <a:pt x="209550" y="419100"/>
                </a:lnTo>
                <a:cubicBezTo>
                  <a:pt x="93896" y="419100"/>
                  <a:pt x="0" y="325204"/>
                  <a:pt x="0" y="209550"/>
                </a:cubicBezTo>
                <a:lnTo>
                  <a:pt x="0" y="209550"/>
                </a:lnTo>
                <a:cubicBezTo>
                  <a:pt x="0" y="93896"/>
                  <a:pt x="93896" y="0"/>
                  <a:pt x="209550" y="0"/>
                </a:cubicBezTo>
                <a:close/>
              </a:path>
            </a:pathLst>
          </a:custGeom>
          <a:solidFill>
            <a:srgbClr val="FF6B6B"/>
          </a:solidFill>
          <a:ln w="50800">
            <a:solidFill>
              <a:srgbClr val="2D3436"/>
            </a:solidFill>
            <a:prstDash val="solid"/>
          </a:ln>
          <a:effectLst>
            <a:outerShdw blurRad="101600" dist="50800" dir="2700000" algn="bl" rotWithShape="0">
              <a:srgbClr val="FFFFFF">
                <a:alpha val="75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00050" y="400050"/>
            <a:ext cx="342900" cy="342900"/>
          </a:xfrm>
          <a:custGeom>
            <a:avLst/>
            <a:gdLst/>
            <a:ahLst/>
            <a:cxnLst/>
            <a:rect l="l" t="t" r="r" b="b"/>
            <a:pathLst>
              <a:path w="342900" h="342900">
                <a:moveTo>
                  <a:pt x="0" y="0"/>
                </a:moveTo>
                <a:lnTo>
                  <a:pt x="342900" y="0"/>
                </a:lnTo>
                <a:lnTo>
                  <a:pt x="342900" y="342900"/>
                </a:lnTo>
                <a:lnTo>
                  <a:pt x="0" y="342900"/>
                </a:lnTo>
                <a:lnTo>
                  <a:pt x="0" y="0"/>
                </a:lnTo>
                <a:close/>
              </a:path>
            </a:pathLst>
          </a:custGeom>
          <a:solidFill>
            <a:srgbClr val="4ECDC4"/>
          </a:solidFill>
          <a:ln w="50800">
            <a:solidFill>
              <a:srgbClr val="2D3436"/>
            </a:solidFill>
            <a:prstDash val="solid"/>
          </a:ln>
          <a:effectLst>
            <a:outerShdw blurRad="101600" dist="50800" dir="2700000" algn="bl" rotWithShape="0">
              <a:srgbClr val="FFFFFF">
                <a:alpha val="75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88156" y="485775"/>
            <a:ext cx="171450" cy="171450"/>
          </a:xfrm>
          <a:custGeom>
            <a:avLst/>
            <a:gdLst/>
            <a:ahLst/>
            <a:cxnLst/>
            <a:rect l="l" t="t" r="r" b="b"/>
            <a:pathLst>
              <a:path w="171450" h="171450">
                <a:moveTo>
                  <a:pt x="0" y="26789"/>
                </a:moveTo>
                <a:cubicBezTo>
                  <a:pt x="0" y="17915"/>
                  <a:pt x="7200" y="10716"/>
                  <a:pt x="16073" y="10716"/>
                </a:cubicBezTo>
                <a:lnTo>
                  <a:pt x="48220" y="10716"/>
                </a:lnTo>
                <a:cubicBezTo>
                  <a:pt x="57094" y="10716"/>
                  <a:pt x="64294" y="17915"/>
                  <a:pt x="64294" y="26789"/>
                </a:cubicBezTo>
                <a:lnTo>
                  <a:pt x="64294" y="32147"/>
                </a:lnTo>
                <a:lnTo>
                  <a:pt x="107156" y="32147"/>
                </a:lnTo>
                <a:lnTo>
                  <a:pt x="107156" y="26789"/>
                </a:lnTo>
                <a:cubicBezTo>
                  <a:pt x="107156" y="17915"/>
                  <a:pt x="114356" y="10716"/>
                  <a:pt x="123230" y="10716"/>
                </a:cubicBezTo>
                <a:lnTo>
                  <a:pt x="155377" y="10716"/>
                </a:lnTo>
                <a:cubicBezTo>
                  <a:pt x="164250" y="10716"/>
                  <a:pt x="171450" y="17915"/>
                  <a:pt x="171450" y="26789"/>
                </a:cubicBezTo>
                <a:lnTo>
                  <a:pt x="171450" y="58936"/>
                </a:lnTo>
                <a:cubicBezTo>
                  <a:pt x="171450" y="67810"/>
                  <a:pt x="164250" y="75009"/>
                  <a:pt x="155377" y="75009"/>
                </a:cubicBezTo>
                <a:lnTo>
                  <a:pt x="123230" y="75009"/>
                </a:lnTo>
                <a:cubicBezTo>
                  <a:pt x="114356" y="75009"/>
                  <a:pt x="107156" y="67810"/>
                  <a:pt x="107156" y="58936"/>
                </a:cubicBezTo>
                <a:lnTo>
                  <a:pt x="107156" y="53578"/>
                </a:lnTo>
                <a:lnTo>
                  <a:pt x="64294" y="53578"/>
                </a:lnTo>
                <a:lnTo>
                  <a:pt x="64294" y="58936"/>
                </a:lnTo>
                <a:cubicBezTo>
                  <a:pt x="64294" y="61380"/>
                  <a:pt x="63724" y="63724"/>
                  <a:pt x="62753" y="65801"/>
                </a:cubicBezTo>
                <a:lnTo>
                  <a:pt x="85725" y="96441"/>
                </a:lnTo>
                <a:lnTo>
                  <a:pt x="112514" y="96441"/>
                </a:lnTo>
                <a:cubicBezTo>
                  <a:pt x="121388" y="96441"/>
                  <a:pt x="128588" y="103640"/>
                  <a:pt x="128588" y="112514"/>
                </a:cubicBezTo>
                <a:lnTo>
                  <a:pt x="128588" y="144661"/>
                </a:lnTo>
                <a:cubicBezTo>
                  <a:pt x="128588" y="153535"/>
                  <a:pt x="121388" y="160734"/>
                  <a:pt x="112514" y="160734"/>
                </a:cubicBezTo>
                <a:lnTo>
                  <a:pt x="80367" y="160734"/>
                </a:lnTo>
                <a:cubicBezTo>
                  <a:pt x="71493" y="160734"/>
                  <a:pt x="64294" y="153535"/>
                  <a:pt x="64294" y="144661"/>
                </a:cubicBezTo>
                <a:lnTo>
                  <a:pt x="64294" y="112514"/>
                </a:lnTo>
                <a:cubicBezTo>
                  <a:pt x="64294" y="110070"/>
                  <a:pt x="64863" y="107726"/>
                  <a:pt x="65834" y="105649"/>
                </a:cubicBezTo>
                <a:lnTo>
                  <a:pt x="42863" y="75009"/>
                </a:lnTo>
                <a:lnTo>
                  <a:pt x="16073" y="75009"/>
                </a:lnTo>
                <a:cubicBezTo>
                  <a:pt x="7200" y="75009"/>
                  <a:pt x="0" y="67810"/>
                  <a:pt x="0" y="58936"/>
                </a:cubicBezTo>
                <a:lnTo>
                  <a:pt x="0" y="26789"/>
                </a:lnTo>
                <a:close/>
              </a:path>
            </a:pathLst>
          </a:custGeom>
          <a:solidFill>
            <a:srgbClr val="FFF5F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876300" y="381000"/>
            <a:ext cx="431482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700" b="1" i="0" u="none" strike="noStrike" kern="1200" cap="none" spc="0" normalizeH="0" baseline="0" noProof="0" dirty="0">
                <a:ln>
                  <a:noFill/>
                </a:ln>
                <a:solidFill>
                  <a:srgbClr val="2D3436"/>
                </a:solidFill>
                <a:effectLst/>
                <a:uLnTx/>
                <a:uFillTx/>
                <a:latin typeface="Coda" pitchFamily="34" charset="0"/>
                <a:ea typeface="Coda" pitchFamily="34" charset="-122"/>
                <a:cs typeface="Coda" pitchFamily="34" charset="-120"/>
              </a:rPr>
              <a:t>System Architecture &amp; ERD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885825" y="809625"/>
            <a:ext cx="1809750" cy="19050"/>
          </a:xfrm>
          <a:custGeom>
            <a:avLst/>
            <a:gdLst/>
            <a:ahLst/>
            <a:cxnLst/>
            <a:rect l="l" t="t" r="r" b="b"/>
            <a:pathLst>
              <a:path w="1809750" h="19050">
                <a:moveTo>
                  <a:pt x="0" y="0"/>
                </a:moveTo>
                <a:lnTo>
                  <a:pt x="1809750" y="0"/>
                </a:lnTo>
                <a:lnTo>
                  <a:pt x="1809750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6B6B"/>
          </a:solidFill>
          <a:ln w="25400">
            <a:solidFill>
              <a:srgbClr val="2D3436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7"/>
          <p:cNvSpPr/>
          <p:nvPr/>
        </p:nvSpPr>
        <p:spPr>
          <a:xfrm>
            <a:off x="400050" y="933450"/>
            <a:ext cx="11391900" cy="3048000"/>
          </a:xfrm>
          <a:custGeom>
            <a:avLst/>
            <a:gdLst/>
            <a:ahLst/>
            <a:cxnLst/>
            <a:rect l="l" t="t" r="r" b="b"/>
            <a:pathLst>
              <a:path w="11391900" h="3048000">
                <a:moveTo>
                  <a:pt x="0" y="0"/>
                </a:moveTo>
                <a:lnTo>
                  <a:pt x="11391900" y="0"/>
                </a:lnTo>
                <a:lnTo>
                  <a:pt x="11391900" y="3048000"/>
                </a:lnTo>
                <a:lnTo>
                  <a:pt x="0" y="3048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2D3436"/>
            </a:solidFill>
            <a:prstDash val="solid"/>
          </a:ln>
          <a:effectLst>
            <a:outerShdw blurRad="101600" dist="50800" dir="2700000" algn="bl" rotWithShape="0">
              <a:srgbClr val="FFFFFF">
                <a:alpha val="75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485775" y="1066800"/>
            <a:ext cx="112204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2D3436"/>
                </a:solidFill>
                <a:effectLst/>
                <a:uLnTx/>
                <a:uFillTx/>
                <a:latin typeface="Coda" pitchFamily="34" charset="0"/>
                <a:ea typeface="Coda" pitchFamily="34" charset="-122"/>
                <a:cs typeface="Coda" pitchFamily="34" charset="-120"/>
              </a:rPr>
              <a:t>Entity Extraction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547688" y="1576388"/>
            <a:ext cx="2133600" cy="1076325"/>
          </a:xfrm>
          <a:custGeom>
            <a:avLst/>
            <a:gdLst/>
            <a:ahLst/>
            <a:cxnLst/>
            <a:rect l="l" t="t" r="r" b="b"/>
            <a:pathLst>
              <a:path w="2133600" h="1076325">
                <a:moveTo>
                  <a:pt x="0" y="0"/>
                </a:moveTo>
                <a:lnTo>
                  <a:pt x="2133600" y="0"/>
                </a:lnTo>
                <a:lnTo>
                  <a:pt x="2133600" y="1076325"/>
                </a:lnTo>
                <a:lnTo>
                  <a:pt x="0" y="1076325"/>
                </a:lnTo>
                <a:lnTo>
                  <a:pt x="0" y="0"/>
                </a:lnTo>
                <a:close/>
              </a:path>
            </a:pathLst>
          </a:custGeom>
          <a:solidFill>
            <a:srgbClr val="FF6B6B"/>
          </a:solidFill>
          <a:ln w="38100">
            <a:solidFill>
              <a:srgbClr val="2D3436"/>
            </a:solidFill>
            <a:prstDash val="solid"/>
          </a:ln>
          <a:effectLst>
            <a:outerShdw blurRad="101600" dist="50800" dir="2700000" algn="bl" rotWithShape="0">
              <a:srgbClr val="FFFFFF">
                <a:alpha val="75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600075" y="1628775"/>
            <a:ext cx="2028825" cy="266700"/>
          </a:xfrm>
          <a:custGeom>
            <a:avLst/>
            <a:gdLst/>
            <a:ahLst/>
            <a:cxnLst/>
            <a:rect l="l" t="t" r="r" b="b"/>
            <a:pathLst>
              <a:path w="2028825" h="266700">
                <a:moveTo>
                  <a:pt x="0" y="0"/>
                </a:moveTo>
                <a:lnTo>
                  <a:pt x="2028825" y="0"/>
                </a:lnTo>
                <a:lnTo>
                  <a:pt x="2028825" y="266700"/>
                </a:lnTo>
                <a:lnTo>
                  <a:pt x="0" y="266700"/>
                </a:lnTo>
                <a:lnTo>
                  <a:pt x="0" y="0"/>
                </a:lnTo>
                <a:close/>
              </a:path>
            </a:pathLst>
          </a:custGeom>
          <a:solidFill>
            <a:srgbClr val="2D3436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1374428" y="1671638"/>
            <a:ext cx="48198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1200" cap="none" spc="0" normalizeH="0" baseline="0" noProof="0" dirty="0">
                <a:ln>
                  <a:noFill/>
                </a:ln>
                <a:solidFill>
                  <a:srgbClr val="FFF5F5"/>
                </a:solidFill>
                <a:effectLst/>
                <a:uLnTx/>
                <a:uFillTx/>
                <a:latin typeface="Coda" pitchFamily="34" charset="0"/>
                <a:ea typeface="Coda" pitchFamily="34" charset="-122"/>
                <a:cs typeface="Coda" pitchFamily="34" charset="-120"/>
              </a:rPr>
              <a:t>USERS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600075" y="1933575"/>
            <a:ext cx="208597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FFF5F5"/>
                </a:solidFill>
                <a:effectLst/>
                <a:uLnTx/>
                <a:uFillTx/>
                <a:latin typeface="Liter" pitchFamily="34" charset="0"/>
                <a:ea typeface="Liter" pitchFamily="34" charset="-122"/>
                <a:cs typeface="Liter" pitchFamily="34" charset="-120"/>
              </a:rPr>
              <a:t>user_id PK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600075" y="2105025"/>
            <a:ext cx="208597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FFF5F5"/>
                </a:solidFill>
                <a:effectLst/>
                <a:uLnTx/>
                <a:uFillTx/>
                <a:latin typeface="Liter" pitchFamily="34" charset="0"/>
                <a:ea typeface="Liter" pitchFamily="34" charset="-122"/>
                <a:cs typeface="Liter" pitchFamily="34" charset="-120"/>
              </a:rPr>
              <a:t>name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600075" y="2276475"/>
            <a:ext cx="208597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FFF5F5"/>
                </a:solidFill>
                <a:effectLst/>
                <a:uLnTx/>
                <a:uFillTx/>
                <a:latin typeface="Liter" pitchFamily="34" charset="0"/>
                <a:ea typeface="Liter" pitchFamily="34" charset="-122"/>
                <a:cs typeface="Liter" pitchFamily="34" charset="-120"/>
              </a:rPr>
              <a:t>email UK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600075" y="2447925"/>
            <a:ext cx="208597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FFF5F5"/>
                </a:solidFill>
                <a:effectLst/>
                <a:uLnTx/>
                <a:uFillTx/>
                <a:latin typeface="Liter" pitchFamily="34" charset="0"/>
                <a:ea typeface="Liter" pitchFamily="34" charset="-122"/>
                <a:cs typeface="Liter" pitchFamily="34" charset="-120"/>
              </a:rPr>
              <a:t>role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2787923" y="1576388"/>
            <a:ext cx="2133600" cy="1076325"/>
          </a:xfrm>
          <a:custGeom>
            <a:avLst/>
            <a:gdLst/>
            <a:ahLst/>
            <a:cxnLst/>
            <a:rect l="l" t="t" r="r" b="b"/>
            <a:pathLst>
              <a:path w="2133600" h="1076325">
                <a:moveTo>
                  <a:pt x="0" y="0"/>
                </a:moveTo>
                <a:lnTo>
                  <a:pt x="2133600" y="0"/>
                </a:lnTo>
                <a:lnTo>
                  <a:pt x="2133600" y="1076325"/>
                </a:lnTo>
                <a:lnTo>
                  <a:pt x="0" y="1076325"/>
                </a:lnTo>
                <a:lnTo>
                  <a:pt x="0" y="0"/>
                </a:lnTo>
                <a:close/>
              </a:path>
            </a:pathLst>
          </a:custGeom>
          <a:solidFill>
            <a:srgbClr val="4ECDC4"/>
          </a:solidFill>
          <a:ln w="38100">
            <a:solidFill>
              <a:srgbClr val="2D3436"/>
            </a:solidFill>
            <a:prstDash val="solid"/>
          </a:ln>
          <a:effectLst>
            <a:outerShdw blurRad="101600" dist="50800" dir="2700000" algn="bl" rotWithShape="0">
              <a:srgbClr val="FFFFFF">
                <a:alpha val="75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2840310" y="1628775"/>
            <a:ext cx="2028825" cy="266700"/>
          </a:xfrm>
          <a:custGeom>
            <a:avLst/>
            <a:gdLst/>
            <a:ahLst/>
            <a:cxnLst/>
            <a:rect l="l" t="t" r="r" b="b"/>
            <a:pathLst>
              <a:path w="2028825" h="266700">
                <a:moveTo>
                  <a:pt x="0" y="0"/>
                </a:moveTo>
                <a:lnTo>
                  <a:pt x="2028825" y="0"/>
                </a:lnTo>
                <a:lnTo>
                  <a:pt x="2028825" y="266700"/>
                </a:lnTo>
                <a:lnTo>
                  <a:pt x="0" y="266700"/>
                </a:lnTo>
                <a:lnTo>
                  <a:pt x="0" y="0"/>
                </a:lnTo>
                <a:close/>
              </a:path>
            </a:pathLst>
          </a:custGeom>
          <a:solidFill>
            <a:srgbClr val="2D3436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3588841" y="1671638"/>
            <a:ext cx="53369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1200" cap="none" spc="0" normalizeH="0" baseline="0" noProof="0" dirty="0">
                <a:ln>
                  <a:noFill/>
                </a:ln>
                <a:solidFill>
                  <a:srgbClr val="FFF5F5"/>
                </a:solidFill>
                <a:effectLst/>
                <a:uLnTx/>
                <a:uFillTx/>
                <a:latin typeface="Coda" pitchFamily="34" charset="0"/>
                <a:ea typeface="Coda" pitchFamily="34" charset="-122"/>
                <a:cs typeface="Coda" pitchFamily="34" charset="-120"/>
              </a:rPr>
              <a:t>HOTELS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2840310" y="1933575"/>
            <a:ext cx="208597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FFF5F5"/>
                </a:solidFill>
                <a:effectLst/>
                <a:uLnTx/>
                <a:uFillTx/>
                <a:latin typeface="Liter" pitchFamily="34" charset="0"/>
                <a:ea typeface="Liter" pitchFamily="34" charset="-122"/>
                <a:cs typeface="Liter" pitchFamily="34" charset="-120"/>
              </a:rPr>
              <a:t>hotel_id PK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2840310" y="2105025"/>
            <a:ext cx="208597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FFF5F5"/>
                </a:solidFill>
                <a:effectLst/>
                <a:uLnTx/>
                <a:uFillTx/>
                <a:latin typeface="Liter" pitchFamily="34" charset="0"/>
                <a:ea typeface="Liter" pitchFamily="34" charset="-122"/>
                <a:cs typeface="Liter" pitchFamily="34" charset="-120"/>
              </a:rPr>
              <a:t>name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2840310" y="2276475"/>
            <a:ext cx="208597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FFF5F5"/>
                </a:solidFill>
                <a:effectLst/>
                <a:uLnTx/>
                <a:uFillTx/>
                <a:latin typeface="Liter" pitchFamily="34" charset="0"/>
                <a:ea typeface="Liter" pitchFamily="34" charset="-122"/>
                <a:cs typeface="Liter" pitchFamily="34" charset="-120"/>
              </a:rPr>
              <a:t>location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2840310" y="2447925"/>
            <a:ext cx="208597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FFF5F5"/>
                </a:solidFill>
                <a:effectLst/>
                <a:uLnTx/>
                <a:uFillTx/>
                <a:latin typeface="Liter" pitchFamily="34" charset="0"/>
                <a:ea typeface="Liter" pitchFamily="34" charset="-122"/>
                <a:cs typeface="Liter" pitchFamily="34" charset="-120"/>
              </a:rPr>
              <a:t>rating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5028233" y="1576388"/>
            <a:ext cx="2133600" cy="1076325"/>
          </a:xfrm>
          <a:custGeom>
            <a:avLst/>
            <a:gdLst/>
            <a:ahLst/>
            <a:cxnLst/>
            <a:rect l="l" t="t" r="r" b="b"/>
            <a:pathLst>
              <a:path w="2133600" h="1076325">
                <a:moveTo>
                  <a:pt x="0" y="0"/>
                </a:moveTo>
                <a:lnTo>
                  <a:pt x="2133600" y="0"/>
                </a:lnTo>
                <a:lnTo>
                  <a:pt x="2133600" y="1076325"/>
                </a:lnTo>
                <a:lnTo>
                  <a:pt x="0" y="1076325"/>
                </a:lnTo>
                <a:lnTo>
                  <a:pt x="0" y="0"/>
                </a:lnTo>
                <a:close/>
              </a:path>
            </a:pathLst>
          </a:custGeom>
          <a:solidFill>
            <a:srgbClr val="FFE66D"/>
          </a:solidFill>
          <a:ln w="38100">
            <a:solidFill>
              <a:srgbClr val="2D3436"/>
            </a:solidFill>
            <a:prstDash val="solid"/>
          </a:ln>
          <a:effectLst>
            <a:outerShdw blurRad="101600" dist="50800" dir="2700000" algn="bl" rotWithShape="0">
              <a:srgbClr val="FFFFFF">
                <a:alpha val="75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5080620" y="1628775"/>
            <a:ext cx="2028825" cy="266700"/>
          </a:xfrm>
          <a:custGeom>
            <a:avLst/>
            <a:gdLst/>
            <a:ahLst/>
            <a:cxnLst/>
            <a:rect l="l" t="t" r="r" b="b"/>
            <a:pathLst>
              <a:path w="2028825" h="266700">
                <a:moveTo>
                  <a:pt x="0" y="0"/>
                </a:moveTo>
                <a:lnTo>
                  <a:pt x="2028825" y="0"/>
                </a:lnTo>
                <a:lnTo>
                  <a:pt x="2028825" y="266700"/>
                </a:lnTo>
                <a:lnTo>
                  <a:pt x="0" y="266700"/>
                </a:lnTo>
                <a:lnTo>
                  <a:pt x="0" y="0"/>
                </a:lnTo>
                <a:close/>
              </a:path>
            </a:pathLst>
          </a:custGeom>
          <a:solidFill>
            <a:srgbClr val="2D3436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5831756" y="1671638"/>
            <a:ext cx="52834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1200" cap="none" spc="0" normalizeH="0" baseline="0" noProof="0" dirty="0">
                <a:ln>
                  <a:noFill/>
                </a:ln>
                <a:solidFill>
                  <a:srgbClr val="FFF5F5"/>
                </a:solidFill>
                <a:effectLst/>
                <a:uLnTx/>
                <a:uFillTx/>
                <a:latin typeface="Coda" pitchFamily="34" charset="0"/>
                <a:ea typeface="Coda" pitchFamily="34" charset="-122"/>
                <a:cs typeface="Coda" pitchFamily="34" charset="-120"/>
              </a:rPr>
              <a:t>ROOMS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5080620" y="1933575"/>
            <a:ext cx="208597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D3436"/>
                </a:solidFill>
                <a:effectLst/>
                <a:uLnTx/>
                <a:uFillTx/>
                <a:latin typeface="Liter" pitchFamily="34" charset="0"/>
                <a:ea typeface="Liter" pitchFamily="34" charset="-122"/>
                <a:cs typeface="Liter" pitchFamily="34" charset="-120"/>
              </a:rPr>
              <a:t>room_id PK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5080620" y="2105025"/>
            <a:ext cx="208597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D3436"/>
                </a:solidFill>
                <a:effectLst/>
                <a:uLnTx/>
                <a:uFillTx/>
                <a:latin typeface="Liter" pitchFamily="34" charset="0"/>
                <a:ea typeface="Liter" pitchFamily="34" charset="-122"/>
                <a:cs typeface="Liter" pitchFamily="34" charset="-120"/>
              </a:rPr>
              <a:t>hotel_id FK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5080620" y="2276475"/>
            <a:ext cx="208597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D3436"/>
                </a:solidFill>
                <a:effectLst/>
                <a:uLnTx/>
                <a:uFillTx/>
                <a:latin typeface="Liter" pitchFamily="34" charset="0"/>
                <a:ea typeface="Liter" pitchFamily="34" charset="-122"/>
                <a:cs typeface="Liter" pitchFamily="34" charset="-120"/>
              </a:rPr>
              <a:t>type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5080620" y="2447925"/>
            <a:ext cx="208597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D3436"/>
                </a:solidFill>
                <a:effectLst/>
                <a:uLnTx/>
                <a:uFillTx/>
                <a:latin typeface="Liter" pitchFamily="34" charset="0"/>
                <a:ea typeface="Liter" pitchFamily="34" charset="-122"/>
                <a:cs typeface="Liter" pitchFamily="34" charset="-120"/>
              </a:rPr>
              <a:t>price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7268468" y="1576388"/>
            <a:ext cx="2133600" cy="1076325"/>
          </a:xfrm>
          <a:custGeom>
            <a:avLst/>
            <a:gdLst/>
            <a:ahLst/>
            <a:cxnLst/>
            <a:rect l="l" t="t" r="r" b="b"/>
            <a:pathLst>
              <a:path w="2133600" h="1076325">
                <a:moveTo>
                  <a:pt x="0" y="0"/>
                </a:moveTo>
                <a:lnTo>
                  <a:pt x="2133600" y="0"/>
                </a:lnTo>
                <a:lnTo>
                  <a:pt x="2133600" y="1076325"/>
                </a:lnTo>
                <a:lnTo>
                  <a:pt x="0" y="1076325"/>
                </a:lnTo>
                <a:lnTo>
                  <a:pt x="0" y="0"/>
                </a:lnTo>
                <a:close/>
              </a:path>
            </a:pathLst>
          </a:custGeom>
          <a:solidFill>
            <a:srgbClr val="FF6B6B"/>
          </a:solidFill>
          <a:ln w="38100">
            <a:solidFill>
              <a:srgbClr val="2D3436"/>
            </a:solidFill>
            <a:prstDash val="solid"/>
          </a:ln>
          <a:effectLst>
            <a:outerShdw blurRad="101600" dist="50800" dir="2700000" algn="bl" rotWithShape="0">
              <a:srgbClr val="FFFFFF">
                <a:alpha val="75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7320855" y="1628775"/>
            <a:ext cx="2028825" cy="266700"/>
          </a:xfrm>
          <a:custGeom>
            <a:avLst/>
            <a:gdLst/>
            <a:ahLst/>
            <a:cxnLst/>
            <a:rect l="l" t="t" r="r" b="b"/>
            <a:pathLst>
              <a:path w="2028825" h="266700">
                <a:moveTo>
                  <a:pt x="0" y="0"/>
                </a:moveTo>
                <a:lnTo>
                  <a:pt x="2028825" y="0"/>
                </a:lnTo>
                <a:lnTo>
                  <a:pt x="2028825" y="266700"/>
                </a:lnTo>
                <a:lnTo>
                  <a:pt x="0" y="266700"/>
                </a:lnTo>
                <a:lnTo>
                  <a:pt x="0" y="0"/>
                </a:lnTo>
                <a:close/>
              </a:path>
            </a:pathLst>
          </a:custGeom>
          <a:solidFill>
            <a:srgbClr val="2D3436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7748588" y="1671638"/>
            <a:ext cx="117522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1200" cap="none" spc="0" normalizeH="0" baseline="0" noProof="0" dirty="0">
                <a:ln>
                  <a:noFill/>
                </a:ln>
                <a:solidFill>
                  <a:srgbClr val="FFF5F5"/>
                </a:solidFill>
                <a:effectLst/>
                <a:uLnTx/>
                <a:uFillTx/>
                <a:latin typeface="Coda" pitchFamily="34" charset="0"/>
                <a:ea typeface="Coda" pitchFamily="34" charset="-122"/>
                <a:cs typeface="Coda" pitchFamily="34" charset="-120"/>
              </a:rPr>
              <a:t>HOTEL_BOOKINGS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7320855" y="1933575"/>
            <a:ext cx="208597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FFF5F5"/>
                </a:solidFill>
                <a:effectLst/>
                <a:uLnTx/>
                <a:uFillTx/>
                <a:latin typeface="Liter" pitchFamily="34" charset="0"/>
                <a:ea typeface="Liter" pitchFamily="34" charset="-122"/>
                <a:cs typeface="Liter" pitchFamily="34" charset="-120"/>
              </a:rPr>
              <a:t>booking_id PK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7320855" y="2105025"/>
            <a:ext cx="208597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FFF5F5"/>
                </a:solidFill>
                <a:effectLst/>
                <a:uLnTx/>
                <a:uFillTx/>
                <a:latin typeface="Liter" pitchFamily="34" charset="0"/>
                <a:ea typeface="Liter" pitchFamily="34" charset="-122"/>
                <a:cs typeface="Liter" pitchFamily="34" charset="-120"/>
              </a:rPr>
              <a:t>user_id FK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7320855" y="2276475"/>
            <a:ext cx="208597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FFF5F5"/>
                </a:solidFill>
                <a:effectLst/>
                <a:uLnTx/>
                <a:uFillTx/>
                <a:latin typeface="Liter" pitchFamily="34" charset="0"/>
                <a:ea typeface="Liter" pitchFamily="34" charset="-122"/>
                <a:cs typeface="Liter" pitchFamily="34" charset="-120"/>
              </a:rPr>
              <a:t>room_id FK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7320855" y="2447925"/>
            <a:ext cx="208597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FFF5F5"/>
                </a:solidFill>
                <a:effectLst/>
                <a:uLnTx/>
                <a:uFillTx/>
                <a:latin typeface="Liter" pitchFamily="34" charset="0"/>
                <a:ea typeface="Liter" pitchFamily="34" charset="-122"/>
                <a:cs typeface="Liter" pitchFamily="34" charset="-120"/>
              </a:rPr>
              <a:t>check_in/out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9508778" y="1576388"/>
            <a:ext cx="2133600" cy="1076325"/>
          </a:xfrm>
          <a:custGeom>
            <a:avLst/>
            <a:gdLst/>
            <a:ahLst/>
            <a:cxnLst/>
            <a:rect l="l" t="t" r="r" b="b"/>
            <a:pathLst>
              <a:path w="2133600" h="1076325">
                <a:moveTo>
                  <a:pt x="0" y="0"/>
                </a:moveTo>
                <a:lnTo>
                  <a:pt x="2133600" y="0"/>
                </a:lnTo>
                <a:lnTo>
                  <a:pt x="2133600" y="1076325"/>
                </a:lnTo>
                <a:lnTo>
                  <a:pt x="0" y="1076325"/>
                </a:lnTo>
                <a:lnTo>
                  <a:pt x="0" y="0"/>
                </a:lnTo>
                <a:close/>
              </a:path>
            </a:pathLst>
          </a:custGeom>
          <a:solidFill>
            <a:srgbClr val="4ECDC4"/>
          </a:solidFill>
          <a:ln w="38100">
            <a:solidFill>
              <a:srgbClr val="2D3436"/>
            </a:solidFill>
            <a:prstDash val="solid"/>
          </a:ln>
          <a:effectLst>
            <a:outerShdw blurRad="101600" dist="50800" dir="2700000" algn="bl" rotWithShape="0">
              <a:srgbClr val="FFFFFF">
                <a:alpha val="75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Shape 39"/>
          <p:cNvSpPr/>
          <p:nvPr/>
        </p:nvSpPr>
        <p:spPr>
          <a:xfrm>
            <a:off x="9561165" y="1628775"/>
            <a:ext cx="2028825" cy="266700"/>
          </a:xfrm>
          <a:custGeom>
            <a:avLst/>
            <a:gdLst/>
            <a:ahLst/>
            <a:cxnLst/>
            <a:rect l="l" t="t" r="r" b="b"/>
            <a:pathLst>
              <a:path w="2028825" h="266700">
                <a:moveTo>
                  <a:pt x="0" y="0"/>
                </a:moveTo>
                <a:lnTo>
                  <a:pt x="2028825" y="0"/>
                </a:lnTo>
                <a:lnTo>
                  <a:pt x="2028825" y="266700"/>
                </a:lnTo>
                <a:lnTo>
                  <a:pt x="0" y="266700"/>
                </a:lnTo>
                <a:lnTo>
                  <a:pt x="0" y="0"/>
                </a:lnTo>
                <a:close/>
              </a:path>
            </a:pathLst>
          </a:custGeom>
          <a:solidFill>
            <a:srgbClr val="2D3436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10266834" y="1671638"/>
            <a:ext cx="61934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1200" cap="none" spc="0" normalizeH="0" baseline="0" noProof="0" dirty="0">
                <a:ln>
                  <a:noFill/>
                </a:ln>
                <a:solidFill>
                  <a:srgbClr val="FFF5F5"/>
                </a:solidFill>
                <a:effectLst/>
                <a:uLnTx/>
                <a:uFillTx/>
                <a:latin typeface="Coda" pitchFamily="34" charset="0"/>
                <a:ea typeface="Coda" pitchFamily="34" charset="-122"/>
                <a:cs typeface="Coda" pitchFamily="34" charset="-120"/>
              </a:rPr>
              <a:t>AIRLINES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Text 41"/>
          <p:cNvSpPr/>
          <p:nvPr/>
        </p:nvSpPr>
        <p:spPr>
          <a:xfrm>
            <a:off x="9561165" y="1933575"/>
            <a:ext cx="208597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FFF5F5"/>
                </a:solidFill>
                <a:effectLst/>
                <a:uLnTx/>
                <a:uFillTx/>
                <a:latin typeface="Liter" pitchFamily="34" charset="0"/>
                <a:ea typeface="Liter" pitchFamily="34" charset="-122"/>
                <a:cs typeface="Liter" pitchFamily="34" charset="-120"/>
              </a:rPr>
              <a:t>airline_id PK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9561165" y="2105025"/>
            <a:ext cx="208597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FFF5F5"/>
                </a:solidFill>
                <a:effectLst/>
                <a:uLnTx/>
                <a:uFillTx/>
                <a:latin typeface="Liter" pitchFamily="34" charset="0"/>
                <a:ea typeface="Liter" pitchFamily="34" charset="-122"/>
                <a:cs typeface="Liter" pitchFamily="34" charset="-120"/>
              </a:rPr>
              <a:t>name UK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5" name="Shape 43"/>
          <p:cNvSpPr/>
          <p:nvPr/>
        </p:nvSpPr>
        <p:spPr>
          <a:xfrm>
            <a:off x="547688" y="2757488"/>
            <a:ext cx="2133600" cy="1076325"/>
          </a:xfrm>
          <a:custGeom>
            <a:avLst/>
            <a:gdLst/>
            <a:ahLst/>
            <a:cxnLst/>
            <a:rect l="l" t="t" r="r" b="b"/>
            <a:pathLst>
              <a:path w="2133600" h="1076325">
                <a:moveTo>
                  <a:pt x="0" y="0"/>
                </a:moveTo>
                <a:lnTo>
                  <a:pt x="2133600" y="0"/>
                </a:lnTo>
                <a:lnTo>
                  <a:pt x="2133600" y="1076325"/>
                </a:lnTo>
                <a:lnTo>
                  <a:pt x="0" y="1076325"/>
                </a:lnTo>
                <a:lnTo>
                  <a:pt x="0" y="0"/>
                </a:lnTo>
                <a:close/>
              </a:path>
            </a:pathLst>
          </a:custGeom>
          <a:solidFill>
            <a:srgbClr val="FFE66D"/>
          </a:solidFill>
          <a:ln w="38100">
            <a:solidFill>
              <a:srgbClr val="2D3436"/>
            </a:solidFill>
            <a:prstDash val="solid"/>
          </a:ln>
          <a:effectLst>
            <a:outerShdw blurRad="101600" dist="50800" dir="2700000" algn="bl" rotWithShape="0">
              <a:srgbClr val="FFFFFF">
                <a:alpha val="75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6" name="Shape 44"/>
          <p:cNvSpPr/>
          <p:nvPr/>
        </p:nvSpPr>
        <p:spPr>
          <a:xfrm>
            <a:off x="600075" y="2809875"/>
            <a:ext cx="2028825" cy="266700"/>
          </a:xfrm>
          <a:custGeom>
            <a:avLst/>
            <a:gdLst/>
            <a:ahLst/>
            <a:cxnLst/>
            <a:rect l="l" t="t" r="r" b="b"/>
            <a:pathLst>
              <a:path w="2028825" h="266700">
                <a:moveTo>
                  <a:pt x="0" y="0"/>
                </a:moveTo>
                <a:lnTo>
                  <a:pt x="2028825" y="0"/>
                </a:lnTo>
                <a:lnTo>
                  <a:pt x="2028825" y="266700"/>
                </a:lnTo>
                <a:lnTo>
                  <a:pt x="0" y="266700"/>
                </a:lnTo>
                <a:lnTo>
                  <a:pt x="0" y="0"/>
                </a:lnTo>
                <a:close/>
              </a:path>
            </a:pathLst>
          </a:custGeom>
          <a:solidFill>
            <a:srgbClr val="2D3436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7" name="Text 45"/>
          <p:cNvSpPr/>
          <p:nvPr/>
        </p:nvSpPr>
        <p:spPr>
          <a:xfrm>
            <a:off x="1334765" y="2852738"/>
            <a:ext cx="56123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1200" cap="none" spc="0" normalizeH="0" baseline="0" noProof="0" dirty="0">
                <a:ln>
                  <a:noFill/>
                </a:ln>
                <a:solidFill>
                  <a:srgbClr val="FFF5F5"/>
                </a:solidFill>
                <a:effectLst/>
                <a:uLnTx/>
                <a:uFillTx/>
                <a:latin typeface="Coda" pitchFamily="34" charset="0"/>
                <a:ea typeface="Coda" pitchFamily="34" charset="-122"/>
                <a:cs typeface="Coda" pitchFamily="34" charset="-120"/>
              </a:rPr>
              <a:t>FLIGHTS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8" name="Text 46"/>
          <p:cNvSpPr/>
          <p:nvPr/>
        </p:nvSpPr>
        <p:spPr>
          <a:xfrm>
            <a:off x="600075" y="3114675"/>
            <a:ext cx="208597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D3436"/>
                </a:solidFill>
                <a:effectLst/>
                <a:uLnTx/>
                <a:uFillTx/>
                <a:latin typeface="Liter" pitchFamily="34" charset="0"/>
                <a:ea typeface="Liter" pitchFamily="34" charset="-122"/>
                <a:cs typeface="Liter" pitchFamily="34" charset="-120"/>
              </a:rPr>
              <a:t>flight_id PK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9" name="Text 47"/>
          <p:cNvSpPr/>
          <p:nvPr/>
        </p:nvSpPr>
        <p:spPr>
          <a:xfrm>
            <a:off x="600075" y="3286125"/>
            <a:ext cx="208597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D3436"/>
                </a:solidFill>
                <a:effectLst/>
                <a:uLnTx/>
                <a:uFillTx/>
                <a:latin typeface="Liter" pitchFamily="34" charset="0"/>
                <a:ea typeface="Liter" pitchFamily="34" charset="-122"/>
                <a:cs typeface="Liter" pitchFamily="34" charset="-120"/>
              </a:rPr>
              <a:t>airline_id FK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0" name="Text 48"/>
          <p:cNvSpPr/>
          <p:nvPr/>
        </p:nvSpPr>
        <p:spPr>
          <a:xfrm>
            <a:off x="600075" y="3457575"/>
            <a:ext cx="208597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D3436"/>
                </a:solidFill>
                <a:effectLst/>
                <a:uLnTx/>
                <a:uFillTx/>
                <a:latin typeface="Liter" pitchFamily="34" charset="0"/>
                <a:ea typeface="Liter" pitchFamily="34" charset="-122"/>
                <a:cs typeface="Liter" pitchFamily="34" charset="-120"/>
              </a:rPr>
              <a:t>departure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1" name="Text 49"/>
          <p:cNvSpPr/>
          <p:nvPr/>
        </p:nvSpPr>
        <p:spPr>
          <a:xfrm>
            <a:off x="600075" y="3629025"/>
            <a:ext cx="208597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D3436"/>
                </a:solidFill>
                <a:effectLst/>
                <a:uLnTx/>
                <a:uFillTx/>
                <a:latin typeface="Liter" pitchFamily="34" charset="0"/>
                <a:ea typeface="Liter" pitchFamily="34" charset="-122"/>
                <a:cs typeface="Liter" pitchFamily="34" charset="-120"/>
              </a:rPr>
              <a:t>arrival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2" name="Shape 50"/>
          <p:cNvSpPr/>
          <p:nvPr/>
        </p:nvSpPr>
        <p:spPr>
          <a:xfrm>
            <a:off x="2787923" y="2757488"/>
            <a:ext cx="2133600" cy="1076325"/>
          </a:xfrm>
          <a:custGeom>
            <a:avLst/>
            <a:gdLst/>
            <a:ahLst/>
            <a:cxnLst/>
            <a:rect l="l" t="t" r="r" b="b"/>
            <a:pathLst>
              <a:path w="2133600" h="1076325">
                <a:moveTo>
                  <a:pt x="0" y="0"/>
                </a:moveTo>
                <a:lnTo>
                  <a:pt x="2133600" y="0"/>
                </a:lnTo>
                <a:lnTo>
                  <a:pt x="2133600" y="1076325"/>
                </a:lnTo>
                <a:lnTo>
                  <a:pt x="0" y="1076325"/>
                </a:lnTo>
                <a:lnTo>
                  <a:pt x="0" y="0"/>
                </a:lnTo>
                <a:close/>
              </a:path>
            </a:pathLst>
          </a:custGeom>
          <a:solidFill>
            <a:srgbClr val="FF6B6B"/>
          </a:solidFill>
          <a:ln w="38100">
            <a:solidFill>
              <a:srgbClr val="2D3436"/>
            </a:solidFill>
            <a:prstDash val="solid"/>
          </a:ln>
          <a:effectLst>
            <a:outerShdw blurRad="101600" dist="50800" dir="2700000" algn="bl" rotWithShape="0">
              <a:srgbClr val="FFFFFF">
                <a:alpha val="75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3" name="Shape 51"/>
          <p:cNvSpPr/>
          <p:nvPr/>
        </p:nvSpPr>
        <p:spPr>
          <a:xfrm>
            <a:off x="2840310" y="2809875"/>
            <a:ext cx="2028825" cy="266700"/>
          </a:xfrm>
          <a:custGeom>
            <a:avLst/>
            <a:gdLst/>
            <a:ahLst/>
            <a:cxnLst/>
            <a:rect l="l" t="t" r="r" b="b"/>
            <a:pathLst>
              <a:path w="2028825" h="266700">
                <a:moveTo>
                  <a:pt x="0" y="0"/>
                </a:moveTo>
                <a:lnTo>
                  <a:pt x="2028825" y="0"/>
                </a:lnTo>
                <a:lnTo>
                  <a:pt x="2028825" y="266700"/>
                </a:lnTo>
                <a:lnTo>
                  <a:pt x="0" y="266700"/>
                </a:lnTo>
                <a:lnTo>
                  <a:pt x="0" y="0"/>
                </a:lnTo>
                <a:close/>
              </a:path>
            </a:pathLst>
          </a:custGeom>
          <a:solidFill>
            <a:srgbClr val="2D3436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4" name="Text 52"/>
          <p:cNvSpPr/>
          <p:nvPr/>
        </p:nvSpPr>
        <p:spPr>
          <a:xfrm>
            <a:off x="3631183" y="2852738"/>
            <a:ext cx="44901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1200" cap="none" spc="0" normalizeH="0" baseline="0" noProof="0" dirty="0">
                <a:ln>
                  <a:noFill/>
                </a:ln>
                <a:solidFill>
                  <a:srgbClr val="FFF5F5"/>
                </a:solidFill>
                <a:effectLst/>
                <a:uLnTx/>
                <a:uFillTx/>
                <a:latin typeface="Coda" pitchFamily="34" charset="0"/>
                <a:ea typeface="Coda" pitchFamily="34" charset="-122"/>
                <a:cs typeface="Coda" pitchFamily="34" charset="-120"/>
              </a:rPr>
              <a:t>SEATS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5" name="Text 53"/>
          <p:cNvSpPr/>
          <p:nvPr/>
        </p:nvSpPr>
        <p:spPr>
          <a:xfrm>
            <a:off x="2840310" y="3114675"/>
            <a:ext cx="208597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FFF5F5"/>
                </a:solidFill>
                <a:effectLst/>
                <a:uLnTx/>
                <a:uFillTx/>
                <a:latin typeface="Liter" pitchFamily="34" charset="0"/>
                <a:ea typeface="Liter" pitchFamily="34" charset="-122"/>
                <a:cs typeface="Liter" pitchFamily="34" charset="-120"/>
              </a:rPr>
              <a:t>seat_id PK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6" name="Text 54"/>
          <p:cNvSpPr/>
          <p:nvPr/>
        </p:nvSpPr>
        <p:spPr>
          <a:xfrm>
            <a:off x="2840310" y="3286125"/>
            <a:ext cx="208597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FFF5F5"/>
                </a:solidFill>
                <a:effectLst/>
                <a:uLnTx/>
                <a:uFillTx/>
                <a:latin typeface="Liter" pitchFamily="34" charset="0"/>
                <a:ea typeface="Liter" pitchFamily="34" charset="-122"/>
                <a:cs typeface="Liter" pitchFamily="34" charset="-120"/>
              </a:rPr>
              <a:t>flight_id FK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7" name="Text 55"/>
          <p:cNvSpPr/>
          <p:nvPr/>
        </p:nvSpPr>
        <p:spPr>
          <a:xfrm>
            <a:off x="2840310" y="3457575"/>
            <a:ext cx="208597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FFF5F5"/>
                </a:solidFill>
                <a:effectLst/>
                <a:uLnTx/>
                <a:uFillTx/>
                <a:latin typeface="Liter" pitchFamily="34" charset="0"/>
                <a:ea typeface="Liter" pitchFamily="34" charset="-122"/>
                <a:cs typeface="Liter" pitchFamily="34" charset="-120"/>
              </a:rPr>
              <a:t>seat_number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8" name="Shape 56"/>
          <p:cNvSpPr/>
          <p:nvPr/>
        </p:nvSpPr>
        <p:spPr>
          <a:xfrm>
            <a:off x="5028233" y="2757488"/>
            <a:ext cx="2133600" cy="1076325"/>
          </a:xfrm>
          <a:custGeom>
            <a:avLst/>
            <a:gdLst/>
            <a:ahLst/>
            <a:cxnLst/>
            <a:rect l="l" t="t" r="r" b="b"/>
            <a:pathLst>
              <a:path w="2133600" h="1076325">
                <a:moveTo>
                  <a:pt x="0" y="0"/>
                </a:moveTo>
                <a:lnTo>
                  <a:pt x="2133600" y="0"/>
                </a:lnTo>
                <a:lnTo>
                  <a:pt x="2133600" y="1076325"/>
                </a:lnTo>
                <a:lnTo>
                  <a:pt x="0" y="1076325"/>
                </a:lnTo>
                <a:lnTo>
                  <a:pt x="0" y="0"/>
                </a:lnTo>
                <a:close/>
              </a:path>
            </a:pathLst>
          </a:custGeom>
          <a:solidFill>
            <a:srgbClr val="4ECDC4"/>
          </a:solidFill>
          <a:ln w="38100">
            <a:solidFill>
              <a:srgbClr val="2D3436"/>
            </a:solidFill>
            <a:prstDash val="solid"/>
          </a:ln>
          <a:effectLst>
            <a:outerShdw blurRad="101600" dist="50800" dir="2700000" algn="bl" rotWithShape="0">
              <a:srgbClr val="FFFFFF">
                <a:alpha val="75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9" name="Shape 57"/>
          <p:cNvSpPr/>
          <p:nvPr/>
        </p:nvSpPr>
        <p:spPr>
          <a:xfrm>
            <a:off x="5080620" y="2809875"/>
            <a:ext cx="2028825" cy="266700"/>
          </a:xfrm>
          <a:custGeom>
            <a:avLst/>
            <a:gdLst/>
            <a:ahLst/>
            <a:cxnLst/>
            <a:rect l="l" t="t" r="r" b="b"/>
            <a:pathLst>
              <a:path w="2028825" h="266700">
                <a:moveTo>
                  <a:pt x="0" y="0"/>
                </a:moveTo>
                <a:lnTo>
                  <a:pt x="2028825" y="0"/>
                </a:lnTo>
                <a:lnTo>
                  <a:pt x="2028825" y="266700"/>
                </a:lnTo>
                <a:lnTo>
                  <a:pt x="0" y="266700"/>
                </a:lnTo>
                <a:lnTo>
                  <a:pt x="0" y="0"/>
                </a:lnTo>
                <a:close/>
              </a:path>
            </a:pathLst>
          </a:custGeom>
          <a:solidFill>
            <a:srgbClr val="2D3436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0" name="Text 58"/>
          <p:cNvSpPr/>
          <p:nvPr/>
        </p:nvSpPr>
        <p:spPr>
          <a:xfrm>
            <a:off x="5494586" y="2852738"/>
            <a:ext cx="120275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1200" cap="none" spc="0" normalizeH="0" baseline="0" noProof="0" dirty="0">
                <a:ln>
                  <a:noFill/>
                </a:ln>
                <a:solidFill>
                  <a:srgbClr val="FFF5F5"/>
                </a:solidFill>
                <a:effectLst/>
                <a:uLnTx/>
                <a:uFillTx/>
                <a:latin typeface="Coda" pitchFamily="34" charset="0"/>
                <a:ea typeface="Coda" pitchFamily="34" charset="-122"/>
                <a:cs typeface="Coda" pitchFamily="34" charset="-120"/>
              </a:rPr>
              <a:t>FLIGHT_BOOKINGS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1" name="Text 59"/>
          <p:cNvSpPr/>
          <p:nvPr/>
        </p:nvSpPr>
        <p:spPr>
          <a:xfrm>
            <a:off x="5080620" y="3114675"/>
            <a:ext cx="208597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FFF5F5"/>
                </a:solidFill>
                <a:effectLst/>
                <a:uLnTx/>
                <a:uFillTx/>
                <a:latin typeface="Liter" pitchFamily="34" charset="0"/>
                <a:ea typeface="Liter" pitchFamily="34" charset="-122"/>
                <a:cs typeface="Liter" pitchFamily="34" charset="-120"/>
              </a:rPr>
              <a:t>booking_id PK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2" name="Text 60"/>
          <p:cNvSpPr/>
          <p:nvPr/>
        </p:nvSpPr>
        <p:spPr>
          <a:xfrm>
            <a:off x="5080620" y="3286125"/>
            <a:ext cx="208597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FFF5F5"/>
                </a:solidFill>
                <a:effectLst/>
                <a:uLnTx/>
                <a:uFillTx/>
                <a:latin typeface="Liter" pitchFamily="34" charset="0"/>
                <a:ea typeface="Liter" pitchFamily="34" charset="-122"/>
                <a:cs typeface="Liter" pitchFamily="34" charset="-120"/>
              </a:rPr>
              <a:t>user_id FK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3" name="Text 61"/>
          <p:cNvSpPr/>
          <p:nvPr/>
        </p:nvSpPr>
        <p:spPr>
          <a:xfrm>
            <a:off x="5080620" y="3457575"/>
            <a:ext cx="208597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FFF5F5"/>
                </a:solidFill>
                <a:effectLst/>
                <a:uLnTx/>
                <a:uFillTx/>
                <a:latin typeface="Liter" pitchFamily="34" charset="0"/>
                <a:ea typeface="Liter" pitchFamily="34" charset="-122"/>
                <a:cs typeface="Liter" pitchFamily="34" charset="-120"/>
              </a:rPr>
              <a:t>flight_id FK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4" name="Text 62"/>
          <p:cNvSpPr/>
          <p:nvPr/>
        </p:nvSpPr>
        <p:spPr>
          <a:xfrm>
            <a:off x="5080620" y="3629025"/>
            <a:ext cx="208597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FFF5F5"/>
                </a:solidFill>
                <a:effectLst/>
                <a:uLnTx/>
                <a:uFillTx/>
                <a:latin typeface="Liter" pitchFamily="34" charset="0"/>
                <a:ea typeface="Liter" pitchFamily="34" charset="-122"/>
                <a:cs typeface="Liter" pitchFamily="34" charset="-120"/>
              </a:rPr>
              <a:t>seat_id FK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5" name="Shape 63"/>
          <p:cNvSpPr/>
          <p:nvPr/>
        </p:nvSpPr>
        <p:spPr>
          <a:xfrm>
            <a:off x="7268468" y="2757488"/>
            <a:ext cx="2133600" cy="1076325"/>
          </a:xfrm>
          <a:custGeom>
            <a:avLst/>
            <a:gdLst/>
            <a:ahLst/>
            <a:cxnLst/>
            <a:rect l="l" t="t" r="r" b="b"/>
            <a:pathLst>
              <a:path w="2133600" h="1076325">
                <a:moveTo>
                  <a:pt x="0" y="0"/>
                </a:moveTo>
                <a:lnTo>
                  <a:pt x="2133600" y="0"/>
                </a:lnTo>
                <a:lnTo>
                  <a:pt x="2133600" y="1076325"/>
                </a:lnTo>
                <a:lnTo>
                  <a:pt x="0" y="1076325"/>
                </a:lnTo>
                <a:lnTo>
                  <a:pt x="0" y="0"/>
                </a:lnTo>
                <a:close/>
              </a:path>
            </a:pathLst>
          </a:custGeom>
          <a:solidFill>
            <a:srgbClr val="FFE66D"/>
          </a:solidFill>
          <a:ln w="38100">
            <a:solidFill>
              <a:srgbClr val="2D3436"/>
            </a:solidFill>
            <a:prstDash val="solid"/>
          </a:ln>
          <a:effectLst>
            <a:outerShdw blurRad="101600" dist="50800" dir="2700000" algn="bl" rotWithShape="0">
              <a:srgbClr val="FFFFFF">
                <a:alpha val="75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6" name="Shape 64"/>
          <p:cNvSpPr/>
          <p:nvPr/>
        </p:nvSpPr>
        <p:spPr>
          <a:xfrm>
            <a:off x="7320855" y="2809875"/>
            <a:ext cx="2028825" cy="266700"/>
          </a:xfrm>
          <a:custGeom>
            <a:avLst/>
            <a:gdLst/>
            <a:ahLst/>
            <a:cxnLst/>
            <a:rect l="l" t="t" r="r" b="b"/>
            <a:pathLst>
              <a:path w="2028825" h="266700">
                <a:moveTo>
                  <a:pt x="0" y="0"/>
                </a:moveTo>
                <a:lnTo>
                  <a:pt x="2028825" y="0"/>
                </a:lnTo>
                <a:lnTo>
                  <a:pt x="2028825" y="266700"/>
                </a:lnTo>
                <a:lnTo>
                  <a:pt x="0" y="266700"/>
                </a:lnTo>
                <a:lnTo>
                  <a:pt x="0" y="0"/>
                </a:lnTo>
                <a:close/>
              </a:path>
            </a:pathLst>
          </a:custGeom>
          <a:solidFill>
            <a:srgbClr val="2D3436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7" name="Text 65"/>
          <p:cNvSpPr/>
          <p:nvPr/>
        </p:nvSpPr>
        <p:spPr>
          <a:xfrm>
            <a:off x="7975178" y="2852738"/>
            <a:ext cx="72204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1200" cap="none" spc="0" normalizeH="0" baseline="0" noProof="0" dirty="0">
                <a:ln>
                  <a:noFill/>
                </a:ln>
                <a:solidFill>
                  <a:srgbClr val="FFF5F5"/>
                </a:solidFill>
                <a:effectLst/>
                <a:uLnTx/>
                <a:uFillTx/>
                <a:latin typeface="Coda" pitchFamily="34" charset="0"/>
                <a:ea typeface="Coda" pitchFamily="34" charset="-122"/>
                <a:cs typeface="Coda" pitchFamily="34" charset="-120"/>
              </a:rPr>
              <a:t>PAYMENTS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8" name="Text 66"/>
          <p:cNvSpPr/>
          <p:nvPr/>
        </p:nvSpPr>
        <p:spPr>
          <a:xfrm>
            <a:off x="7320855" y="3114675"/>
            <a:ext cx="208597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D3436"/>
                </a:solidFill>
                <a:effectLst/>
                <a:uLnTx/>
                <a:uFillTx/>
                <a:latin typeface="Liter" pitchFamily="34" charset="0"/>
                <a:ea typeface="Liter" pitchFamily="34" charset="-122"/>
                <a:cs typeface="Liter" pitchFamily="34" charset="-120"/>
              </a:rPr>
              <a:t>payment_id PK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9" name="Text 67"/>
          <p:cNvSpPr/>
          <p:nvPr/>
        </p:nvSpPr>
        <p:spPr>
          <a:xfrm>
            <a:off x="7320855" y="3286125"/>
            <a:ext cx="208597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D3436"/>
                </a:solidFill>
                <a:effectLst/>
                <a:uLnTx/>
                <a:uFillTx/>
                <a:latin typeface="Liter" pitchFamily="34" charset="0"/>
                <a:ea typeface="Liter" pitchFamily="34" charset="-122"/>
                <a:cs typeface="Liter" pitchFamily="34" charset="-120"/>
              </a:rPr>
              <a:t>hotel_booking FK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0" name="Text 68"/>
          <p:cNvSpPr/>
          <p:nvPr/>
        </p:nvSpPr>
        <p:spPr>
          <a:xfrm>
            <a:off x="7320855" y="3457575"/>
            <a:ext cx="208597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D3436"/>
                </a:solidFill>
                <a:effectLst/>
                <a:uLnTx/>
                <a:uFillTx/>
                <a:latin typeface="Liter" pitchFamily="34" charset="0"/>
                <a:ea typeface="Liter" pitchFamily="34" charset="-122"/>
                <a:cs typeface="Liter" pitchFamily="34" charset="-120"/>
              </a:rPr>
              <a:t>flight_booking FK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1" name="Text 69"/>
          <p:cNvSpPr/>
          <p:nvPr/>
        </p:nvSpPr>
        <p:spPr>
          <a:xfrm>
            <a:off x="7320855" y="3629025"/>
            <a:ext cx="208597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D3436"/>
                </a:solidFill>
                <a:effectLst/>
                <a:uLnTx/>
                <a:uFillTx/>
                <a:latin typeface="Liter" pitchFamily="34" charset="0"/>
                <a:ea typeface="Liter" pitchFamily="34" charset="-122"/>
                <a:cs typeface="Liter" pitchFamily="34" charset="-120"/>
              </a:rPr>
              <a:t>amount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2" name="Shape 70"/>
          <p:cNvSpPr/>
          <p:nvPr/>
        </p:nvSpPr>
        <p:spPr>
          <a:xfrm>
            <a:off x="9508778" y="2757488"/>
            <a:ext cx="2133600" cy="1076325"/>
          </a:xfrm>
          <a:custGeom>
            <a:avLst/>
            <a:gdLst/>
            <a:ahLst/>
            <a:cxnLst/>
            <a:rect l="l" t="t" r="r" b="b"/>
            <a:pathLst>
              <a:path w="2133600" h="1076325">
                <a:moveTo>
                  <a:pt x="0" y="0"/>
                </a:moveTo>
                <a:lnTo>
                  <a:pt x="2133600" y="0"/>
                </a:lnTo>
                <a:lnTo>
                  <a:pt x="2133600" y="1076325"/>
                </a:lnTo>
                <a:lnTo>
                  <a:pt x="0" y="1076325"/>
                </a:lnTo>
                <a:lnTo>
                  <a:pt x="0" y="0"/>
                </a:lnTo>
                <a:close/>
              </a:path>
            </a:pathLst>
          </a:custGeom>
          <a:solidFill>
            <a:srgbClr val="FF6B6B"/>
          </a:solidFill>
          <a:ln w="38100">
            <a:solidFill>
              <a:srgbClr val="2D3436"/>
            </a:solidFill>
            <a:prstDash val="solid"/>
          </a:ln>
          <a:effectLst>
            <a:outerShdw blurRad="101600" dist="50800" dir="2700000" algn="bl" rotWithShape="0">
              <a:srgbClr val="FFFFFF">
                <a:alpha val="75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3" name="Shape 71"/>
          <p:cNvSpPr/>
          <p:nvPr/>
        </p:nvSpPr>
        <p:spPr>
          <a:xfrm>
            <a:off x="9561165" y="2809875"/>
            <a:ext cx="2028825" cy="266700"/>
          </a:xfrm>
          <a:custGeom>
            <a:avLst/>
            <a:gdLst/>
            <a:ahLst/>
            <a:cxnLst/>
            <a:rect l="l" t="t" r="r" b="b"/>
            <a:pathLst>
              <a:path w="2028825" h="266700">
                <a:moveTo>
                  <a:pt x="0" y="0"/>
                </a:moveTo>
                <a:lnTo>
                  <a:pt x="2028825" y="0"/>
                </a:lnTo>
                <a:lnTo>
                  <a:pt x="2028825" y="266700"/>
                </a:lnTo>
                <a:lnTo>
                  <a:pt x="0" y="266700"/>
                </a:lnTo>
                <a:lnTo>
                  <a:pt x="0" y="0"/>
                </a:lnTo>
                <a:close/>
              </a:path>
            </a:pathLst>
          </a:custGeom>
          <a:solidFill>
            <a:srgbClr val="2D3436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4" name="Text 72"/>
          <p:cNvSpPr/>
          <p:nvPr/>
        </p:nvSpPr>
        <p:spPr>
          <a:xfrm>
            <a:off x="10272117" y="2852738"/>
            <a:ext cx="608707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1200" cap="none" spc="0" normalizeH="0" baseline="0" noProof="0" dirty="0">
                <a:ln>
                  <a:noFill/>
                </a:ln>
                <a:solidFill>
                  <a:srgbClr val="FFF5F5"/>
                </a:solidFill>
                <a:effectLst/>
                <a:uLnTx/>
                <a:uFillTx/>
                <a:latin typeface="Coda" pitchFamily="34" charset="0"/>
                <a:ea typeface="Coda" pitchFamily="34" charset="-122"/>
                <a:cs typeface="Coda" pitchFamily="34" charset="-120"/>
              </a:rPr>
              <a:t>REVIEWS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5" name="Text 73"/>
          <p:cNvSpPr/>
          <p:nvPr/>
        </p:nvSpPr>
        <p:spPr>
          <a:xfrm>
            <a:off x="9561165" y="3114675"/>
            <a:ext cx="208597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FFF5F5"/>
                </a:solidFill>
                <a:effectLst/>
                <a:uLnTx/>
                <a:uFillTx/>
                <a:latin typeface="Liter" pitchFamily="34" charset="0"/>
                <a:ea typeface="Liter" pitchFamily="34" charset="-122"/>
                <a:cs typeface="Liter" pitchFamily="34" charset="-120"/>
              </a:rPr>
              <a:t>review_id PK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6" name="Text 74"/>
          <p:cNvSpPr/>
          <p:nvPr/>
        </p:nvSpPr>
        <p:spPr>
          <a:xfrm>
            <a:off x="9561165" y="3286125"/>
            <a:ext cx="208597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FFF5F5"/>
                </a:solidFill>
                <a:effectLst/>
                <a:uLnTx/>
                <a:uFillTx/>
                <a:latin typeface="Liter" pitchFamily="34" charset="0"/>
                <a:ea typeface="Liter" pitchFamily="34" charset="-122"/>
                <a:cs typeface="Liter" pitchFamily="34" charset="-120"/>
              </a:rPr>
              <a:t>user_id FK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7" name="Text 75"/>
          <p:cNvSpPr/>
          <p:nvPr/>
        </p:nvSpPr>
        <p:spPr>
          <a:xfrm>
            <a:off x="9561165" y="3457575"/>
            <a:ext cx="208597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FFF5F5"/>
                </a:solidFill>
                <a:effectLst/>
                <a:uLnTx/>
                <a:uFillTx/>
                <a:latin typeface="Liter" pitchFamily="34" charset="0"/>
                <a:ea typeface="Liter" pitchFamily="34" charset="-122"/>
                <a:cs typeface="Liter" pitchFamily="34" charset="-120"/>
              </a:rPr>
              <a:t>hotel_id FK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8" name="Text 76"/>
          <p:cNvSpPr/>
          <p:nvPr/>
        </p:nvSpPr>
        <p:spPr>
          <a:xfrm>
            <a:off x="9561165" y="3629025"/>
            <a:ext cx="208597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FFF5F5"/>
                </a:solidFill>
                <a:effectLst/>
                <a:uLnTx/>
                <a:uFillTx/>
                <a:latin typeface="Liter" pitchFamily="34" charset="0"/>
                <a:ea typeface="Liter" pitchFamily="34" charset="-122"/>
                <a:cs typeface="Liter" pitchFamily="34" charset="-120"/>
              </a:rPr>
              <a:t>airline_id FK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94" name="Picture 93">
            <a:extLst>
              <a:ext uri="{FF2B5EF4-FFF2-40B4-BE49-F238E27FC236}">
                <a16:creationId xmlns:a16="http://schemas.microsoft.com/office/drawing/2014/main" id="{0D0C90D1-4EFB-6DDF-07A0-2DC2E69705A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43425" y="4967006"/>
            <a:ext cx="3118469" cy="67683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0" name="Rectangle 59">
            <a:extLst>
              <a:ext uri="{FF2B5EF4-FFF2-40B4-BE49-F238E27FC236}">
                <a16:creationId xmlns:a16="http://schemas.microsoft.com/office/drawing/2014/main" id="{8E7E1993-6448-42F8-8FB3-76104F45B3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208613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BC3FA84C-8729-4FD0-B361-46AE04B43E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208613" cy="6858000"/>
          </a:xfrm>
          <a:prstGeom prst="rect">
            <a:avLst/>
          </a:prstGeom>
          <a:solidFill>
            <a:schemeClr val="bg2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64" name="Right Triangle 63">
            <a:extLst>
              <a:ext uri="{FF2B5EF4-FFF2-40B4-BE49-F238E27FC236}">
                <a16:creationId xmlns:a16="http://schemas.microsoft.com/office/drawing/2014/main" id="{2391C84E-C2EA-44FC-A7D1-FAE3E28505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>
            <a:off x="408102" y="-284146"/>
            <a:ext cx="568289" cy="568289"/>
          </a:xfrm>
          <a:prstGeom prst="rtTriangle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6" name="Group 65">
            <a:extLst>
              <a:ext uri="{FF2B5EF4-FFF2-40B4-BE49-F238E27FC236}">
                <a16:creationId xmlns:a16="http://schemas.microsoft.com/office/drawing/2014/main" id="{47B3131A-B518-43E5-A896-E9D654A486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476355E6-7A00-4B30-A47B-80EF0D0D6BD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97D0B06C-9FFD-42E8-B19F-062C248CD7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95291278-5FDA-45C6-B93E-1FA6D9130B0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FFF95DF7-BFEE-4791-A691-BAF693F38F5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C7C504F1-5AA9-45F5-9030-22533885AF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196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ED75999E-3496-4713-8046-AC17DB26687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9140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06B91000-D71E-40A8-AA8F-E9BB106A8C9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9084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9A9D188E-6FDB-47DE-A5FB-728E56BD044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9028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DD98C242-C677-4CF5-A189-52C3ADAFD75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8971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A9D7CD7F-137F-42DC-AFFA-52D9B8DF59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18915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Straight Connector 76">
              <a:extLst>
                <a:ext uri="{FF2B5EF4-FFF2-40B4-BE49-F238E27FC236}">
                  <a16:creationId xmlns:a16="http://schemas.microsoft.com/office/drawing/2014/main" id="{9E3C1C05-EF55-47B3-B1D8-5491163376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18859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Straight Connector 77">
              <a:extLst>
                <a:ext uri="{FF2B5EF4-FFF2-40B4-BE49-F238E27FC236}">
                  <a16:creationId xmlns:a16="http://schemas.microsoft.com/office/drawing/2014/main" id="{8E6BE961-4385-4384-B028-D57AA88EF5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18803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Straight Connector 78">
              <a:extLst>
                <a:ext uri="{FF2B5EF4-FFF2-40B4-BE49-F238E27FC236}">
                  <a16:creationId xmlns:a16="http://schemas.microsoft.com/office/drawing/2014/main" id="{F98288B9-9DC0-41DF-BDC2-329675E1424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18747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Straight Connector 79">
              <a:extLst>
                <a:ext uri="{FF2B5EF4-FFF2-40B4-BE49-F238E27FC236}">
                  <a16:creationId xmlns:a16="http://schemas.microsoft.com/office/drawing/2014/main" id="{AA97B8C6-FF63-4B6A-913C-50CB2EB7BDE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18690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Straight Connector 80">
              <a:extLst>
                <a:ext uri="{FF2B5EF4-FFF2-40B4-BE49-F238E27FC236}">
                  <a16:creationId xmlns:a16="http://schemas.microsoft.com/office/drawing/2014/main" id="{F3734427-CEE3-45F9-8CDE-7DC28971615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18634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Straight Connector 81">
              <a:extLst>
                <a:ext uri="{FF2B5EF4-FFF2-40B4-BE49-F238E27FC236}">
                  <a16:creationId xmlns:a16="http://schemas.microsoft.com/office/drawing/2014/main" id="{F5443404-2D71-4E54-86D6-DB0D769AA40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Straight Connector 82">
              <a:extLst>
                <a:ext uri="{FF2B5EF4-FFF2-40B4-BE49-F238E27FC236}">
                  <a16:creationId xmlns:a16="http://schemas.microsoft.com/office/drawing/2014/main" id="{5C94E908-A14E-4E7A-B4FC-BB9D82FD0F3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A2E257B4-59EA-43CC-A20C-D2755D26B44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2890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Straight Connector 84">
              <a:extLst>
                <a:ext uri="{FF2B5EF4-FFF2-40B4-BE49-F238E27FC236}">
                  <a16:creationId xmlns:a16="http://schemas.microsoft.com/office/drawing/2014/main" id="{11037FBF-2F84-4578-9624-4E6D1076661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8609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526E3BDC-D7FC-4C7E-9F35-1D05C9D545D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4328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Straight Connector 86">
              <a:extLst>
                <a:ext uri="{FF2B5EF4-FFF2-40B4-BE49-F238E27FC236}">
                  <a16:creationId xmlns:a16="http://schemas.microsoft.com/office/drawing/2014/main" id="{4E39965B-216F-478B-8653-0F7B877C0BB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40047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Straight Connector 87">
              <a:extLst>
                <a:ext uri="{FF2B5EF4-FFF2-40B4-BE49-F238E27FC236}">
                  <a16:creationId xmlns:a16="http://schemas.microsoft.com/office/drawing/2014/main" id="{E2116FC6-1CFC-4E87-8431-E7833BFB75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95766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Straight Connector 88">
              <a:extLst>
                <a:ext uri="{FF2B5EF4-FFF2-40B4-BE49-F238E27FC236}">
                  <a16:creationId xmlns:a16="http://schemas.microsoft.com/office/drawing/2014/main" id="{97829DA6-D97C-490E-BEEF-83832787DE1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51485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Straight Connector 89">
              <a:extLst>
                <a:ext uri="{FF2B5EF4-FFF2-40B4-BE49-F238E27FC236}">
                  <a16:creationId xmlns:a16="http://schemas.microsoft.com/office/drawing/2014/main" id="{9495B6D3-A3B6-4636-A210-AFC128284F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07204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A2462476-3252-49A1-93CE-4FA22B830CF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62923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Straight Connector 91">
              <a:extLst>
                <a:ext uri="{FF2B5EF4-FFF2-40B4-BE49-F238E27FC236}">
                  <a16:creationId xmlns:a16="http://schemas.microsoft.com/office/drawing/2014/main" id="{E3C18803-7708-483D-8CE3-0992784BB56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18642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8B4024AE-5222-4804-AA42-E7A4C0B9700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7436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414FBE75-ECC4-4BB7-92B2-74D6CF6864E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Straight Connector 94">
              <a:extLst>
                <a:ext uri="{FF2B5EF4-FFF2-40B4-BE49-F238E27FC236}">
                  <a16:creationId xmlns:a16="http://schemas.microsoft.com/office/drawing/2014/main" id="{F7061C60-9F4E-4144-B974-AFB802AF4C0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248400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71C23EBA-FC45-E649-3E9D-53F937B89B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81470"/>
            <a:ext cx="10744186" cy="1611710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tx2">
                    <a:alpha val="80000"/>
                  </a:schemeClr>
                </a:solidFill>
              </a:rPr>
              <a:t>Entity Extraction</a:t>
            </a:r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EB97ECD4-67DD-4166-9EC5-5D88340058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86316" y="2403921"/>
            <a:ext cx="11806942" cy="3841034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graphicFrame>
        <p:nvGraphicFramePr>
          <p:cNvPr id="56" name="Content Placeholder 2">
            <a:extLst>
              <a:ext uri="{FF2B5EF4-FFF2-40B4-BE49-F238E27FC236}">
                <a16:creationId xmlns:a16="http://schemas.microsoft.com/office/drawing/2014/main" id="{17026D0C-F99C-85A7-4183-EB5E3315169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044310940"/>
              </p:ext>
            </p:extLst>
          </p:nvPr>
        </p:nvGraphicFramePr>
        <p:xfrm>
          <a:off x="457200" y="2500757"/>
          <a:ext cx="10723563" cy="367620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661393102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>
                                            <p:graphicEl>
                                              <a:dgm id="{0135A983-7D05-44BB-A287-48DC96F909CF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56">
                                            <p:graphicEl>
                                              <a:dgm id="{0135A983-7D05-44BB-A287-48DC96F909CF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56">
                                            <p:graphicEl>
                                              <a:dgm id="{0135A983-7D05-44BB-A287-48DC96F909CF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6">
                                            <p:graphicEl>
                                              <a:dgm id="{0135A983-7D05-44BB-A287-48DC96F909CF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>
                                            <p:graphicEl>
                                              <a:dgm id="{86B4CE18-B566-41C9-BB34-EC2C6C48FC08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56">
                                            <p:graphicEl>
                                              <a:dgm id="{86B4CE18-B566-41C9-BB34-EC2C6C48FC08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56">
                                            <p:graphicEl>
                                              <a:dgm id="{86B4CE18-B566-41C9-BB34-EC2C6C48FC08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56">
                                            <p:graphicEl>
                                              <a:dgm id="{86B4CE18-B566-41C9-BB34-EC2C6C48FC08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>
                                            <p:graphicEl>
                                              <a:dgm id="{FD6E262F-CE78-42AD-A256-44D58340184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56">
                                            <p:graphicEl>
                                              <a:dgm id="{FD6E262F-CE78-42AD-A256-44D583401849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56">
                                            <p:graphicEl>
                                              <a:dgm id="{FD6E262F-CE78-42AD-A256-44D583401849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6">
                                            <p:graphicEl>
                                              <a:dgm id="{FD6E262F-CE78-42AD-A256-44D58340184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>
                                            <p:graphicEl>
                                              <a:dgm id="{4E3C920B-52E0-4DDB-8CE6-D6BC385A1E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56">
                                            <p:graphicEl>
                                              <a:dgm id="{4E3C920B-52E0-4DDB-8CE6-D6BC385A1E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56">
                                            <p:graphicEl>
                                              <a:dgm id="{4E3C920B-52E0-4DDB-8CE6-D6BC385A1E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6">
                                            <p:graphicEl>
                                              <a:dgm id="{4E3C920B-52E0-4DDB-8CE6-D6BC385A1E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>
                                            <p:graphicEl>
                                              <a:dgm id="{3B303FF3-79EF-46CD-B0CF-5D023A24EE7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56">
                                            <p:graphicEl>
                                              <a:dgm id="{3B303FF3-79EF-46CD-B0CF-5D023A24EE7D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56">
                                            <p:graphicEl>
                                              <a:dgm id="{3B303FF3-79EF-46CD-B0CF-5D023A24EE7D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56">
                                            <p:graphicEl>
                                              <a:dgm id="{3B303FF3-79EF-46CD-B0CF-5D023A24EE7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>
                                            <p:graphicEl>
                                              <a:dgm id="{1780F7E7-473E-45EE-947C-34BFEF720DD0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56">
                                            <p:graphicEl>
                                              <a:dgm id="{1780F7E7-473E-45EE-947C-34BFEF720DD0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56">
                                            <p:graphicEl>
                                              <a:dgm id="{1780F7E7-473E-45EE-947C-34BFEF720DD0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56">
                                            <p:graphicEl>
                                              <a:dgm id="{1780F7E7-473E-45EE-947C-34BFEF720DD0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>
                                            <p:graphicEl>
                                              <a:dgm id="{96293912-87C6-4D9D-80CC-5681BFC2B5F8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56">
                                            <p:graphicEl>
                                              <a:dgm id="{96293912-87C6-4D9D-80CC-5681BFC2B5F8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56">
                                            <p:graphicEl>
                                              <a:dgm id="{96293912-87C6-4D9D-80CC-5681BFC2B5F8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56">
                                            <p:graphicEl>
                                              <a:dgm id="{96293912-87C6-4D9D-80CC-5681BFC2B5F8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>
                                            <p:graphicEl>
                                              <a:dgm id="{42CD276C-9EC0-443C-8744-EB9C3649324F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56">
                                            <p:graphicEl>
                                              <a:dgm id="{42CD276C-9EC0-443C-8744-EB9C3649324F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56">
                                            <p:graphicEl>
                                              <a:dgm id="{42CD276C-9EC0-443C-8744-EB9C3649324F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56">
                                            <p:graphicEl>
                                              <a:dgm id="{42CD276C-9EC0-443C-8744-EB9C3649324F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>
                                            <p:graphicEl>
                                              <a:dgm id="{9673ABF0-12FD-40FA-9689-824560B4CA1F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56">
                                            <p:graphicEl>
                                              <a:dgm id="{9673ABF0-12FD-40FA-9689-824560B4CA1F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56">
                                            <p:graphicEl>
                                              <a:dgm id="{9673ABF0-12FD-40FA-9689-824560B4CA1F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56">
                                            <p:graphicEl>
                                              <a:dgm id="{9673ABF0-12FD-40FA-9689-824560B4CA1F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>
                                            <p:graphicEl>
                                              <a:dgm id="{600DA035-218A-4458-8AFC-2E89B4B14214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2" dur="500" fill="hold"/>
                                        <p:tgtEl>
                                          <p:spTgt spid="56">
                                            <p:graphicEl>
                                              <a:dgm id="{600DA035-218A-4458-8AFC-2E89B4B14214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" dur="500" fill="hold"/>
                                        <p:tgtEl>
                                          <p:spTgt spid="56">
                                            <p:graphicEl>
                                              <a:dgm id="{600DA035-218A-4458-8AFC-2E89B4B14214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56">
                                            <p:graphicEl>
                                              <a:dgm id="{600DA035-218A-4458-8AFC-2E89B4B14214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>
                                            <p:graphicEl>
                                              <a:dgm id="{27B67DA0-8E50-4D43-9BE7-892BAB71AED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7" dur="500" fill="hold"/>
                                        <p:tgtEl>
                                          <p:spTgt spid="56">
                                            <p:graphicEl>
                                              <a:dgm id="{27B67DA0-8E50-4D43-9BE7-892BAB71AED3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500" fill="hold"/>
                                        <p:tgtEl>
                                          <p:spTgt spid="56">
                                            <p:graphicEl>
                                              <a:dgm id="{27B67DA0-8E50-4D43-9BE7-892BAB71AED3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56">
                                            <p:graphicEl>
                                              <a:dgm id="{27B67DA0-8E50-4D43-9BE7-892BAB71AED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>
                                            <p:graphicEl>
                                              <a:dgm id="{077FBD12-042C-4D26-AAD4-F075591F830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2" dur="500" fill="hold"/>
                                        <p:tgtEl>
                                          <p:spTgt spid="56">
                                            <p:graphicEl>
                                              <a:dgm id="{077FBD12-042C-4D26-AAD4-F075591F830B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3" dur="500" fill="hold"/>
                                        <p:tgtEl>
                                          <p:spTgt spid="56">
                                            <p:graphicEl>
                                              <a:dgm id="{077FBD12-042C-4D26-AAD4-F075591F830B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56">
                                            <p:graphicEl>
                                              <a:dgm id="{077FBD12-042C-4D26-AAD4-F075591F830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>
                                            <p:graphicEl>
                                              <a:dgm id="{27846770-8803-45A4-B868-184D3E1343F2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7" dur="500" fill="hold"/>
                                        <p:tgtEl>
                                          <p:spTgt spid="56">
                                            <p:graphicEl>
                                              <a:dgm id="{27846770-8803-45A4-B868-184D3E1343F2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8" dur="500" fill="hold"/>
                                        <p:tgtEl>
                                          <p:spTgt spid="56">
                                            <p:graphicEl>
                                              <a:dgm id="{27846770-8803-45A4-B868-184D3E1343F2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56">
                                            <p:graphicEl>
                                              <a:dgm id="{27846770-8803-45A4-B868-184D3E1343F2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>
                                            <p:graphicEl>
                                              <a:dgm id="{BC92F293-F4AC-4D3E-875A-D2A0ED169444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2" dur="500" fill="hold"/>
                                        <p:tgtEl>
                                          <p:spTgt spid="56">
                                            <p:graphicEl>
                                              <a:dgm id="{BC92F293-F4AC-4D3E-875A-D2A0ED169444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500" fill="hold"/>
                                        <p:tgtEl>
                                          <p:spTgt spid="56">
                                            <p:graphicEl>
                                              <a:dgm id="{BC92F293-F4AC-4D3E-875A-D2A0ED169444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56">
                                            <p:graphicEl>
                                              <a:dgm id="{BC92F293-F4AC-4D3E-875A-D2A0ED169444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>
                                            <p:graphicEl>
                                              <a:dgm id="{275AE0A0-6A54-4D7E-BE34-B2CBFF42658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7" dur="500" fill="hold"/>
                                        <p:tgtEl>
                                          <p:spTgt spid="56">
                                            <p:graphicEl>
                                              <a:dgm id="{275AE0A0-6A54-4D7E-BE34-B2CBFF426586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8" dur="500" fill="hold"/>
                                        <p:tgtEl>
                                          <p:spTgt spid="56">
                                            <p:graphicEl>
                                              <a:dgm id="{275AE0A0-6A54-4D7E-BE34-B2CBFF426586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56">
                                            <p:graphicEl>
                                              <a:dgm id="{275AE0A0-6A54-4D7E-BE34-B2CBFF42658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>
                                            <p:graphicEl>
                                              <a:dgm id="{C3F1C44A-E3E4-4DEE-8D8D-110327666090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2" dur="500" fill="hold"/>
                                        <p:tgtEl>
                                          <p:spTgt spid="56">
                                            <p:graphicEl>
                                              <a:dgm id="{C3F1C44A-E3E4-4DEE-8D8D-110327666090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3" dur="500" fill="hold"/>
                                        <p:tgtEl>
                                          <p:spTgt spid="56">
                                            <p:graphicEl>
                                              <a:dgm id="{C3F1C44A-E3E4-4DEE-8D8D-110327666090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56">
                                            <p:graphicEl>
                                              <a:dgm id="{C3F1C44A-E3E4-4DEE-8D8D-110327666090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>
                                            <p:graphicEl>
                                              <a:dgm id="{72E2CA44-C8B2-489E-A8F3-5137EE6E54AF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7" dur="500" fill="hold"/>
                                        <p:tgtEl>
                                          <p:spTgt spid="56">
                                            <p:graphicEl>
                                              <a:dgm id="{72E2CA44-C8B2-489E-A8F3-5137EE6E54AF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8" dur="500" fill="hold"/>
                                        <p:tgtEl>
                                          <p:spTgt spid="56">
                                            <p:graphicEl>
                                              <a:dgm id="{72E2CA44-C8B2-489E-A8F3-5137EE6E54AF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56">
                                            <p:graphicEl>
                                              <a:dgm id="{72E2CA44-C8B2-489E-A8F3-5137EE6E54AF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>
                                            <p:graphicEl>
                                              <a:dgm id="{AD0F1EE5-2551-4AEE-B9BB-6BB639057F11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2" dur="500" fill="hold"/>
                                        <p:tgtEl>
                                          <p:spTgt spid="56">
                                            <p:graphicEl>
                                              <a:dgm id="{AD0F1EE5-2551-4AEE-B9BB-6BB639057F11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3" dur="500" fill="hold"/>
                                        <p:tgtEl>
                                          <p:spTgt spid="56">
                                            <p:graphicEl>
                                              <a:dgm id="{AD0F1EE5-2551-4AEE-B9BB-6BB639057F11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56">
                                            <p:graphicEl>
                                              <a:dgm id="{AD0F1EE5-2551-4AEE-B9BB-6BB639057F11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>
                                            <p:graphicEl>
                                              <a:dgm id="{EA05622D-2FEB-4F4F-B945-91DA89B031E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7" dur="500" fill="hold"/>
                                        <p:tgtEl>
                                          <p:spTgt spid="56">
                                            <p:graphicEl>
                                              <a:dgm id="{EA05622D-2FEB-4F4F-B945-91DA89B031E9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8" dur="500" fill="hold"/>
                                        <p:tgtEl>
                                          <p:spTgt spid="56">
                                            <p:graphicEl>
                                              <a:dgm id="{EA05622D-2FEB-4F4F-B945-91DA89B031E9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56">
                                            <p:graphicEl>
                                              <a:dgm id="{EA05622D-2FEB-4F4F-B945-91DA89B031E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>
                                            <p:graphicEl>
                                              <a:dgm id="{4FB374AC-9E34-4AE1-84C1-9B3363A4F55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2" dur="500" fill="hold"/>
                                        <p:tgtEl>
                                          <p:spTgt spid="56">
                                            <p:graphicEl>
                                              <a:dgm id="{4FB374AC-9E34-4AE1-84C1-9B3363A4F55E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3" dur="500" fill="hold"/>
                                        <p:tgtEl>
                                          <p:spTgt spid="56">
                                            <p:graphicEl>
                                              <a:dgm id="{4FB374AC-9E34-4AE1-84C1-9B3363A4F55E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4" dur="500"/>
                                        <p:tgtEl>
                                          <p:spTgt spid="56">
                                            <p:graphicEl>
                                              <a:dgm id="{4FB374AC-9E34-4AE1-84C1-9B3363A4F55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>
                                            <p:graphicEl>
                                              <a:dgm id="{3EE6D6FB-DEFB-4FAD-B78D-52936C77404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7" dur="500" fill="hold"/>
                                        <p:tgtEl>
                                          <p:spTgt spid="56">
                                            <p:graphicEl>
                                              <a:dgm id="{3EE6D6FB-DEFB-4FAD-B78D-52936C774045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8" dur="500" fill="hold"/>
                                        <p:tgtEl>
                                          <p:spTgt spid="56">
                                            <p:graphicEl>
                                              <a:dgm id="{3EE6D6FB-DEFB-4FAD-B78D-52936C774045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56">
                                            <p:graphicEl>
                                              <a:dgm id="{3EE6D6FB-DEFB-4FAD-B78D-52936C77404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>
                                            <p:graphicEl>
                                              <a:dgm id="{952219C6-7E3E-4E61-884E-A5868CEF22E7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2" dur="500" fill="hold"/>
                                        <p:tgtEl>
                                          <p:spTgt spid="56">
                                            <p:graphicEl>
                                              <a:dgm id="{952219C6-7E3E-4E61-884E-A5868CEF22E7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3" dur="500" fill="hold"/>
                                        <p:tgtEl>
                                          <p:spTgt spid="56">
                                            <p:graphicEl>
                                              <a:dgm id="{952219C6-7E3E-4E61-884E-A5868CEF22E7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56">
                                            <p:graphicEl>
                                              <a:dgm id="{952219C6-7E3E-4E61-884E-A5868CEF22E7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>
                                            <p:graphicEl>
                                              <a:dgm id="{BB64EACA-E0F7-42C0-850B-029396D29277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7" dur="500" fill="hold"/>
                                        <p:tgtEl>
                                          <p:spTgt spid="56">
                                            <p:graphicEl>
                                              <a:dgm id="{BB64EACA-E0F7-42C0-850B-029396D29277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8" dur="500" fill="hold"/>
                                        <p:tgtEl>
                                          <p:spTgt spid="56">
                                            <p:graphicEl>
                                              <a:dgm id="{BB64EACA-E0F7-42C0-850B-029396D29277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56">
                                            <p:graphicEl>
                                              <a:dgm id="{BB64EACA-E0F7-42C0-850B-029396D29277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>
                                            <p:graphicEl>
                                              <a:dgm id="{757C20A5-964D-473E-82D6-FA80F026A32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2" dur="500" fill="hold"/>
                                        <p:tgtEl>
                                          <p:spTgt spid="56">
                                            <p:graphicEl>
                                              <a:dgm id="{757C20A5-964D-473E-82D6-FA80F026A323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3" dur="500" fill="hold"/>
                                        <p:tgtEl>
                                          <p:spTgt spid="56">
                                            <p:graphicEl>
                                              <a:dgm id="{757C20A5-964D-473E-82D6-FA80F026A323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56">
                                            <p:graphicEl>
                                              <a:dgm id="{757C20A5-964D-473E-82D6-FA80F026A32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>
                                            <p:graphicEl>
                                              <a:dgm id="{0EEB6FAD-6E5D-4429-A4A0-B4E7B908DC8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7" dur="500" fill="hold"/>
                                        <p:tgtEl>
                                          <p:spTgt spid="56">
                                            <p:graphicEl>
                                              <a:dgm id="{0EEB6FAD-6E5D-4429-A4A0-B4E7B908DC8C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8" dur="500" fill="hold"/>
                                        <p:tgtEl>
                                          <p:spTgt spid="56">
                                            <p:graphicEl>
                                              <a:dgm id="{0EEB6FAD-6E5D-4429-A4A0-B4E7B908DC8C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9" dur="500"/>
                                        <p:tgtEl>
                                          <p:spTgt spid="56">
                                            <p:graphicEl>
                                              <a:dgm id="{0EEB6FAD-6E5D-4429-A4A0-B4E7B908DC8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>
                                            <p:graphicEl>
                                              <a:dgm id="{63C8CFD6-0A07-48B2-9B22-EE38C6B3F9BA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2" dur="500" fill="hold"/>
                                        <p:tgtEl>
                                          <p:spTgt spid="56">
                                            <p:graphicEl>
                                              <a:dgm id="{63C8CFD6-0A07-48B2-9B22-EE38C6B3F9BA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3" dur="500" fill="hold"/>
                                        <p:tgtEl>
                                          <p:spTgt spid="56">
                                            <p:graphicEl>
                                              <a:dgm id="{63C8CFD6-0A07-48B2-9B22-EE38C6B3F9BA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4" dur="500"/>
                                        <p:tgtEl>
                                          <p:spTgt spid="56">
                                            <p:graphicEl>
                                              <a:dgm id="{63C8CFD6-0A07-48B2-9B22-EE38C6B3F9BA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>
                                            <p:graphicEl>
                                              <a:dgm id="{5D0A9DE1-EB4D-4632-9578-427A5899C582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7" dur="500" fill="hold"/>
                                        <p:tgtEl>
                                          <p:spTgt spid="56">
                                            <p:graphicEl>
                                              <a:dgm id="{5D0A9DE1-EB4D-4632-9578-427A5899C582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8" dur="500" fill="hold"/>
                                        <p:tgtEl>
                                          <p:spTgt spid="56">
                                            <p:graphicEl>
                                              <a:dgm id="{5D0A9DE1-EB4D-4632-9578-427A5899C582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9" dur="500"/>
                                        <p:tgtEl>
                                          <p:spTgt spid="56">
                                            <p:graphicEl>
                                              <a:dgm id="{5D0A9DE1-EB4D-4632-9578-427A5899C582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>
                                            <p:graphicEl>
                                              <a:dgm id="{6B936C8B-4DFA-45A7-B679-9EF4F5815C6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2" dur="500" fill="hold"/>
                                        <p:tgtEl>
                                          <p:spTgt spid="56">
                                            <p:graphicEl>
                                              <a:dgm id="{6B936C8B-4DFA-45A7-B679-9EF4F5815C6B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3" dur="500" fill="hold"/>
                                        <p:tgtEl>
                                          <p:spTgt spid="56">
                                            <p:graphicEl>
                                              <a:dgm id="{6B936C8B-4DFA-45A7-B679-9EF4F5815C6B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4" dur="500"/>
                                        <p:tgtEl>
                                          <p:spTgt spid="56">
                                            <p:graphicEl>
                                              <a:dgm id="{6B936C8B-4DFA-45A7-B679-9EF4F5815C6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>
                                            <p:graphicEl>
                                              <a:dgm id="{13019B95-4C2D-497D-845D-B2FE35E4C202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7" dur="500" fill="hold"/>
                                        <p:tgtEl>
                                          <p:spTgt spid="56">
                                            <p:graphicEl>
                                              <a:dgm id="{13019B95-4C2D-497D-845D-B2FE35E4C202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8" dur="500" fill="hold"/>
                                        <p:tgtEl>
                                          <p:spTgt spid="56">
                                            <p:graphicEl>
                                              <a:dgm id="{13019B95-4C2D-497D-845D-B2FE35E4C202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9" dur="500"/>
                                        <p:tgtEl>
                                          <p:spTgt spid="56">
                                            <p:graphicEl>
                                              <a:dgm id="{13019B95-4C2D-497D-845D-B2FE35E4C202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>
                                            <p:graphicEl>
                                              <a:dgm id="{3E03B6E2-E656-4A60-BB79-3C6859E7C844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2" dur="500" fill="hold"/>
                                        <p:tgtEl>
                                          <p:spTgt spid="56">
                                            <p:graphicEl>
                                              <a:dgm id="{3E03B6E2-E656-4A60-BB79-3C6859E7C844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3" dur="500" fill="hold"/>
                                        <p:tgtEl>
                                          <p:spTgt spid="56">
                                            <p:graphicEl>
                                              <a:dgm id="{3E03B6E2-E656-4A60-BB79-3C6859E7C844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4" dur="500"/>
                                        <p:tgtEl>
                                          <p:spTgt spid="56">
                                            <p:graphicEl>
                                              <a:dgm id="{3E03B6E2-E656-4A60-BB79-3C6859E7C844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6" grpId="0" uiExpand="1">
        <p:bldSub>
          <a:bldDgm bld="one"/>
        </p:bldSub>
      </p:bldGraphic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C582B07-D0F0-4B6B-A5D9-D2F192CB3A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1B645D3-580E-4657-9154-484648880E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bg2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12" name="Right Triangle 11">
            <a:extLst>
              <a:ext uri="{FF2B5EF4-FFF2-40B4-BE49-F238E27FC236}">
                <a16:creationId xmlns:a16="http://schemas.microsoft.com/office/drawing/2014/main" id="{DA1A4301-6FFC-4C82-A1FA-7634D8CAA8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>
            <a:off x="422269" y="-284218"/>
            <a:ext cx="568289" cy="568289"/>
          </a:xfrm>
          <a:prstGeom prst="rtTriangle">
            <a:avLst/>
          </a:prstGeom>
          <a:solidFill>
            <a:schemeClr val="bg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27870DA4-44E8-43FB-940A-4AF9766959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178446" y="4912946"/>
            <a:ext cx="2010507" cy="1945055"/>
          </a:xfrm>
          <a:custGeom>
            <a:avLst/>
            <a:gdLst>
              <a:gd name="connsiteX0" fmla="*/ 2010507 w 2010507"/>
              <a:gd name="connsiteY0" fmla="*/ 0 h 1945055"/>
              <a:gd name="connsiteX1" fmla="*/ 2010507 w 2010507"/>
              <a:gd name="connsiteY1" fmla="*/ 834250 h 1945055"/>
              <a:gd name="connsiteX2" fmla="*/ 1918431 w 2010507"/>
              <a:gd name="connsiteY2" fmla="*/ 857925 h 1945055"/>
              <a:gd name="connsiteX3" fmla="*/ 846136 w 2010507"/>
              <a:gd name="connsiteY3" fmla="*/ 1930220 h 1945055"/>
              <a:gd name="connsiteX4" fmla="*/ 842322 w 2010507"/>
              <a:gd name="connsiteY4" fmla="*/ 1945055 h 1945055"/>
              <a:gd name="connsiteX5" fmla="*/ 0 w 2010507"/>
              <a:gd name="connsiteY5" fmla="*/ 1945055 h 1945055"/>
              <a:gd name="connsiteX6" fmla="*/ 3608 w 2010507"/>
              <a:gd name="connsiteY6" fmla="*/ 1921417 h 1945055"/>
              <a:gd name="connsiteX7" fmla="*/ 1909628 w 2010507"/>
              <a:gd name="connsiteY7" fmla="*/ 15396 h 19450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010507" h="1945055">
                <a:moveTo>
                  <a:pt x="2010507" y="0"/>
                </a:moveTo>
                <a:lnTo>
                  <a:pt x="2010507" y="834250"/>
                </a:lnTo>
                <a:lnTo>
                  <a:pt x="1918431" y="857925"/>
                </a:lnTo>
                <a:cubicBezTo>
                  <a:pt x="1407892" y="1016719"/>
                  <a:pt x="1004930" y="1419681"/>
                  <a:pt x="846136" y="1930220"/>
                </a:cubicBezTo>
                <a:lnTo>
                  <a:pt x="842322" y="1945055"/>
                </a:lnTo>
                <a:lnTo>
                  <a:pt x="0" y="1945055"/>
                </a:lnTo>
                <a:lnTo>
                  <a:pt x="3608" y="1921417"/>
                </a:lnTo>
                <a:cubicBezTo>
                  <a:pt x="199379" y="964705"/>
                  <a:pt x="952916" y="211168"/>
                  <a:pt x="1909628" y="15396"/>
                </a:cubicBezTo>
                <a:close/>
              </a:path>
            </a:pathLst>
          </a:custGeom>
          <a:solidFill>
            <a:schemeClr val="accent1">
              <a:lumMod val="20000"/>
              <a:lumOff val="8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8323DD1D-77DE-48B2-A0A0-6265801531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2214827" cy="6858000"/>
            <a:chOff x="-6214" y="-1"/>
            <a:chExt cx="12214827" cy="6858000"/>
          </a:xfrm>
        </p:grpSpPr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5C230063-C474-48F9-AD35-F649415C22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6251EB77-6139-46FD-BABC-85764659488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A8177B72-4955-469C-BAF0-E0762637944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C09269C7-DB34-4A8C-BAC9-2496A058B8B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FFA42117-D401-4236-8EAA-EC9095D4C6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196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6746B91E-6053-4974-B374-9D1B8FBD70C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9140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ED5DA8D3-12FB-4731-BDBC-93B6113D0C4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9084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7D16B49A-4893-4729-87B8-9A0B8E592D9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9028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406D93EE-2329-4706-89C0-BB6C94A39A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8971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3DC3E76F-2DB4-40DA-8C45-943861B1723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18915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F56318F6-E559-4DA6-95C0-D2BB10BA641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18859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83243B57-CFAA-461A-AE56-A61CF60F3A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18803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86AEACE9-7BE6-4FC5-9686-47F15ABA56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18747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5DCAE5B4-5700-44A8-91DA-D8415FB04F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18690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F2F9D9C9-D01B-4870-8B33-310D77DF5B3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18634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905DDC7F-2142-41F1-B1E3-A37A0B6FD1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51B19576-1AA2-4552-8D7D-831B1378149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C504D005-AC5D-4160-8184-5BB45CE004E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2890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DA540368-C5A6-4F28-A60E-763362A6E5B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8609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767B4722-C810-495C-BB11-45141E367DC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4328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83B1706B-6FE4-44FB-B429-E59AE3B16DB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40047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F9DD5DAD-1CA2-48BA-94BF-70B1AC2BB5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95766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076A21FA-0159-4468-9737-BDBD342618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51485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0870688F-0FB0-4A4A-9F90-7EAE14CAE2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07204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8F7D7D25-8970-4DD6-A3D7-0D550BA85C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62923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8B480E32-418E-4DE3-B6E7-2F803A2C75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18642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0985F833-A609-4B9C-A0D7-6DF88DB7BA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7436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DAA9A587-B078-4028-A924-4A6DDDA2C4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1E2E5E8E-3025-4C93-9E63-9C47C5BBA99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248400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2251109-1A60-562D-9FCE-3A3BB252ED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8145" y="675249"/>
            <a:ext cx="3549810" cy="2057046"/>
          </a:xfrm>
        </p:spPr>
        <p:txBody>
          <a:bodyPr anchor="t">
            <a:normAutofit/>
          </a:bodyPr>
          <a:lstStyle/>
          <a:p>
            <a:r>
              <a:rPr lang="en-US" dirty="0">
                <a:solidFill>
                  <a:schemeClr val="tx2"/>
                </a:solidFill>
              </a:rPr>
              <a:t>Entity Relationship Diagram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F19DDEFE-0F11-D224-92E4-1C4C05B566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80123" y="170754"/>
            <a:ext cx="6843639" cy="5268064"/>
          </a:xfrm>
          <a:prstGeom prst="rect">
            <a:avLst/>
          </a:prstGeom>
        </p:spPr>
      </p:pic>
      <p:sp>
        <p:nvSpPr>
          <p:cNvPr id="50" name="Shape 77">
            <a:extLst>
              <a:ext uri="{FF2B5EF4-FFF2-40B4-BE49-F238E27FC236}">
                <a16:creationId xmlns:a16="http://schemas.microsoft.com/office/drawing/2014/main" id="{F6B10540-B874-ABCA-D540-B731EE022241}"/>
              </a:ext>
            </a:extLst>
          </p:cNvPr>
          <p:cNvSpPr/>
          <p:nvPr/>
        </p:nvSpPr>
        <p:spPr>
          <a:xfrm>
            <a:off x="395288" y="5704090"/>
            <a:ext cx="3705225" cy="876300"/>
          </a:xfrm>
          <a:custGeom>
            <a:avLst/>
            <a:gdLst/>
            <a:ahLst/>
            <a:cxnLst/>
            <a:rect l="l" t="t" r="r" b="b"/>
            <a:pathLst>
              <a:path w="3705225" h="876300">
                <a:moveTo>
                  <a:pt x="0" y="0"/>
                </a:moveTo>
                <a:lnTo>
                  <a:pt x="3705225" y="0"/>
                </a:lnTo>
                <a:lnTo>
                  <a:pt x="3705225" y="876300"/>
                </a:lnTo>
                <a:lnTo>
                  <a:pt x="0" y="8763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2D3436"/>
            </a:solidFill>
            <a:prstDash val="solid"/>
          </a:ln>
          <a:effectLst>
            <a:outerShdw blurRad="101600" dist="50800" dir="2700000" algn="bl" rotWithShape="0">
              <a:srgbClr val="FFFFFF">
                <a:alpha val="7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1" name="Shape 78">
            <a:extLst>
              <a:ext uri="{FF2B5EF4-FFF2-40B4-BE49-F238E27FC236}">
                <a16:creationId xmlns:a16="http://schemas.microsoft.com/office/drawing/2014/main" id="{0B0556BD-66D5-F698-9306-1B988E604592}"/>
              </a:ext>
            </a:extLst>
          </p:cNvPr>
          <p:cNvSpPr/>
          <p:nvPr/>
        </p:nvSpPr>
        <p:spPr>
          <a:xfrm>
            <a:off x="495300" y="5804103"/>
            <a:ext cx="209550" cy="209550"/>
          </a:xfrm>
          <a:custGeom>
            <a:avLst/>
            <a:gdLst/>
            <a:ahLst/>
            <a:cxnLst/>
            <a:rect l="l" t="t" r="r" b="b"/>
            <a:pathLst>
              <a:path w="209550" h="209550">
                <a:moveTo>
                  <a:pt x="0" y="0"/>
                </a:moveTo>
                <a:lnTo>
                  <a:pt x="209550" y="0"/>
                </a:lnTo>
                <a:lnTo>
                  <a:pt x="209550" y="209550"/>
                </a:lnTo>
                <a:lnTo>
                  <a:pt x="0" y="209550"/>
                </a:lnTo>
                <a:lnTo>
                  <a:pt x="0" y="0"/>
                </a:lnTo>
                <a:close/>
              </a:path>
            </a:pathLst>
          </a:custGeom>
          <a:solidFill>
            <a:srgbClr val="FF6B6B"/>
          </a:solidFill>
          <a:ln w="25400">
            <a:solidFill>
              <a:srgbClr val="2D343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Shape 79">
            <a:extLst>
              <a:ext uri="{FF2B5EF4-FFF2-40B4-BE49-F238E27FC236}">
                <a16:creationId xmlns:a16="http://schemas.microsoft.com/office/drawing/2014/main" id="{6E74AB56-9EDB-C5B0-A160-03D6FFFADBB4}"/>
              </a:ext>
            </a:extLst>
          </p:cNvPr>
          <p:cNvSpPr/>
          <p:nvPr/>
        </p:nvSpPr>
        <p:spPr>
          <a:xfrm>
            <a:off x="535781" y="5851728"/>
            <a:ext cx="128588" cy="114300"/>
          </a:xfrm>
          <a:custGeom>
            <a:avLst/>
            <a:gdLst/>
            <a:ahLst/>
            <a:cxnLst/>
            <a:rect l="l" t="t" r="r" b="b"/>
            <a:pathLst>
              <a:path w="128588" h="114300">
                <a:moveTo>
                  <a:pt x="93650" y="21431"/>
                </a:moveTo>
                <a:cubicBezTo>
                  <a:pt x="89944" y="21431"/>
                  <a:pt x="86350" y="22436"/>
                  <a:pt x="83202" y="24266"/>
                </a:cubicBezTo>
                <a:cubicBezTo>
                  <a:pt x="79675" y="20695"/>
                  <a:pt x="75567" y="17703"/>
                  <a:pt x="71036" y="15448"/>
                </a:cubicBezTo>
                <a:cubicBezTo>
                  <a:pt x="77331" y="10091"/>
                  <a:pt x="85345" y="7144"/>
                  <a:pt x="93650" y="7144"/>
                </a:cubicBezTo>
                <a:cubicBezTo>
                  <a:pt x="112938" y="7144"/>
                  <a:pt x="128588" y="22771"/>
                  <a:pt x="128588" y="42081"/>
                </a:cubicBezTo>
                <a:cubicBezTo>
                  <a:pt x="128588" y="51346"/>
                  <a:pt x="124904" y="60231"/>
                  <a:pt x="118363" y="66772"/>
                </a:cubicBezTo>
                <a:lnTo>
                  <a:pt x="102490" y="82644"/>
                </a:lnTo>
                <a:cubicBezTo>
                  <a:pt x="95949" y="89185"/>
                  <a:pt x="87064" y="92869"/>
                  <a:pt x="77800" y="92869"/>
                </a:cubicBezTo>
                <a:cubicBezTo>
                  <a:pt x="58512" y="92869"/>
                  <a:pt x="42863" y="77242"/>
                  <a:pt x="42863" y="57931"/>
                </a:cubicBezTo>
                <a:cubicBezTo>
                  <a:pt x="42863" y="57596"/>
                  <a:pt x="42863" y="57262"/>
                  <a:pt x="42885" y="56927"/>
                </a:cubicBezTo>
                <a:cubicBezTo>
                  <a:pt x="42996" y="52975"/>
                  <a:pt x="46278" y="49872"/>
                  <a:pt x="50229" y="49984"/>
                </a:cubicBezTo>
                <a:cubicBezTo>
                  <a:pt x="54181" y="50096"/>
                  <a:pt x="57284" y="53377"/>
                  <a:pt x="57172" y="57329"/>
                </a:cubicBezTo>
                <a:cubicBezTo>
                  <a:pt x="57172" y="57530"/>
                  <a:pt x="57172" y="57730"/>
                  <a:pt x="57172" y="57909"/>
                </a:cubicBezTo>
                <a:cubicBezTo>
                  <a:pt x="57172" y="69317"/>
                  <a:pt x="66415" y="78559"/>
                  <a:pt x="77822" y="78559"/>
                </a:cubicBezTo>
                <a:cubicBezTo>
                  <a:pt x="83292" y="78559"/>
                  <a:pt x="88538" y="76393"/>
                  <a:pt x="92422" y="72509"/>
                </a:cubicBezTo>
                <a:lnTo>
                  <a:pt x="108295" y="56637"/>
                </a:lnTo>
                <a:cubicBezTo>
                  <a:pt x="112157" y="52774"/>
                  <a:pt x="114345" y="47506"/>
                  <a:pt x="114345" y="42037"/>
                </a:cubicBezTo>
                <a:cubicBezTo>
                  <a:pt x="114345" y="30629"/>
                  <a:pt x="105102" y="21387"/>
                  <a:pt x="93695" y="21387"/>
                </a:cubicBezTo>
                <a:close/>
                <a:moveTo>
                  <a:pt x="61436" y="38688"/>
                </a:moveTo>
                <a:cubicBezTo>
                  <a:pt x="61012" y="38509"/>
                  <a:pt x="60588" y="38264"/>
                  <a:pt x="60208" y="37996"/>
                </a:cubicBezTo>
                <a:cubicBezTo>
                  <a:pt x="57396" y="36545"/>
                  <a:pt x="54181" y="35719"/>
                  <a:pt x="50810" y="35719"/>
                </a:cubicBezTo>
                <a:cubicBezTo>
                  <a:pt x="45340" y="35719"/>
                  <a:pt x="40094" y="37884"/>
                  <a:pt x="36210" y="41769"/>
                </a:cubicBezTo>
                <a:lnTo>
                  <a:pt x="20337" y="57641"/>
                </a:lnTo>
                <a:cubicBezTo>
                  <a:pt x="16475" y="61503"/>
                  <a:pt x="14288" y="66772"/>
                  <a:pt x="14288" y="72241"/>
                </a:cubicBezTo>
                <a:cubicBezTo>
                  <a:pt x="14288" y="83649"/>
                  <a:pt x="23530" y="92891"/>
                  <a:pt x="34937" y="92891"/>
                </a:cubicBezTo>
                <a:cubicBezTo>
                  <a:pt x="38621" y="92891"/>
                  <a:pt x="42215" y="91909"/>
                  <a:pt x="45363" y="90078"/>
                </a:cubicBezTo>
                <a:cubicBezTo>
                  <a:pt x="48890" y="93650"/>
                  <a:pt x="52998" y="96642"/>
                  <a:pt x="57552" y="98896"/>
                </a:cubicBezTo>
                <a:cubicBezTo>
                  <a:pt x="51256" y="104232"/>
                  <a:pt x="43264" y="107201"/>
                  <a:pt x="34937" y="107201"/>
                </a:cubicBezTo>
                <a:cubicBezTo>
                  <a:pt x="15649" y="107201"/>
                  <a:pt x="0" y="91574"/>
                  <a:pt x="0" y="72263"/>
                </a:cubicBezTo>
                <a:cubicBezTo>
                  <a:pt x="0" y="62999"/>
                  <a:pt x="3683" y="54114"/>
                  <a:pt x="10224" y="47573"/>
                </a:cubicBezTo>
                <a:lnTo>
                  <a:pt x="26097" y="31700"/>
                </a:lnTo>
                <a:cubicBezTo>
                  <a:pt x="32638" y="25159"/>
                  <a:pt x="41523" y="21476"/>
                  <a:pt x="50788" y="21476"/>
                </a:cubicBezTo>
                <a:cubicBezTo>
                  <a:pt x="70120" y="21476"/>
                  <a:pt x="85725" y="37237"/>
                  <a:pt x="85725" y="56503"/>
                </a:cubicBezTo>
                <a:cubicBezTo>
                  <a:pt x="85725" y="56793"/>
                  <a:pt x="85725" y="57083"/>
                  <a:pt x="85725" y="57373"/>
                </a:cubicBezTo>
                <a:cubicBezTo>
                  <a:pt x="85636" y="61325"/>
                  <a:pt x="82354" y="64428"/>
                  <a:pt x="78403" y="64338"/>
                </a:cubicBezTo>
                <a:cubicBezTo>
                  <a:pt x="74451" y="64249"/>
                  <a:pt x="71348" y="60967"/>
                  <a:pt x="71438" y="57016"/>
                </a:cubicBezTo>
                <a:cubicBezTo>
                  <a:pt x="71438" y="56837"/>
                  <a:pt x="71438" y="56681"/>
                  <a:pt x="71438" y="56503"/>
                </a:cubicBezTo>
                <a:cubicBezTo>
                  <a:pt x="71438" y="48979"/>
                  <a:pt x="67419" y="42371"/>
                  <a:pt x="61436" y="38733"/>
                </a:cubicBezTo>
                <a:close/>
              </a:path>
            </a:pathLst>
          </a:custGeom>
          <a:solidFill>
            <a:srgbClr val="FF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3" name="Text 80">
            <a:extLst>
              <a:ext uri="{FF2B5EF4-FFF2-40B4-BE49-F238E27FC236}">
                <a16:creationId xmlns:a16="http://schemas.microsoft.com/office/drawing/2014/main" id="{716DA463-FCC8-D4FE-A759-AB1F009AD356}"/>
              </a:ext>
            </a:extLst>
          </p:cNvPr>
          <p:cNvSpPr/>
          <p:nvPr/>
        </p:nvSpPr>
        <p:spPr>
          <a:xfrm>
            <a:off x="790575" y="5794578"/>
            <a:ext cx="13620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2D3436"/>
                </a:solidFill>
                <a:latin typeface="Coda" pitchFamily="34" charset="0"/>
                <a:ea typeface="Coda" pitchFamily="34" charset="-122"/>
                <a:cs typeface="Coda" pitchFamily="34" charset="-120"/>
              </a:rPr>
              <a:t>User Relationships</a:t>
            </a:r>
            <a:endParaRPr lang="en-US" sz="1600" dirty="0"/>
          </a:p>
        </p:txBody>
      </p:sp>
      <p:sp>
        <p:nvSpPr>
          <p:cNvPr id="54" name="Text 81">
            <a:extLst>
              <a:ext uri="{FF2B5EF4-FFF2-40B4-BE49-F238E27FC236}">
                <a16:creationId xmlns:a16="http://schemas.microsoft.com/office/drawing/2014/main" id="{030AE417-1228-8A0D-C866-1DAC28FEB1B1}"/>
              </a:ext>
            </a:extLst>
          </p:cNvPr>
          <p:cNvSpPr/>
          <p:nvPr/>
        </p:nvSpPr>
        <p:spPr>
          <a:xfrm>
            <a:off x="485775" y="6061278"/>
            <a:ext cx="35814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900" dirty="0">
                <a:solidFill>
                  <a:srgbClr val="2D343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Users → Hotel Bookings (1:M)</a:t>
            </a:r>
            <a:endParaRPr lang="en-US" sz="1600" dirty="0"/>
          </a:p>
          <a:p>
            <a:pPr>
              <a:lnSpc>
                <a:spcPct val="100000"/>
              </a:lnSpc>
            </a:pPr>
            <a:r>
              <a:rPr lang="en-US" sz="900" dirty="0">
                <a:solidFill>
                  <a:srgbClr val="2D343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Users → Flight Bookings (1:M)</a:t>
            </a:r>
            <a:endParaRPr lang="en-US" sz="1600" dirty="0"/>
          </a:p>
          <a:p>
            <a:pPr>
              <a:lnSpc>
                <a:spcPct val="100000"/>
              </a:lnSpc>
            </a:pPr>
            <a:r>
              <a:rPr lang="en-US" sz="900" dirty="0">
                <a:solidFill>
                  <a:srgbClr val="2D343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Users → Reviews (1:M)</a:t>
            </a:r>
            <a:endParaRPr lang="en-US" sz="1600" dirty="0"/>
          </a:p>
        </p:txBody>
      </p:sp>
      <p:sp>
        <p:nvSpPr>
          <p:cNvPr id="55" name="Shape 82">
            <a:extLst>
              <a:ext uri="{FF2B5EF4-FFF2-40B4-BE49-F238E27FC236}">
                <a16:creationId xmlns:a16="http://schemas.microsoft.com/office/drawing/2014/main" id="{DE3F8BCD-5ED1-46E6-5274-DE3F9D71C3E9}"/>
              </a:ext>
            </a:extLst>
          </p:cNvPr>
          <p:cNvSpPr/>
          <p:nvPr/>
        </p:nvSpPr>
        <p:spPr>
          <a:xfrm>
            <a:off x="4243388" y="5704090"/>
            <a:ext cx="3705225" cy="876300"/>
          </a:xfrm>
          <a:custGeom>
            <a:avLst/>
            <a:gdLst/>
            <a:ahLst/>
            <a:cxnLst/>
            <a:rect l="l" t="t" r="r" b="b"/>
            <a:pathLst>
              <a:path w="3705225" h="876300">
                <a:moveTo>
                  <a:pt x="0" y="0"/>
                </a:moveTo>
                <a:lnTo>
                  <a:pt x="3705225" y="0"/>
                </a:lnTo>
                <a:lnTo>
                  <a:pt x="3705225" y="876300"/>
                </a:lnTo>
                <a:lnTo>
                  <a:pt x="0" y="8763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2D3436"/>
            </a:solidFill>
            <a:prstDash val="solid"/>
          </a:ln>
          <a:effectLst>
            <a:outerShdw blurRad="101600" dist="50800" dir="2700000" algn="bl" rotWithShape="0">
              <a:srgbClr val="FFFFFF">
                <a:alpha val="7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6" name="Shape 83">
            <a:extLst>
              <a:ext uri="{FF2B5EF4-FFF2-40B4-BE49-F238E27FC236}">
                <a16:creationId xmlns:a16="http://schemas.microsoft.com/office/drawing/2014/main" id="{35603FBB-3AB7-4358-C738-A7884625A37C}"/>
              </a:ext>
            </a:extLst>
          </p:cNvPr>
          <p:cNvSpPr/>
          <p:nvPr/>
        </p:nvSpPr>
        <p:spPr>
          <a:xfrm>
            <a:off x="4343400" y="5804103"/>
            <a:ext cx="209550" cy="209550"/>
          </a:xfrm>
          <a:custGeom>
            <a:avLst/>
            <a:gdLst/>
            <a:ahLst/>
            <a:cxnLst/>
            <a:rect l="l" t="t" r="r" b="b"/>
            <a:pathLst>
              <a:path w="209550" h="209550">
                <a:moveTo>
                  <a:pt x="0" y="0"/>
                </a:moveTo>
                <a:lnTo>
                  <a:pt x="209550" y="0"/>
                </a:lnTo>
                <a:lnTo>
                  <a:pt x="209550" y="209550"/>
                </a:lnTo>
                <a:lnTo>
                  <a:pt x="0" y="209550"/>
                </a:lnTo>
                <a:lnTo>
                  <a:pt x="0" y="0"/>
                </a:lnTo>
                <a:close/>
              </a:path>
            </a:pathLst>
          </a:custGeom>
          <a:solidFill>
            <a:srgbClr val="4ECDC4"/>
          </a:solidFill>
          <a:ln w="25400">
            <a:solidFill>
              <a:srgbClr val="2D343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Shape 84">
            <a:extLst>
              <a:ext uri="{FF2B5EF4-FFF2-40B4-BE49-F238E27FC236}">
                <a16:creationId xmlns:a16="http://schemas.microsoft.com/office/drawing/2014/main" id="{A4265D51-2C5A-76B8-6FAE-A9329A3CB753}"/>
              </a:ext>
            </a:extLst>
          </p:cNvPr>
          <p:cNvSpPr/>
          <p:nvPr/>
        </p:nvSpPr>
        <p:spPr>
          <a:xfrm>
            <a:off x="4391025" y="5851728"/>
            <a:ext cx="114300" cy="114300"/>
          </a:xfrm>
          <a:custGeom>
            <a:avLst/>
            <a:gdLst/>
            <a:ahLst/>
            <a:cxnLst/>
            <a:rect l="l" t="t" r="r" b="b"/>
            <a:pathLst>
              <a:path w="114300" h="114300">
                <a:moveTo>
                  <a:pt x="42863" y="14288"/>
                </a:moveTo>
                <a:cubicBezTo>
                  <a:pt x="42863" y="10336"/>
                  <a:pt x="46055" y="7144"/>
                  <a:pt x="50006" y="7144"/>
                </a:cubicBezTo>
                <a:lnTo>
                  <a:pt x="64294" y="7144"/>
                </a:lnTo>
                <a:cubicBezTo>
                  <a:pt x="68245" y="7144"/>
                  <a:pt x="71438" y="10336"/>
                  <a:pt x="71438" y="14288"/>
                </a:cubicBezTo>
                <a:lnTo>
                  <a:pt x="71438" y="28575"/>
                </a:lnTo>
                <a:cubicBezTo>
                  <a:pt x="71438" y="32526"/>
                  <a:pt x="68245" y="35719"/>
                  <a:pt x="64294" y="35719"/>
                </a:cubicBezTo>
                <a:lnTo>
                  <a:pt x="62508" y="35719"/>
                </a:lnTo>
                <a:lnTo>
                  <a:pt x="62508" y="50006"/>
                </a:lnTo>
                <a:lnTo>
                  <a:pt x="89297" y="50006"/>
                </a:lnTo>
                <a:cubicBezTo>
                  <a:pt x="98182" y="50006"/>
                  <a:pt x="105370" y="57195"/>
                  <a:pt x="105370" y="66080"/>
                </a:cubicBezTo>
                <a:lnTo>
                  <a:pt x="105370" y="78581"/>
                </a:lnTo>
                <a:lnTo>
                  <a:pt x="107156" y="78581"/>
                </a:lnTo>
                <a:cubicBezTo>
                  <a:pt x="111108" y="78581"/>
                  <a:pt x="114300" y="81774"/>
                  <a:pt x="114300" y="85725"/>
                </a:cubicBezTo>
                <a:lnTo>
                  <a:pt x="114300" y="100013"/>
                </a:lnTo>
                <a:cubicBezTo>
                  <a:pt x="114300" y="103964"/>
                  <a:pt x="111108" y="107156"/>
                  <a:pt x="107156" y="107156"/>
                </a:cubicBezTo>
                <a:lnTo>
                  <a:pt x="92869" y="107156"/>
                </a:lnTo>
                <a:cubicBezTo>
                  <a:pt x="88917" y="107156"/>
                  <a:pt x="85725" y="103964"/>
                  <a:pt x="85725" y="100013"/>
                </a:cubicBezTo>
                <a:lnTo>
                  <a:pt x="85725" y="85725"/>
                </a:lnTo>
                <a:cubicBezTo>
                  <a:pt x="85725" y="81774"/>
                  <a:pt x="88917" y="78581"/>
                  <a:pt x="92869" y="78581"/>
                </a:cubicBezTo>
                <a:lnTo>
                  <a:pt x="94655" y="78581"/>
                </a:lnTo>
                <a:lnTo>
                  <a:pt x="94655" y="66080"/>
                </a:lnTo>
                <a:cubicBezTo>
                  <a:pt x="94655" y="63111"/>
                  <a:pt x="92266" y="60722"/>
                  <a:pt x="89297" y="60722"/>
                </a:cubicBezTo>
                <a:lnTo>
                  <a:pt x="62508" y="60722"/>
                </a:lnTo>
                <a:lnTo>
                  <a:pt x="62508" y="78581"/>
                </a:lnTo>
                <a:lnTo>
                  <a:pt x="64294" y="78581"/>
                </a:lnTo>
                <a:cubicBezTo>
                  <a:pt x="68245" y="78581"/>
                  <a:pt x="71438" y="81774"/>
                  <a:pt x="71438" y="85725"/>
                </a:cubicBezTo>
                <a:lnTo>
                  <a:pt x="71438" y="100013"/>
                </a:lnTo>
                <a:cubicBezTo>
                  <a:pt x="71438" y="103964"/>
                  <a:pt x="68245" y="107156"/>
                  <a:pt x="64294" y="107156"/>
                </a:cubicBezTo>
                <a:lnTo>
                  <a:pt x="50006" y="107156"/>
                </a:lnTo>
                <a:cubicBezTo>
                  <a:pt x="46055" y="107156"/>
                  <a:pt x="42863" y="103964"/>
                  <a:pt x="42863" y="100013"/>
                </a:cubicBezTo>
                <a:lnTo>
                  <a:pt x="42863" y="85725"/>
                </a:lnTo>
                <a:cubicBezTo>
                  <a:pt x="42863" y="81774"/>
                  <a:pt x="46055" y="78581"/>
                  <a:pt x="50006" y="78581"/>
                </a:cubicBezTo>
                <a:lnTo>
                  <a:pt x="51792" y="78581"/>
                </a:lnTo>
                <a:lnTo>
                  <a:pt x="51792" y="60722"/>
                </a:lnTo>
                <a:lnTo>
                  <a:pt x="25003" y="60722"/>
                </a:lnTo>
                <a:cubicBezTo>
                  <a:pt x="22034" y="60722"/>
                  <a:pt x="19645" y="63111"/>
                  <a:pt x="19645" y="66080"/>
                </a:cubicBezTo>
                <a:lnTo>
                  <a:pt x="19645" y="78581"/>
                </a:lnTo>
                <a:lnTo>
                  <a:pt x="21431" y="78581"/>
                </a:lnTo>
                <a:cubicBezTo>
                  <a:pt x="25383" y="78581"/>
                  <a:pt x="28575" y="81774"/>
                  <a:pt x="28575" y="85725"/>
                </a:cubicBezTo>
                <a:lnTo>
                  <a:pt x="28575" y="100013"/>
                </a:lnTo>
                <a:cubicBezTo>
                  <a:pt x="28575" y="103964"/>
                  <a:pt x="25383" y="107156"/>
                  <a:pt x="21431" y="107156"/>
                </a:cubicBezTo>
                <a:lnTo>
                  <a:pt x="7144" y="107156"/>
                </a:lnTo>
                <a:cubicBezTo>
                  <a:pt x="3192" y="107156"/>
                  <a:pt x="0" y="103964"/>
                  <a:pt x="0" y="100013"/>
                </a:cubicBezTo>
                <a:lnTo>
                  <a:pt x="0" y="85725"/>
                </a:lnTo>
                <a:cubicBezTo>
                  <a:pt x="0" y="81774"/>
                  <a:pt x="3192" y="78581"/>
                  <a:pt x="7144" y="78581"/>
                </a:cubicBezTo>
                <a:lnTo>
                  <a:pt x="8930" y="78581"/>
                </a:lnTo>
                <a:lnTo>
                  <a:pt x="8930" y="66080"/>
                </a:lnTo>
                <a:cubicBezTo>
                  <a:pt x="8930" y="57195"/>
                  <a:pt x="16118" y="50006"/>
                  <a:pt x="25003" y="50006"/>
                </a:cubicBezTo>
                <a:lnTo>
                  <a:pt x="51792" y="50006"/>
                </a:lnTo>
                <a:lnTo>
                  <a:pt x="51792" y="35719"/>
                </a:lnTo>
                <a:lnTo>
                  <a:pt x="50006" y="35719"/>
                </a:lnTo>
                <a:cubicBezTo>
                  <a:pt x="46055" y="35719"/>
                  <a:pt x="42863" y="32526"/>
                  <a:pt x="42863" y="28575"/>
                </a:cubicBezTo>
                <a:lnTo>
                  <a:pt x="42863" y="14288"/>
                </a:lnTo>
                <a:close/>
              </a:path>
            </a:pathLst>
          </a:custGeom>
          <a:solidFill>
            <a:srgbClr val="FF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8" name="Text 85">
            <a:extLst>
              <a:ext uri="{FF2B5EF4-FFF2-40B4-BE49-F238E27FC236}">
                <a16:creationId xmlns:a16="http://schemas.microsoft.com/office/drawing/2014/main" id="{E840015B-2DB3-F99E-936D-A80779C5E69B}"/>
              </a:ext>
            </a:extLst>
          </p:cNvPr>
          <p:cNvSpPr/>
          <p:nvPr/>
        </p:nvSpPr>
        <p:spPr>
          <a:xfrm>
            <a:off x="4638675" y="5794578"/>
            <a:ext cx="7429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2D3436"/>
                </a:solidFill>
                <a:latin typeface="Coda" pitchFamily="34" charset="0"/>
                <a:ea typeface="Coda" pitchFamily="34" charset="-122"/>
                <a:cs typeface="Coda" pitchFamily="34" charset="-120"/>
              </a:rPr>
              <a:t>Hierarchy</a:t>
            </a:r>
            <a:endParaRPr lang="en-US" sz="1600" dirty="0"/>
          </a:p>
        </p:txBody>
      </p:sp>
      <p:sp>
        <p:nvSpPr>
          <p:cNvPr id="59" name="Text 86">
            <a:extLst>
              <a:ext uri="{FF2B5EF4-FFF2-40B4-BE49-F238E27FC236}">
                <a16:creationId xmlns:a16="http://schemas.microsoft.com/office/drawing/2014/main" id="{FB70B831-C81A-316E-2DF4-B803BA2B9E66}"/>
              </a:ext>
            </a:extLst>
          </p:cNvPr>
          <p:cNvSpPr/>
          <p:nvPr/>
        </p:nvSpPr>
        <p:spPr>
          <a:xfrm>
            <a:off x="4333875" y="6061278"/>
            <a:ext cx="35814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900" dirty="0">
                <a:solidFill>
                  <a:srgbClr val="2D343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Hotels → Rooms (1:M)</a:t>
            </a:r>
            <a:endParaRPr lang="en-US" sz="1600" dirty="0"/>
          </a:p>
          <a:p>
            <a:pPr>
              <a:lnSpc>
                <a:spcPct val="100000"/>
              </a:lnSpc>
            </a:pPr>
            <a:r>
              <a:rPr lang="en-US" sz="900" dirty="0">
                <a:solidFill>
                  <a:srgbClr val="2D343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Airlines → Flights (1:M)</a:t>
            </a:r>
            <a:endParaRPr lang="en-US" sz="1600" dirty="0"/>
          </a:p>
          <a:p>
            <a:pPr>
              <a:lnSpc>
                <a:spcPct val="100000"/>
              </a:lnSpc>
            </a:pPr>
            <a:r>
              <a:rPr lang="en-US" sz="900" dirty="0">
                <a:solidFill>
                  <a:srgbClr val="2D343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Flights → Seats (1:M)</a:t>
            </a:r>
            <a:endParaRPr lang="en-US" sz="1600" dirty="0"/>
          </a:p>
        </p:txBody>
      </p:sp>
      <p:sp>
        <p:nvSpPr>
          <p:cNvPr id="60" name="Shape 87">
            <a:extLst>
              <a:ext uri="{FF2B5EF4-FFF2-40B4-BE49-F238E27FC236}">
                <a16:creationId xmlns:a16="http://schemas.microsoft.com/office/drawing/2014/main" id="{6E4B34D9-95CC-D52C-5568-C60373805B88}"/>
              </a:ext>
            </a:extLst>
          </p:cNvPr>
          <p:cNvSpPr/>
          <p:nvPr/>
        </p:nvSpPr>
        <p:spPr>
          <a:xfrm>
            <a:off x="8091488" y="5704090"/>
            <a:ext cx="3705225" cy="876300"/>
          </a:xfrm>
          <a:custGeom>
            <a:avLst/>
            <a:gdLst/>
            <a:ahLst/>
            <a:cxnLst/>
            <a:rect l="l" t="t" r="r" b="b"/>
            <a:pathLst>
              <a:path w="3705225" h="876300">
                <a:moveTo>
                  <a:pt x="0" y="0"/>
                </a:moveTo>
                <a:lnTo>
                  <a:pt x="3705225" y="0"/>
                </a:lnTo>
                <a:lnTo>
                  <a:pt x="3705225" y="876300"/>
                </a:lnTo>
                <a:lnTo>
                  <a:pt x="0" y="8763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2D3436"/>
            </a:solidFill>
            <a:prstDash val="solid"/>
          </a:ln>
          <a:effectLst>
            <a:outerShdw blurRad="101600" dist="50800" dir="2700000" algn="bl" rotWithShape="0">
              <a:srgbClr val="FFFFFF">
                <a:alpha val="7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1" name="Shape 88">
            <a:extLst>
              <a:ext uri="{FF2B5EF4-FFF2-40B4-BE49-F238E27FC236}">
                <a16:creationId xmlns:a16="http://schemas.microsoft.com/office/drawing/2014/main" id="{49E3DA37-3A7B-F1D8-5D44-12E62EB158D3}"/>
              </a:ext>
            </a:extLst>
          </p:cNvPr>
          <p:cNvSpPr/>
          <p:nvPr/>
        </p:nvSpPr>
        <p:spPr>
          <a:xfrm>
            <a:off x="8191500" y="5804103"/>
            <a:ext cx="209550" cy="209550"/>
          </a:xfrm>
          <a:custGeom>
            <a:avLst/>
            <a:gdLst/>
            <a:ahLst/>
            <a:cxnLst/>
            <a:rect l="l" t="t" r="r" b="b"/>
            <a:pathLst>
              <a:path w="209550" h="209550">
                <a:moveTo>
                  <a:pt x="0" y="0"/>
                </a:moveTo>
                <a:lnTo>
                  <a:pt x="209550" y="0"/>
                </a:lnTo>
                <a:lnTo>
                  <a:pt x="209550" y="209550"/>
                </a:lnTo>
                <a:lnTo>
                  <a:pt x="0" y="209550"/>
                </a:lnTo>
                <a:lnTo>
                  <a:pt x="0" y="0"/>
                </a:lnTo>
                <a:close/>
              </a:path>
            </a:pathLst>
          </a:custGeom>
          <a:solidFill>
            <a:srgbClr val="FFE66D"/>
          </a:solidFill>
          <a:ln w="25400">
            <a:solidFill>
              <a:srgbClr val="2D343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2" name="Shape 89">
            <a:extLst>
              <a:ext uri="{FF2B5EF4-FFF2-40B4-BE49-F238E27FC236}">
                <a16:creationId xmlns:a16="http://schemas.microsoft.com/office/drawing/2014/main" id="{57E7A04F-7C45-638F-99AF-F3C1DDB1A027}"/>
              </a:ext>
            </a:extLst>
          </p:cNvPr>
          <p:cNvSpPr/>
          <p:nvPr/>
        </p:nvSpPr>
        <p:spPr>
          <a:xfrm>
            <a:off x="8260556" y="5851728"/>
            <a:ext cx="71438" cy="114300"/>
          </a:xfrm>
          <a:custGeom>
            <a:avLst/>
            <a:gdLst/>
            <a:ahLst/>
            <a:cxnLst/>
            <a:rect l="l" t="t" r="r" b="b"/>
            <a:pathLst>
              <a:path w="71438" h="114300">
                <a:moveTo>
                  <a:pt x="30361" y="5358"/>
                </a:moveTo>
                <a:cubicBezTo>
                  <a:pt x="30361" y="2389"/>
                  <a:pt x="32750" y="0"/>
                  <a:pt x="35719" y="0"/>
                </a:cubicBezTo>
                <a:cubicBezTo>
                  <a:pt x="38688" y="0"/>
                  <a:pt x="41077" y="2389"/>
                  <a:pt x="41077" y="5358"/>
                </a:cubicBezTo>
                <a:lnTo>
                  <a:pt x="41077" y="14288"/>
                </a:lnTo>
                <a:lnTo>
                  <a:pt x="53578" y="14288"/>
                </a:lnTo>
                <a:cubicBezTo>
                  <a:pt x="57530" y="14288"/>
                  <a:pt x="60722" y="17480"/>
                  <a:pt x="60722" y="21431"/>
                </a:cubicBezTo>
                <a:cubicBezTo>
                  <a:pt x="60722" y="25383"/>
                  <a:pt x="57530" y="28575"/>
                  <a:pt x="53578" y="28575"/>
                </a:cubicBezTo>
                <a:lnTo>
                  <a:pt x="27928" y="28575"/>
                </a:lnTo>
                <a:cubicBezTo>
                  <a:pt x="22369" y="28575"/>
                  <a:pt x="17859" y="33084"/>
                  <a:pt x="17859" y="38643"/>
                </a:cubicBezTo>
                <a:cubicBezTo>
                  <a:pt x="17859" y="43666"/>
                  <a:pt x="21543" y="47908"/>
                  <a:pt x="26499" y="48622"/>
                </a:cubicBezTo>
                <a:lnTo>
                  <a:pt x="46948" y="51547"/>
                </a:lnTo>
                <a:cubicBezTo>
                  <a:pt x="58958" y="53266"/>
                  <a:pt x="67866" y="63535"/>
                  <a:pt x="67866" y="75657"/>
                </a:cubicBezTo>
                <a:cubicBezTo>
                  <a:pt x="67866" y="89118"/>
                  <a:pt x="56949" y="100013"/>
                  <a:pt x="43510" y="100013"/>
                </a:cubicBezTo>
                <a:lnTo>
                  <a:pt x="41077" y="100013"/>
                </a:lnTo>
                <a:lnTo>
                  <a:pt x="41077" y="108942"/>
                </a:lnTo>
                <a:cubicBezTo>
                  <a:pt x="41077" y="111911"/>
                  <a:pt x="38688" y="114300"/>
                  <a:pt x="35719" y="114300"/>
                </a:cubicBezTo>
                <a:cubicBezTo>
                  <a:pt x="32750" y="114300"/>
                  <a:pt x="30361" y="111911"/>
                  <a:pt x="30361" y="108942"/>
                </a:cubicBezTo>
                <a:lnTo>
                  <a:pt x="30361" y="100013"/>
                </a:lnTo>
                <a:lnTo>
                  <a:pt x="14288" y="100013"/>
                </a:lnTo>
                <a:cubicBezTo>
                  <a:pt x="10336" y="100013"/>
                  <a:pt x="7144" y="96820"/>
                  <a:pt x="7144" y="92869"/>
                </a:cubicBezTo>
                <a:cubicBezTo>
                  <a:pt x="7144" y="88917"/>
                  <a:pt x="10336" y="85725"/>
                  <a:pt x="14288" y="85725"/>
                </a:cubicBezTo>
                <a:lnTo>
                  <a:pt x="43510" y="85725"/>
                </a:lnTo>
                <a:cubicBezTo>
                  <a:pt x="49069" y="85725"/>
                  <a:pt x="53578" y="81216"/>
                  <a:pt x="53578" y="75657"/>
                </a:cubicBezTo>
                <a:cubicBezTo>
                  <a:pt x="53578" y="70634"/>
                  <a:pt x="49895" y="66392"/>
                  <a:pt x="44939" y="65678"/>
                </a:cubicBezTo>
                <a:lnTo>
                  <a:pt x="24490" y="62753"/>
                </a:lnTo>
                <a:cubicBezTo>
                  <a:pt x="12479" y="61057"/>
                  <a:pt x="3572" y="50765"/>
                  <a:pt x="3572" y="38643"/>
                </a:cubicBezTo>
                <a:cubicBezTo>
                  <a:pt x="3572" y="25204"/>
                  <a:pt x="14488" y="14288"/>
                  <a:pt x="27928" y="14288"/>
                </a:cubicBezTo>
                <a:lnTo>
                  <a:pt x="30361" y="14288"/>
                </a:lnTo>
                <a:lnTo>
                  <a:pt x="30361" y="5358"/>
                </a:lnTo>
                <a:close/>
              </a:path>
            </a:pathLst>
          </a:custGeom>
          <a:solidFill>
            <a:srgbClr val="2D343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3" name="Text 90">
            <a:extLst>
              <a:ext uri="{FF2B5EF4-FFF2-40B4-BE49-F238E27FC236}">
                <a16:creationId xmlns:a16="http://schemas.microsoft.com/office/drawing/2014/main" id="{4877EEA9-AC1C-C842-955A-E6D45AF98595}"/>
              </a:ext>
            </a:extLst>
          </p:cNvPr>
          <p:cNvSpPr/>
          <p:nvPr/>
        </p:nvSpPr>
        <p:spPr>
          <a:xfrm>
            <a:off x="8486775" y="5794578"/>
            <a:ext cx="14287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2D3436"/>
                </a:solidFill>
                <a:latin typeface="Coda" pitchFamily="34" charset="0"/>
                <a:ea typeface="Coda" pitchFamily="34" charset="-122"/>
                <a:cs typeface="Coda" pitchFamily="34" charset="-120"/>
              </a:rPr>
              <a:t>Financial &amp; Reviews</a:t>
            </a:r>
            <a:endParaRPr lang="en-US" sz="1600" dirty="0"/>
          </a:p>
        </p:txBody>
      </p:sp>
      <p:sp>
        <p:nvSpPr>
          <p:cNvPr id="64" name="Text 91">
            <a:extLst>
              <a:ext uri="{FF2B5EF4-FFF2-40B4-BE49-F238E27FC236}">
                <a16:creationId xmlns:a16="http://schemas.microsoft.com/office/drawing/2014/main" id="{3E2F3B16-0BD1-17A3-A33E-6580337EF3FA}"/>
              </a:ext>
            </a:extLst>
          </p:cNvPr>
          <p:cNvSpPr/>
          <p:nvPr/>
        </p:nvSpPr>
        <p:spPr>
          <a:xfrm>
            <a:off x="8181975" y="6061278"/>
            <a:ext cx="35814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900" dirty="0">
                <a:solidFill>
                  <a:srgbClr val="2D343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Bookings → Payments (1:1)</a:t>
            </a:r>
            <a:endParaRPr lang="en-US" sz="1600" dirty="0"/>
          </a:p>
          <a:p>
            <a:pPr>
              <a:lnSpc>
                <a:spcPct val="100000"/>
              </a:lnSpc>
            </a:pPr>
            <a:r>
              <a:rPr lang="en-US" sz="900" dirty="0">
                <a:solidFill>
                  <a:srgbClr val="2D343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Hotels/Airlines → Reviews (1:M)</a:t>
            </a:r>
            <a:endParaRPr lang="en-US" sz="1600" dirty="0"/>
          </a:p>
          <a:p>
            <a:pPr>
              <a:lnSpc>
                <a:spcPct val="100000"/>
              </a:lnSpc>
            </a:pPr>
            <a:r>
              <a:rPr lang="en-US" sz="900" dirty="0">
                <a:solidFill>
                  <a:srgbClr val="2D343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XOR Pattern for polymorphism</a:t>
            </a:r>
            <a:endParaRPr lang="en-US" sz="16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CC83B71-314C-E915-7794-5CFE9BB20C10}"/>
              </a:ext>
            </a:extLst>
          </p:cNvPr>
          <p:cNvPicPr>
            <a:picLocks noChangeAspect="1"/>
          </p:cNvPicPr>
          <p:nvPr/>
        </p:nvPicPr>
        <p:blipFill>
          <a:blip r:embed="rId3">
            <a:biLevel thresh="25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GlowEdges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8145" y="305992"/>
            <a:ext cx="966684" cy="2098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93065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191CB80-0669-6B48-B4D5-4173700CAE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450ED48F-D67A-AF39-DB11-55B6A40DCB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4170D3C-61A8-EA0B-C1E3-45C7D831A0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bg2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12" name="Right Triangle 11">
            <a:extLst>
              <a:ext uri="{FF2B5EF4-FFF2-40B4-BE49-F238E27FC236}">
                <a16:creationId xmlns:a16="http://schemas.microsoft.com/office/drawing/2014/main" id="{B1102279-5222-9564-54C3-D6D66AC8F9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>
            <a:off x="422269" y="-284218"/>
            <a:ext cx="568289" cy="568289"/>
          </a:xfrm>
          <a:prstGeom prst="rtTriangle">
            <a:avLst/>
          </a:prstGeom>
          <a:solidFill>
            <a:schemeClr val="bg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A7700438-AA22-5AA4-514B-AA65EBDDDD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178446" y="4912946"/>
            <a:ext cx="2010507" cy="1945055"/>
          </a:xfrm>
          <a:custGeom>
            <a:avLst/>
            <a:gdLst>
              <a:gd name="connsiteX0" fmla="*/ 2010507 w 2010507"/>
              <a:gd name="connsiteY0" fmla="*/ 0 h 1945055"/>
              <a:gd name="connsiteX1" fmla="*/ 2010507 w 2010507"/>
              <a:gd name="connsiteY1" fmla="*/ 834250 h 1945055"/>
              <a:gd name="connsiteX2" fmla="*/ 1918431 w 2010507"/>
              <a:gd name="connsiteY2" fmla="*/ 857925 h 1945055"/>
              <a:gd name="connsiteX3" fmla="*/ 846136 w 2010507"/>
              <a:gd name="connsiteY3" fmla="*/ 1930220 h 1945055"/>
              <a:gd name="connsiteX4" fmla="*/ 842322 w 2010507"/>
              <a:gd name="connsiteY4" fmla="*/ 1945055 h 1945055"/>
              <a:gd name="connsiteX5" fmla="*/ 0 w 2010507"/>
              <a:gd name="connsiteY5" fmla="*/ 1945055 h 1945055"/>
              <a:gd name="connsiteX6" fmla="*/ 3608 w 2010507"/>
              <a:gd name="connsiteY6" fmla="*/ 1921417 h 1945055"/>
              <a:gd name="connsiteX7" fmla="*/ 1909628 w 2010507"/>
              <a:gd name="connsiteY7" fmla="*/ 15396 h 19450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010507" h="1945055">
                <a:moveTo>
                  <a:pt x="2010507" y="0"/>
                </a:moveTo>
                <a:lnTo>
                  <a:pt x="2010507" y="834250"/>
                </a:lnTo>
                <a:lnTo>
                  <a:pt x="1918431" y="857925"/>
                </a:lnTo>
                <a:cubicBezTo>
                  <a:pt x="1407892" y="1016719"/>
                  <a:pt x="1004930" y="1419681"/>
                  <a:pt x="846136" y="1930220"/>
                </a:cubicBezTo>
                <a:lnTo>
                  <a:pt x="842322" y="1945055"/>
                </a:lnTo>
                <a:lnTo>
                  <a:pt x="0" y="1945055"/>
                </a:lnTo>
                <a:lnTo>
                  <a:pt x="3608" y="1921417"/>
                </a:lnTo>
                <a:cubicBezTo>
                  <a:pt x="199379" y="964705"/>
                  <a:pt x="952916" y="211168"/>
                  <a:pt x="1909628" y="15396"/>
                </a:cubicBezTo>
                <a:close/>
              </a:path>
            </a:pathLst>
          </a:custGeom>
          <a:solidFill>
            <a:schemeClr val="accent1">
              <a:lumMod val="20000"/>
              <a:lumOff val="8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12979B29-7B6C-D89C-EBCD-F44B8E97E1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2214827" cy="6858000"/>
            <a:chOff x="-6214" y="-1"/>
            <a:chExt cx="12214827" cy="6858000"/>
          </a:xfrm>
        </p:grpSpPr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3538EB76-EFEA-3DD5-F8B4-D96FF231FA7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B46D0D17-CC12-F34D-BC1A-C96C249692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E5219E5F-B0C7-5DCC-E0C8-8408F2017D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14DAB236-FA5B-690C-752E-80CF85C327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276E1178-FA9C-0BAB-D4B7-F1AA59C18C7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196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E431D020-E795-A3C1-F9BA-09A2EEC9A5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9140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69A898C4-C46B-9FF7-CF65-166A9CCBC5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9084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AFB2D31A-EB6D-0B84-93FE-3759B5D61B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9028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59BE81DB-2F7E-45D8-A3B6-4309A8C2242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8971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56A90134-6518-4B54-B452-DCC964C3CFF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18915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8E1EA019-8834-044E-73C4-B70B22D58A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18859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538CECB6-0482-F496-53BD-34830DF16B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18803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57846540-15A6-4340-D9AE-D9107B3E77A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18747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988C976C-27F4-8898-1500-F3F8BB658BE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18690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6E0C01E4-33E0-8FD0-0F2A-0C7806DEDA1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18634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7AB6F60B-E273-058C-5947-3B327381702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2581396A-2AF5-6B50-0F9B-0DD71F7EBBD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F3835C6F-6444-547B-B69B-206E380F26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2890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109A8A73-C22F-ECE7-887D-50A2E15591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8609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EA589BB3-8B97-7E74-0308-3062F9CB660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4328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47032A62-7614-F66C-B070-5EB426FA029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40047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1AAC33D8-0E6D-BED5-ABBE-1068475EB6F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95766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814DCDCE-B638-CF5C-BD97-8875CCE4499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51485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02FC19AE-B3D9-C71D-8598-09E8C109007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07204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7C12197A-D7E0-4389-ECF1-0EC329817C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62923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AD925210-FA4F-3FDB-B312-FCBAFD7231B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18642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092171D1-92B3-1E86-324F-4DBEBED033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7436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225756D2-A20C-3B98-C0DA-514926BC5C0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A13818FA-22B7-8503-2F9B-FD857362F8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248400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5" name="Picture 14">
            <a:extLst>
              <a:ext uri="{FF2B5EF4-FFF2-40B4-BE49-F238E27FC236}">
                <a16:creationId xmlns:a16="http://schemas.microsoft.com/office/drawing/2014/main" id="{5403B132-77C3-4E85-FEE0-9304665F558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516941" y="-4636916"/>
            <a:ext cx="17423498" cy="13412177"/>
          </a:xfrm>
          <a:prstGeom prst="rect">
            <a:avLst/>
          </a:prstGeom>
        </p:spPr>
      </p:pic>
      <p:sp>
        <p:nvSpPr>
          <p:cNvPr id="50" name="Shape 77">
            <a:extLst>
              <a:ext uri="{FF2B5EF4-FFF2-40B4-BE49-F238E27FC236}">
                <a16:creationId xmlns:a16="http://schemas.microsoft.com/office/drawing/2014/main" id="{3090824D-D066-20A2-782F-B70327996B0C}"/>
              </a:ext>
            </a:extLst>
          </p:cNvPr>
          <p:cNvSpPr/>
          <p:nvPr/>
        </p:nvSpPr>
        <p:spPr>
          <a:xfrm>
            <a:off x="395288" y="5704090"/>
            <a:ext cx="3705225" cy="876300"/>
          </a:xfrm>
          <a:custGeom>
            <a:avLst/>
            <a:gdLst/>
            <a:ahLst/>
            <a:cxnLst/>
            <a:rect l="l" t="t" r="r" b="b"/>
            <a:pathLst>
              <a:path w="3705225" h="876300">
                <a:moveTo>
                  <a:pt x="0" y="0"/>
                </a:moveTo>
                <a:lnTo>
                  <a:pt x="3705225" y="0"/>
                </a:lnTo>
                <a:lnTo>
                  <a:pt x="3705225" y="876300"/>
                </a:lnTo>
                <a:lnTo>
                  <a:pt x="0" y="8763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2D3436"/>
            </a:solidFill>
            <a:prstDash val="solid"/>
          </a:ln>
          <a:effectLst>
            <a:outerShdw blurRad="101600" dist="50800" dir="2700000" algn="bl" rotWithShape="0">
              <a:srgbClr val="FFFFFF">
                <a:alpha val="7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1" name="Shape 78">
            <a:extLst>
              <a:ext uri="{FF2B5EF4-FFF2-40B4-BE49-F238E27FC236}">
                <a16:creationId xmlns:a16="http://schemas.microsoft.com/office/drawing/2014/main" id="{40307061-A1DB-BF9F-82D3-EF2FE8D1E01D}"/>
              </a:ext>
            </a:extLst>
          </p:cNvPr>
          <p:cNvSpPr/>
          <p:nvPr/>
        </p:nvSpPr>
        <p:spPr>
          <a:xfrm>
            <a:off x="495300" y="5804103"/>
            <a:ext cx="209550" cy="209550"/>
          </a:xfrm>
          <a:custGeom>
            <a:avLst/>
            <a:gdLst/>
            <a:ahLst/>
            <a:cxnLst/>
            <a:rect l="l" t="t" r="r" b="b"/>
            <a:pathLst>
              <a:path w="209550" h="209550">
                <a:moveTo>
                  <a:pt x="0" y="0"/>
                </a:moveTo>
                <a:lnTo>
                  <a:pt x="209550" y="0"/>
                </a:lnTo>
                <a:lnTo>
                  <a:pt x="209550" y="209550"/>
                </a:lnTo>
                <a:lnTo>
                  <a:pt x="0" y="209550"/>
                </a:lnTo>
                <a:lnTo>
                  <a:pt x="0" y="0"/>
                </a:lnTo>
                <a:close/>
              </a:path>
            </a:pathLst>
          </a:custGeom>
          <a:solidFill>
            <a:srgbClr val="FF6B6B"/>
          </a:solidFill>
          <a:ln w="25400">
            <a:solidFill>
              <a:srgbClr val="2D343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Shape 79">
            <a:extLst>
              <a:ext uri="{FF2B5EF4-FFF2-40B4-BE49-F238E27FC236}">
                <a16:creationId xmlns:a16="http://schemas.microsoft.com/office/drawing/2014/main" id="{E593B836-7601-F750-BE13-9F68F0D49698}"/>
              </a:ext>
            </a:extLst>
          </p:cNvPr>
          <p:cNvSpPr/>
          <p:nvPr/>
        </p:nvSpPr>
        <p:spPr>
          <a:xfrm>
            <a:off x="535781" y="5851728"/>
            <a:ext cx="128588" cy="114300"/>
          </a:xfrm>
          <a:custGeom>
            <a:avLst/>
            <a:gdLst/>
            <a:ahLst/>
            <a:cxnLst/>
            <a:rect l="l" t="t" r="r" b="b"/>
            <a:pathLst>
              <a:path w="128588" h="114300">
                <a:moveTo>
                  <a:pt x="93650" y="21431"/>
                </a:moveTo>
                <a:cubicBezTo>
                  <a:pt x="89944" y="21431"/>
                  <a:pt x="86350" y="22436"/>
                  <a:pt x="83202" y="24266"/>
                </a:cubicBezTo>
                <a:cubicBezTo>
                  <a:pt x="79675" y="20695"/>
                  <a:pt x="75567" y="17703"/>
                  <a:pt x="71036" y="15448"/>
                </a:cubicBezTo>
                <a:cubicBezTo>
                  <a:pt x="77331" y="10091"/>
                  <a:pt x="85345" y="7144"/>
                  <a:pt x="93650" y="7144"/>
                </a:cubicBezTo>
                <a:cubicBezTo>
                  <a:pt x="112938" y="7144"/>
                  <a:pt x="128588" y="22771"/>
                  <a:pt x="128588" y="42081"/>
                </a:cubicBezTo>
                <a:cubicBezTo>
                  <a:pt x="128588" y="51346"/>
                  <a:pt x="124904" y="60231"/>
                  <a:pt x="118363" y="66772"/>
                </a:cubicBezTo>
                <a:lnTo>
                  <a:pt x="102490" y="82644"/>
                </a:lnTo>
                <a:cubicBezTo>
                  <a:pt x="95949" y="89185"/>
                  <a:pt x="87064" y="92869"/>
                  <a:pt x="77800" y="92869"/>
                </a:cubicBezTo>
                <a:cubicBezTo>
                  <a:pt x="58512" y="92869"/>
                  <a:pt x="42863" y="77242"/>
                  <a:pt x="42863" y="57931"/>
                </a:cubicBezTo>
                <a:cubicBezTo>
                  <a:pt x="42863" y="57596"/>
                  <a:pt x="42863" y="57262"/>
                  <a:pt x="42885" y="56927"/>
                </a:cubicBezTo>
                <a:cubicBezTo>
                  <a:pt x="42996" y="52975"/>
                  <a:pt x="46278" y="49872"/>
                  <a:pt x="50229" y="49984"/>
                </a:cubicBezTo>
                <a:cubicBezTo>
                  <a:pt x="54181" y="50096"/>
                  <a:pt x="57284" y="53377"/>
                  <a:pt x="57172" y="57329"/>
                </a:cubicBezTo>
                <a:cubicBezTo>
                  <a:pt x="57172" y="57530"/>
                  <a:pt x="57172" y="57730"/>
                  <a:pt x="57172" y="57909"/>
                </a:cubicBezTo>
                <a:cubicBezTo>
                  <a:pt x="57172" y="69317"/>
                  <a:pt x="66415" y="78559"/>
                  <a:pt x="77822" y="78559"/>
                </a:cubicBezTo>
                <a:cubicBezTo>
                  <a:pt x="83292" y="78559"/>
                  <a:pt x="88538" y="76393"/>
                  <a:pt x="92422" y="72509"/>
                </a:cubicBezTo>
                <a:lnTo>
                  <a:pt x="108295" y="56637"/>
                </a:lnTo>
                <a:cubicBezTo>
                  <a:pt x="112157" y="52774"/>
                  <a:pt x="114345" y="47506"/>
                  <a:pt x="114345" y="42037"/>
                </a:cubicBezTo>
                <a:cubicBezTo>
                  <a:pt x="114345" y="30629"/>
                  <a:pt x="105102" y="21387"/>
                  <a:pt x="93695" y="21387"/>
                </a:cubicBezTo>
                <a:close/>
                <a:moveTo>
                  <a:pt x="61436" y="38688"/>
                </a:moveTo>
                <a:cubicBezTo>
                  <a:pt x="61012" y="38509"/>
                  <a:pt x="60588" y="38264"/>
                  <a:pt x="60208" y="37996"/>
                </a:cubicBezTo>
                <a:cubicBezTo>
                  <a:pt x="57396" y="36545"/>
                  <a:pt x="54181" y="35719"/>
                  <a:pt x="50810" y="35719"/>
                </a:cubicBezTo>
                <a:cubicBezTo>
                  <a:pt x="45340" y="35719"/>
                  <a:pt x="40094" y="37884"/>
                  <a:pt x="36210" y="41769"/>
                </a:cubicBezTo>
                <a:lnTo>
                  <a:pt x="20337" y="57641"/>
                </a:lnTo>
                <a:cubicBezTo>
                  <a:pt x="16475" y="61503"/>
                  <a:pt x="14288" y="66772"/>
                  <a:pt x="14288" y="72241"/>
                </a:cubicBezTo>
                <a:cubicBezTo>
                  <a:pt x="14288" y="83649"/>
                  <a:pt x="23530" y="92891"/>
                  <a:pt x="34937" y="92891"/>
                </a:cubicBezTo>
                <a:cubicBezTo>
                  <a:pt x="38621" y="92891"/>
                  <a:pt x="42215" y="91909"/>
                  <a:pt x="45363" y="90078"/>
                </a:cubicBezTo>
                <a:cubicBezTo>
                  <a:pt x="48890" y="93650"/>
                  <a:pt x="52998" y="96642"/>
                  <a:pt x="57552" y="98896"/>
                </a:cubicBezTo>
                <a:cubicBezTo>
                  <a:pt x="51256" y="104232"/>
                  <a:pt x="43264" y="107201"/>
                  <a:pt x="34937" y="107201"/>
                </a:cubicBezTo>
                <a:cubicBezTo>
                  <a:pt x="15649" y="107201"/>
                  <a:pt x="0" y="91574"/>
                  <a:pt x="0" y="72263"/>
                </a:cubicBezTo>
                <a:cubicBezTo>
                  <a:pt x="0" y="62999"/>
                  <a:pt x="3683" y="54114"/>
                  <a:pt x="10224" y="47573"/>
                </a:cubicBezTo>
                <a:lnTo>
                  <a:pt x="26097" y="31700"/>
                </a:lnTo>
                <a:cubicBezTo>
                  <a:pt x="32638" y="25159"/>
                  <a:pt x="41523" y="21476"/>
                  <a:pt x="50788" y="21476"/>
                </a:cubicBezTo>
                <a:cubicBezTo>
                  <a:pt x="70120" y="21476"/>
                  <a:pt x="85725" y="37237"/>
                  <a:pt x="85725" y="56503"/>
                </a:cubicBezTo>
                <a:cubicBezTo>
                  <a:pt x="85725" y="56793"/>
                  <a:pt x="85725" y="57083"/>
                  <a:pt x="85725" y="57373"/>
                </a:cubicBezTo>
                <a:cubicBezTo>
                  <a:pt x="85636" y="61325"/>
                  <a:pt x="82354" y="64428"/>
                  <a:pt x="78403" y="64338"/>
                </a:cubicBezTo>
                <a:cubicBezTo>
                  <a:pt x="74451" y="64249"/>
                  <a:pt x="71348" y="60967"/>
                  <a:pt x="71438" y="57016"/>
                </a:cubicBezTo>
                <a:cubicBezTo>
                  <a:pt x="71438" y="56837"/>
                  <a:pt x="71438" y="56681"/>
                  <a:pt x="71438" y="56503"/>
                </a:cubicBezTo>
                <a:cubicBezTo>
                  <a:pt x="71438" y="48979"/>
                  <a:pt x="67419" y="42371"/>
                  <a:pt x="61436" y="38733"/>
                </a:cubicBezTo>
                <a:close/>
              </a:path>
            </a:pathLst>
          </a:custGeom>
          <a:solidFill>
            <a:srgbClr val="FF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3" name="Text 80">
            <a:extLst>
              <a:ext uri="{FF2B5EF4-FFF2-40B4-BE49-F238E27FC236}">
                <a16:creationId xmlns:a16="http://schemas.microsoft.com/office/drawing/2014/main" id="{C1A933CE-94E2-437A-FBB0-49D9A01C7BBD}"/>
              </a:ext>
            </a:extLst>
          </p:cNvPr>
          <p:cNvSpPr/>
          <p:nvPr/>
        </p:nvSpPr>
        <p:spPr>
          <a:xfrm>
            <a:off x="790575" y="5794578"/>
            <a:ext cx="13620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2D3436"/>
                </a:solidFill>
                <a:latin typeface="Coda" pitchFamily="34" charset="0"/>
                <a:ea typeface="Coda" pitchFamily="34" charset="-122"/>
                <a:cs typeface="Coda" pitchFamily="34" charset="-120"/>
              </a:rPr>
              <a:t>User Relationships</a:t>
            </a:r>
            <a:endParaRPr lang="en-US" sz="1600" dirty="0"/>
          </a:p>
        </p:txBody>
      </p:sp>
      <p:sp>
        <p:nvSpPr>
          <p:cNvPr id="54" name="Text 81">
            <a:extLst>
              <a:ext uri="{FF2B5EF4-FFF2-40B4-BE49-F238E27FC236}">
                <a16:creationId xmlns:a16="http://schemas.microsoft.com/office/drawing/2014/main" id="{40DD3159-EB1B-92A4-475E-EE7FFCBABCD1}"/>
              </a:ext>
            </a:extLst>
          </p:cNvPr>
          <p:cNvSpPr/>
          <p:nvPr/>
        </p:nvSpPr>
        <p:spPr>
          <a:xfrm>
            <a:off x="485775" y="6061278"/>
            <a:ext cx="35814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900" dirty="0">
                <a:solidFill>
                  <a:srgbClr val="2D3436"/>
                </a:solidFill>
                <a:highlight>
                  <a:srgbClr val="FFFF00"/>
                </a:highlight>
                <a:latin typeface="Liter" pitchFamily="34" charset="0"/>
                <a:ea typeface="Liter" pitchFamily="34" charset="-122"/>
                <a:cs typeface="Liter" pitchFamily="34" charset="-120"/>
              </a:rPr>
              <a:t>Users → Hotel Bookings (1:M)</a:t>
            </a:r>
            <a:endParaRPr lang="en-US" sz="1600" dirty="0">
              <a:highlight>
                <a:srgbClr val="FFFF00"/>
              </a:highlight>
            </a:endParaRPr>
          </a:p>
          <a:p>
            <a:pPr>
              <a:lnSpc>
                <a:spcPct val="100000"/>
              </a:lnSpc>
            </a:pPr>
            <a:r>
              <a:rPr lang="en-US" sz="900" dirty="0">
                <a:solidFill>
                  <a:srgbClr val="2D3436"/>
                </a:solidFill>
                <a:highlight>
                  <a:srgbClr val="FFFF00"/>
                </a:highlight>
                <a:latin typeface="Liter" pitchFamily="34" charset="0"/>
                <a:ea typeface="Liter" pitchFamily="34" charset="-122"/>
                <a:cs typeface="Liter" pitchFamily="34" charset="-120"/>
              </a:rPr>
              <a:t>Users → Flight Bookings (1:M)</a:t>
            </a:r>
            <a:endParaRPr lang="en-US" sz="1600" dirty="0">
              <a:highlight>
                <a:srgbClr val="FFFF00"/>
              </a:highlight>
            </a:endParaRPr>
          </a:p>
          <a:p>
            <a:pPr>
              <a:lnSpc>
                <a:spcPct val="100000"/>
              </a:lnSpc>
            </a:pPr>
            <a:r>
              <a:rPr lang="en-US" sz="900" dirty="0">
                <a:solidFill>
                  <a:srgbClr val="2D343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Users → Reviews (1:M)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1099010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B5FA3BA-D240-2C2F-D11A-97803000BB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476E04B8-3F43-977D-03C4-3C571DEFC3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B69AFD8-E2C1-9127-9D5E-4D99B4DA81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bg2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12" name="Right Triangle 11">
            <a:extLst>
              <a:ext uri="{FF2B5EF4-FFF2-40B4-BE49-F238E27FC236}">
                <a16:creationId xmlns:a16="http://schemas.microsoft.com/office/drawing/2014/main" id="{14E4D4E9-9F02-9695-847C-5A1E128ABE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>
            <a:off x="422269" y="-284218"/>
            <a:ext cx="568289" cy="568289"/>
          </a:xfrm>
          <a:prstGeom prst="rtTriangle">
            <a:avLst/>
          </a:prstGeom>
          <a:solidFill>
            <a:schemeClr val="bg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C1814A24-50D7-D5EA-B82F-B7CBDC14A6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178446" y="4912946"/>
            <a:ext cx="2010507" cy="1945055"/>
          </a:xfrm>
          <a:custGeom>
            <a:avLst/>
            <a:gdLst>
              <a:gd name="connsiteX0" fmla="*/ 2010507 w 2010507"/>
              <a:gd name="connsiteY0" fmla="*/ 0 h 1945055"/>
              <a:gd name="connsiteX1" fmla="*/ 2010507 w 2010507"/>
              <a:gd name="connsiteY1" fmla="*/ 834250 h 1945055"/>
              <a:gd name="connsiteX2" fmla="*/ 1918431 w 2010507"/>
              <a:gd name="connsiteY2" fmla="*/ 857925 h 1945055"/>
              <a:gd name="connsiteX3" fmla="*/ 846136 w 2010507"/>
              <a:gd name="connsiteY3" fmla="*/ 1930220 h 1945055"/>
              <a:gd name="connsiteX4" fmla="*/ 842322 w 2010507"/>
              <a:gd name="connsiteY4" fmla="*/ 1945055 h 1945055"/>
              <a:gd name="connsiteX5" fmla="*/ 0 w 2010507"/>
              <a:gd name="connsiteY5" fmla="*/ 1945055 h 1945055"/>
              <a:gd name="connsiteX6" fmla="*/ 3608 w 2010507"/>
              <a:gd name="connsiteY6" fmla="*/ 1921417 h 1945055"/>
              <a:gd name="connsiteX7" fmla="*/ 1909628 w 2010507"/>
              <a:gd name="connsiteY7" fmla="*/ 15396 h 19450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010507" h="1945055">
                <a:moveTo>
                  <a:pt x="2010507" y="0"/>
                </a:moveTo>
                <a:lnTo>
                  <a:pt x="2010507" y="834250"/>
                </a:lnTo>
                <a:lnTo>
                  <a:pt x="1918431" y="857925"/>
                </a:lnTo>
                <a:cubicBezTo>
                  <a:pt x="1407892" y="1016719"/>
                  <a:pt x="1004930" y="1419681"/>
                  <a:pt x="846136" y="1930220"/>
                </a:cubicBezTo>
                <a:lnTo>
                  <a:pt x="842322" y="1945055"/>
                </a:lnTo>
                <a:lnTo>
                  <a:pt x="0" y="1945055"/>
                </a:lnTo>
                <a:lnTo>
                  <a:pt x="3608" y="1921417"/>
                </a:lnTo>
                <a:cubicBezTo>
                  <a:pt x="199379" y="964705"/>
                  <a:pt x="952916" y="211168"/>
                  <a:pt x="1909628" y="15396"/>
                </a:cubicBezTo>
                <a:close/>
              </a:path>
            </a:pathLst>
          </a:custGeom>
          <a:solidFill>
            <a:schemeClr val="accent1">
              <a:lumMod val="20000"/>
              <a:lumOff val="8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C8A80D69-2CFA-01CA-5D26-BCBE70A229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2214827" cy="6858000"/>
            <a:chOff x="-6214" y="-1"/>
            <a:chExt cx="12214827" cy="6858000"/>
          </a:xfrm>
        </p:grpSpPr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20DA6195-3E56-24EF-434E-10F2037E7E4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6BB2324F-179E-D077-49CD-3F75B5BCD31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F6B054A3-8FA8-D63C-CF7B-949FA466A7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F12FDF0C-3869-117A-DAEF-95171560F96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A693CA90-BBAB-83BE-088B-E657C9B0D40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196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868DEF67-8270-3DF2-7C02-F6319E1786F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9140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524CEB39-3B71-C906-6718-F292A2F6B52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9084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4ED26084-7647-5CAE-D728-FC35B5C1BD8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9028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F885BC25-23C4-F470-492C-BEB74375D20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8971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53F6F650-CADE-24B5-E7CF-C129584EBBE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18915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BB07596C-7195-AD55-D5DB-633106465C5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18859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52414897-8566-11E7-20BD-149F6BDF17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18803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8EBD48C5-1272-FCFC-91E5-853AA32272D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18747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EFAD95B5-9C8F-3B4D-20AB-F405571C26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18690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F8B1D619-15FC-3765-5A5F-B029125A13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18634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834FBFAC-48DF-FF25-EE37-AB3E935494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3FDEEFAE-C66A-5705-CAC6-D965DA41B46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48BC411F-CA64-8B6B-B879-C8024641B7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2890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FC92E9EC-1705-4164-65F9-70FE122FEA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8609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A49C5709-9075-B0C1-2024-E47737B31EF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4328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C210F10-65B8-1FA5-E826-CFD6E53C8FC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40047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77E85563-5163-A384-6DF9-FE0902362A9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95766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3A3CFE6A-7ED7-0D97-F07E-FFC37712CC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51485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AC0A7041-3508-417F-BBAF-1AD1DE8654B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07204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980FF134-E713-6953-14E4-93F55E11BE9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62923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931BD2C8-77CB-D93B-EAFC-4A7D7B5B988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18642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9F6ABCA4-F7F4-AC25-A583-D570586FCB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7436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1E6E6AD8-4AFE-1948-6B10-02B2132DE16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10333355-737E-B20D-7336-555B5ACDE8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248400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5" name="Picture 14">
            <a:extLst>
              <a:ext uri="{FF2B5EF4-FFF2-40B4-BE49-F238E27FC236}">
                <a16:creationId xmlns:a16="http://schemas.microsoft.com/office/drawing/2014/main" id="{6B4193CD-BB87-9810-F2E4-21C665970B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253764" y="-4305612"/>
            <a:ext cx="17423498" cy="13412177"/>
          </a:xfrm>
          <a:prstGeom prst="rect">
            <a:avLst/>
          </a:prstGeom>
        </p:spPr>
      </p:pic>
      <p:sp>
        <p:nvSpPr>
          <p:cNvPr id="50" name="Shape 77">
            <a:extLst>
              <a:ext uri="{FF2B5EF4-FFF2-40B4-BE49-F238E27FC236}">
                <a16:creationId xmlns:a16="http://schemas.microsoft.com/office/drawing/2014/main" id="{69A2DCCA-1541-78C8-E532-557A0D33581A}"/>
              </a:ext>
            </a:extLst>
          </p:cNvPr>
          <p:cNvSpPr/>
          <p:nvPr/>
        </p:nvSpPr>
        <p:spPr>
          <a:xfrm>
            <a:off x="395288" y="5704090"/>
            <a:ext cx="3705225" cy="876300"/>
          </a:xfrm>
          <a:custGeom>
            <a:avLst/>
            <a:gdLst/>
            <a:ahLst/>
            <a:cxnLst/>
            <a:rect l="l" t="t" r="r" b="b"/>
            <a:pathLst>
              <a:path w="3705225" h="876300">
                <a:moveTo>
                  <a:pt x="0" y="0"/>
                </a:moveTo>
                <a:lnTo>
                  <a:pt x="3705225" y="0"/>
                </a:lnTo>
                <a:lnTo>
                  <a:pt x="3705225" y="876300"/>
                </a:lnTo>
                <a:lnTo>
                  <a:pt x="0" y="8763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2D3436"/>
            </a:solidFill>
            <a:prstDash val="solid"/>
          </a:ln>
          <a:effectLst>
            <a:outerShdw blurRad="101600" dist="50800" dir="2700000" algn="bl" rotWithShape="0">
              <a:srgbClr val="FFFFFF">
                <a:alpha val="7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1" name="Shape 78">
            <a:extLst>
              <a:ext uri="{FF2B5EF4-FFF2-40B4-BE49-F238E27FC236}">
                <a16:creationId xmlns:a16="http://schemas.microsoft.com/office/drawing/2014/main" id="{DD289DAD-B351-947C-95D3-69DF7C60DADC}"/>
              </a:ext>
            </a:extLst>
          </p:cNvPr>
          <p:cNvSpPr/>
          <p:nvPr/>
        </p:nvSpPr>
        <p:spPr>
          <a:xfrm>
            <a:off x="495300" y="5804103"/>
            <a:ext cx="209550" cy="209550"/>
          </a:xfrm>
          <a:custGeom>
            <a:avLst/>
            <a:gdLst/>
            <a:ahLst/>
            <a:cxnLst/>
            <a:rect l="l" t="t" r="r" b="b"/>
            <a:pathLst>
              <a:path w="209550" h="209550">
                <a:moveTo>
                  <a:pt x="0" y="0"/>
                </a:moveTo>
                <a:lnTo>
                  <a:pt x="209550" y="0"/>
                </a:lnTo>
                <a:lnTo>
                  <a:pt x="209550" y="209550"/>
                </a:lnTo>
                <a:lnTo>
                  <a:pt x="0" y="209550"/>
                </a:lnTo>
                <a:lnTo>
                  <a:pt x="0" y="0"/>
                </a:lnTo>
                <a:close/>
              </a:path>
            </a:pathLst>
          </a:custGeom>
          <a:solidFill>
            <a:srgbClr val="FF6B6B"/>
          </a:solidFill>
          <a:ln w="25400">
            <a:solidFill>
              <a:srgbClr val="2D343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Shape 79">
            <a:extLst>
              <a:ext uri="{FF2B5EF4-FFF2-40B4-BE49-F238E27FC236}">
                <a16:creationId xmlns:a16="http://schemas.microsoft.com/office/drawing/2014/main" id="{B5EA72F2-5093-58DF-EFF9-7E8297DFE022}"/>
              </a:ext>
            </a:extLst>
          </p:cNvPr>
          <p:cNvSpPr/>
          <p:nvPr/>
        </p:nvSpPr>
        <p:spPr>
          <a:xfrm>
            <a:off x="535781" y="5851728"/>
            <a:ext cx="128588" cy="114300"/>
          </a:xfrm>
          <a:custGeom>
            <a:avLst/>
            <a:gdLst/>
            <a:ahLst/>
            <a:cxnLst/>
            <a:rect l="l" t="t" r="r" b="b"/>
            <a:pathLst>
              <a:path w="128588" h="114300">
                <a:moveTo>
                  <a:pt x="93650" y="21431"/>
                </a:moveTo>
                <a:cubicBezTo>
                  <a:pt x="89944" y="21431"/>
                  <a:pt x="86350" y="22436"/>
                  <a:pt x="83202" y="24266"/>
                </a:cubicBezTo>
                <a:cubicBezTo>
                  <a:pt x="79675" y="20695"/>
                  <a:pt x="75567" y="17703"/>
                  <a:pt x="71036" y="15448"/>
                </a:cubicBezTo>
                <a:cubicBezTo>
                  <a:pt x="77331" y="10091"/>
                  <a:pt x="85345" y="7144"/>
                  <a:pt x="93650" y="7144"/>
                </a:cubicBezTo>
                <a:cubicBezTo>
                  <a:pt x="112938" y="7144"/>
                  <a:pt x="128588" y="22771"/>
                  <a:pt x="128588" y="42081"/>
                </a:cubicBezTo>
                <a:cubicBezTo>
                  <a:pt x="128588" y="51346"/>
                  <a:pt x="124904" y="60231"/>
                  <a:pt x="118363" y="66772"/>
                </a:cubicBezTo>
                <a:lnTo>
                  <a:pt x="102490" y="82644"/>
                </a:lnTo>
                <a:cubicBezTo>
                  <a:pt x="95949" y="89185"/>
                  <a:pt x="87064" y="92869"/>
                  <a:pt x="77800" y="92869"/>
                </a:cubicBezTo>
                <a:cubicBezTo>
                  <a:pt x="58512" y="92869"/>
                  <a:pt x="42863" y="77242"/>
                  <a:pt x="42863" y="57931"/>
                </a:cubicBezTo>
                <a:cubicBezTo>
                  <a:pt x="42863" y="57596"/>
                  <a:pt x="42863" y="57262"/>
                  <a:pt x="42885" y="56927"/>
                </a:cubicBezTo>
                <a:cubicBezTo>
                  <a:pt x="42996" y="52975"/>
                  <a:pt x="46278" y="49872"/>
                  <a:pt x="50229" y="49984"/>
                </a:cubicBezTo>
                <a:cubicBezTo>
                  <a:pt x="54181" y="50096"/>
                  <a:pt x="57284" y="53377"/>
                  <a:pt x="57172" y="57329"/>
                </a:cubicBezTo>
                <a:cubicBezTo>
                  <a:pt x="57172" y="57530"/>
                  <a:pt x="57172" y="57730"/>
                  <a:pt x="57172" y="57909"/>
                </a:cubicBezTo>
                <a:cubicBezTo>
                  <a:pt x="57172" y="69317"/>
                  <a:pt x="66415" y="78559"/>
                  <a:pt x="77822" y="78559"/>
                </a:cubicBezTo>
                <a:cubicBezTo>
                  <a:pt x="83292" y="78559"/>
                  <a:pt x="88538" y="76393"/>
                  <a:pt x="92422" y="72509"/>
                </a:cubicBezTo>
                <a:lnTo>
                  <a:pt x="108295" y="56637"/>
                </a:lnTo>
                <a:cubicBezTo>
                  <a:pt x="112157" y="52774"/>
                  <a:pt x="114345" y="47506"/>
                  <a:pt x="114345" y="42037"/>
                </a:cubicBezTo>
                <a:cubicBezTo>
                  <a:pt x="114345" y="30629"/>
                  <a:pt x="105102" y="21387"/>
                  <a:pt x="93695" y="21387"/>
                </a:cubicBezTo>
                <a:close/>
                <a:moveTo>
                  <a:pt x="61436" y="38688"/>
                </a:moveTo>
                <a:cubicBezTo>
                  <a:pt x="61012" y="38509"/>
                  <a:pt x="60588" y="38264"/>
                  <a:pt x="60208" y="37996"/>
                </a:cubicBezTo>
                <a:cubicBezTo>
                  <a:pt x="57396" y="36545"/>
                  <a:pt x="54181" y="35719"/>
                  <a:pt x="50810" y="35719"/>
                </a:cubicBezTo>
                <a:cubicBezTo>
                  <a:pt x="45340" y="35719"/>
                  <a:pt x="40094" y="37884"/>
                  <a:pt x="36210" y="41769"/>
                </a:cubicBezTo>
                <a:lnTo>
                  <a:pt x="20337" y="57641"/>
                </a:lnTo>
                <a:cubicBezTo>
                  <a:pt x="16475" y="61503"/>
                  <a:pt x="14288" y="66772"/>
                  <a:pt x="14288" y="72241"/>
                </a:cubicBezTo>
                <a:cubicBezTo>
                  <a:pt x="14288" y="83649"/>
                  <a:pt x="23530" y="92891"/>
                  <a:pt x="34937" y="92891"/>
                </a:cubicBezTo>
                <a:cubicBezTo>
                  <a:pt x="38621" y="92891"/>
                  <a:pt x="42215" y="91909"/>
                  <a:pt x="45363" y="90078"/>
                </a:cubicBezTo>
                <a:cubicBezTo>
                  <a:pt x="48890" y="93650"/>
                  <a:pt x="52998" y="96642"/>
                  <a:pt x="57552" y="98896"/>
                </a:cubicBezTo>
                <a:cubicBezTo>
                  <a:pt x="51256" y="104232"/>
                  <a:pt x="43264" y="107201"/>
                  <a:pt x="34937" y="107201"/>
                </a:cubicBezTo>
                <a:cubicBezTo>
                  <a:pt x="15649" y="107201"/>
                  <a:pt x="0" y="91574"/>
                  <a:pt x="0" y="72263"/>
                </a:cubicBezTo>
                <a:cubicBezTo>
                  <a:pt x="0" y="62999"/>
                  <a:pt x="3683" y="54114"/>
                  <a:pt x="10224" y="47573"/>
                </a:cubicBezTo>
                <a:lnTo>
                  <a:pt x="26097" y="31700"/>
                </a:lnTo>
                <a:cubicBezTo>
                  <a:pt x="32638" y="25159"/>
                  <a:pt x="41523" y="21476"/>
                  <a:pt x="50788" y="21476"/>
                </a:cubicBezTo>
                <a:cubicBezTo>
                  <a:pt x="70120" y="21476"/>
                  <a:pt x="85725" y="37237"/>
                  <a:pt x="85725" y="56503"/>
                </a:cubicBezTo>
                <a:cubicBezTo>
                  <a:pt x="85725" y="56793"/>
                  <a:pt x="85725" y="57083"/>
                  <a:pt x="85725" y="57373"/>
                </a:cubicBezTo>
                <a:cubicBezTo>
                  <a:pt x="85636" y="61325"/>
                  <a:pt x="82354" y="64428"/>
                  <a:pt x="78403" y="64338"/>
                </a:cubicBezTo>
                <a:cubicBezTo>
                  <a:pt x="74451" y="64249"/>
                  <a:pt x="71348" y="60967"/>
                  <a:pt x="71438" y="57016"/>
                </a:cubicBezTo>
                <a:cubicBezTo>
                  <a:pt x="71438" y="56837"/>
                  <a:pt x="71438" y="56681"/>
                  <a:pt x="71438" y="56503"/>
                </a:cubicBezTo>
                <a:cubicBezTo>
                  <a:pt x="71438" y="48979"/>
                  <a:pt x="67419" y="42371"/>
                  <a:pt x="61436" y="38733"/>
                </a:cubicBezTo>
                <a:close/>
              </a:path>
            </a:pathLst>
          </a:custGeom>
          <a:solidFill>
            <a:srgbClr val="FF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3" name="Text 80">
            <a:extLst>
              <a:ext uri="{FF2B5EF4-FFF2-40B4-BE49-F238E27FC236}">
                <a16:creationId xmlns:a16="http://schemas.microsoft.com/office/drawing/2014/main" id="{FBC9C378-6F0A-C8A0-31FB-767CFBDA3012}"/>
              </a:ext>
            </a:extLst>
          </p:cNvPr>
          <p:cNvSpPr/>
          <p:nvPr/>
        </p:nvSpPr>
        <p:spPr>
          <a:xfrm>
            <a:off x="790575" y="5794578"/>
            <a:ext cx="13620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2D3436"/>
                </a:solidFill>
                <a:latin typeface="Coda" pitchFamily="34" charset="0"/>
                <a:ea typeface="Coda" pitchFamily="34" charset="-122"/>
                <a:cs typeface="Coda" pitchFamily="34" charset="-120"/>
              </a:rPr>
              <a:t>User Relationships</a:t>
            </a:r>
            <a:endParaRPr lang="en-US" sz="1600" dirty="0"/>
          </a:p>
        </p:txBody>
      </p:sp>
      <p:sp>
        <p:nvSpPr>
          <p:cNvPr id="54" name="Text 81">
            <a:extLst>
              <a:ext uri="{FF2B5EF4-FFF2-40B4-BE49-F238E27FC236}">
                <a16:creationId xmlns:a16="http://schemas.microsoft.com/office/drawing/2014/main" id="{6C90FFCF-C866-0A56-8415-1423A5933DBD}"/>
              </a:ext>
            </a:extLst>
          </p:cNvPr>
          <p:cNvSpPr/>
          <p:nvPr/>
        </p:nvSpPr>
        <p:spPr>
          <a:xfrm>
            <a:off x="485775" y="6061278"/>
            <a:ext cx="35814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900" dirty="0">
                <a:solidFill>
                  <a:srgbClr val="2D343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Users → Hotel Bookings (1:M)</a:t>
            </a:r>
            <a:endParaRPr lang="en-US" sz="1600" dirty="0"/>
          </a:p>
          <a:p>
            <a:pPr>
              <a:lnSpc>
                <a:spcPct val="100000"/>
              </a:lnSpc>
            </a:pPr>
            <a:r>
              <a:rPr lang="en-US" sz="900" dirty="0">
                <a:solidFill>
                  <a:srgbClr val="2D343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Users → Flight Bookings (1:M)</a:t>
            </a:r>
            <a:endParaRPr lang="en-US" sz="1600" dirty="0"/>
          </a:p>
          <a:p>
            <a:pPr>
              <a:lnSpc>
                <a:spcPct val="100000"/>
              </a:lnSpc>
            </a:pPr>
            <a:r>
              <a:rPr lang="en-US" sz="900" dirty="0">
                <a:solidFill>
                  <a:srgbClr val="2D3436"/>
                </a:solidFill>
                <a:highlight>
                  <a:srgbClr val="FFFF00"/>
                </a:highlight>
                <a:latin typeface="Liter" pitchFamily="34" charset="0"/>
                <a:ea typeface="Liter" pitchFamily="34" charset="-122"/>
                <a:cs typeface="Liter" pitchFamily="34" charset="-120"/>
              </a:rPr>
              <a:t>Users → Reviews (1:M)</a:t>
            </a:r>
            <a:endParaRPr lang="en-US" sz="1600" dirty="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5867572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8E705A2-389C-E1A8-CE67-432A8668E4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CDF849E3-6033-F06B-F0F0-317BE893B5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5E6CF78-54A9-1EF9-31ED-AEB99EBE2A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bg2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12" name="Right Triangle 11">
            <a:extLst>
              <a:ext uri="{FF2B5EF4-FFF2-40B4-BE49-F238E27FC236}">
                <a16:creationId xmlns:a16="http://schemas.microsoft.com/office/drawing/2014/main" id="{08DDF37C-FFBC-E4AB-573B-C75CA7C7AD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>
            <a:off x="422269" y="-284218"/>
            <a:ext cx="568289" cy="568289"/>
          </a:xfrm>
          <a:prstGeom prst="rtTriangle">
            <a:avLst/>
          </a:prstGeom>
          <a:solidFill>
            <a:schemeClr val="bg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E1948706-CC22-1285-22D9-11F1544423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178446" y="4912946"/>
            <a:ext cx="2010507" cy="1945055"/>
          </a:xfrm>
          <a:custGeom>
            <a:avLst/>
            <a:gdLst>
              <a:gd name="connsiteX0" fmla="*/ 2010507 w 2010507"/>
              <a:gd name="connsiteY0" fmla="*/ 0 h 1945055"/>
              <a:gd name="connsiteX1" fmla="*/ 2010507 w 2010507"/>
              <a:gd name="connsiteY1" fmla="*/ 834250 h 1945055"/>
              <a:gd name="connsiteX2" fmla="*/ 1918431 w 2010507"/>
              <a:gd name="connsiteY2" fmla="*/ 857925 h 1945055"/>
              <a:gd name="connsiteX3" fmla="*/ 846136 w 2010507"/>
              <a:gd name="connsiteY3" fmla="*/ 1930220 h 1945055"/>
              <a:gd name="connsiteX4" fmla="*/ 842322 w 2010507"/>
              <a:gd name="connsiteY4" fmla="*/ 1945055 h 1945055"/>
              <a:gd name="connsiteX5" fmla="*/ 0 w 2010507"/>
              <a:gd name="connsiteY5" fmla="*/ 1945055 h 1945055"/>
              <a:gd name="connsiteX6" fmla="*/ 3608 w 2010507"/>
              <a:gd name="connsiteY6" fmla="*/ 1921417 h 1945055"/>
              <a:gd name="connsiteX7" fmla="*/ 1909628 w 2010507"/>
              <a:gd name="connsiteY7" fmla="*/ 15396 h 19450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010507" h="1945055">
                <a:moveTo>
                  <a:pt x="2010507" y="0"/>
                </a:moveTo>
                <a:lnTo>
                  <a:pt x="2010507" y="834250"/>
                </a:lnTo>
                <a:lnTo>
                  <a:pt x="1918431" y="857925"/>
                </a:lnTo>
                <a:cubicBezTo>
                  <a:pt x="1407892" y="1016719"/>
                  <a:pt x="1004930" y="1419681"/>
                  <a:pt x="846136" y="1930220"/>
                </a:cubicBezTo>
                <a:lnTo>
                  <a:pt x="842322" y="1945055"/>
                </a:lnTo>
                <a:lnTo>
                  <a:pt x="0" y="1945055"/>
                </a:lnTo>
                <a:lnTo>
                  <a:pt x="3608" y="1921417"/>
                </a:lnTo>
                <a:cubicBezTo>
                  <a:pt x="199379" y="964705"/>
                  <a:pt x="952916" y="211168"/>
                  <a:pt x="1909628" y="15396"/>
                </a:cubicBezTo>
                <a:close/>
              </a:path>
            </a:pathLst>
          </a:custGeom>
          <a:solidFill>
            <a:schemeClr val="accent1">
              <a:lumMod val="20000"/>
              <a:lumOff val="8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8E9FE7A1-79E5-4CBD-B877-5BAC888491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2214827" cy="6858000"/>
            <a:chOff x="-6214" y="-1"/>
            <a:chExt cx="12214827" cy="6858000"/>
          </a:xfrm>
        </p:grpSpPr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AC6515BF-4BE8-9FDC-3735-242512E4857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62CF0770-23F6-8AF3-2207-9D021BDFF37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17313253-9995-9932-F15E-F4D2674E580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9B911917-98E1-B8AB-7810-3A4B055A01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EE3BFAA8-F25B-01FE-6598-BB167233B0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196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D3CBF8F8-07E1-0794-9776-594BE24FC2B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9140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7B0B3400-C274-8C0F-4F51-897C0B1363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9084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62E21866-B9A8-270F-3B98-F845535BFF8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9028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66374A46-D48C-CEA9-EC4E-B30D002974D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8971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08DDB849-8F04-6F21-6799-A38242F1610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18915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CF40A006-DC90-75F3-18A1-21842CFD5C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18859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21F2F9AE-1952-F5C0-18EF-C016FF7CCC2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18803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38151192-50BB-0E06-2711-35B0BD5768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18747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F02C9C8B-238C-5032-B66D-462E0BBAEB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18690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1481D2E6-1B21-73D7-0DD8-88789719C42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18634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D8F928CD-2899-3E24-8EAC-5A006C08FE2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3D2DD12E-8A89-62F8-8175-23D8495323B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738888B7-36FA-482C-11F2-477AA477DA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2890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38D6126B-C3EF-F3F8-D5BC-B1088F648A4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8609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DEAC50E8-9DB0-67E0-0F80-A92B55085C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4328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81E57F82-609C-3D7B-AB91-E32B06D254C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40047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2B0DD33F-F8FB-196E-BE38-428FE201FC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95766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54FC36B5-6FEE-E105-72B8-ED82DE76B4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51485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F8580CAC-C1A6-D6B1-1D6E-3FE23220D91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07204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0E8E0168-D24D-C256-067F-1A774C32F15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62923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EF9F78D9-8C62-D24F-BB9D-2C95E97458A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18642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DB20E081-F08D-82B5-4F57-C37F8D1A18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7436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977CFF02-F1A1-C95E-EA93-3D88FC5D55F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5BC93A20-7014-48DA-E7B6-0424C24D052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248400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5" name="Picture 14">
            <a:extLst>
              <a:ext uri="{FF2B5EF4-FFF2-40B4-BE49-F238E27FC236}">
                <a16:creationId xmlns:a16="http://schemas.microsoft.com/office/drawing/2014/main" id="{1F9D0A38-3FE5-D116-759C-ED0B6286CCD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965128" y="-1522900"/>
            <a:ext cx="15984240" cy="12304273"/>
          </a:xfrm>
          <a:prstGeom prst="rect">
            <a:avLst/>
          </a:prstGeom>
        </p:spPr>
      </p:pic>
      <p:sp>
        <p:nvSpPr>
          <p:cNvPr id="55" name="Shape 82">
            <a:extLst>
              <a:ext uri="{FF2B5EF4-FFF2-40B4-BE49-F238E27FC236}">
                <a16:creationId xmlns:a16="http://schemas.microsoft.com/office/drawing/2014/main" id="{65D3C091-1B96-CC8F-6837-285227975EB6}"/>
              </a:ext>
            </a:extLst>
          </p:cNvPr>
          <p:cNvSpPr/>
          <p:nvPr/>
        </p:nvSpPr>
        <p:spPr>
          <a:xfrm>
            <a:off x="4243388" y="5704090"/>
            <a:ext cx="3705225" cy="876300"/>
          </a:xfrm>
          <a:custGeom>
            <a:avLst/>
            <a:gdLst/>
            <a:ahLst/>
            <a:cxnLst/>
            <a:rect l="l" t="t" r="r" b="b"/>
            <a:pathLst>
              <a:path w="3705225" h="876300">
                <a:moveTo>
                  <a:pt x="0" y="0"/>
                </a:moveTo>
                <a:lnTo>
                  <a:pt x="3705225" y="0"/>
                </a:lnTo>
                <a:lnTo>
                  <a:pt x="3705225" y="876300"/>
                </a:lnTo>
                <a:lnTo>
                  <a:pt x="0" y="8763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2D3436"/>
            </a:solidFill>
            <a:prstDash val="solid"/>
          </a:ln>
          <a:effectLst>
            <a:outerShdw blurRad="101600" dist="50800" dir="2700000" algn="bl" rotWithShape="0">
              <a:srgbClr val="FFFFFF">
                <a:alpha val="7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6" name="Shape 83">
            <a:extLst>
              <a:ext uri="{FF2B5EF4-FFF2-40B4-BE49-F238E27FC236}">
                <a16:creationId xmlns:a16="http://schemas.microsoft.com/office/drawing/2014/main" id="{AA02D864-4C21-6CB6-E09C-4F833EEE0C59}"/>
              </a:ext>
            </a:extLst>
          </p:cNvPr>
          <p:cNvSpPr/>
          <p:nvPr/>
        </p:nvSpPr>
        <p:spPr>
          <a:xfrm>
            <a:off x="4343400" y="5804103"/>
            <a:ext cx="209550" cy="209550"/>
          </a:xfrm>
          <a:custGeom>
            <a:avLst/>
            <a:gdLst/>
            <a:ahLst/>
            <a:cxnLst/>
            <a:rect l="l" t="t" r="r" b="b"/>
            <a:pathLst>
              <a:path w="209550" h="209550">
                <a:moveTo>
                  <a:pt x="0" y="0"/>
                </a:moveTo>
                <a:lnTo>
                  <a:pt x="209550" y="0"/>
                </a:lnTo>
                <a:lnTo>
                  <a:pt x="209550" y="209550"/>
                </a:lnTo>
                <a:lnTo>
                  <a:pt x="0" y="209550"/>
                </a:lnTo>
                <a:lnTo>
                  <a:pt x="0" y="0"/>
                </a:lnTo>
                <a:close/>
              </a:path>
            </a:pathLst>
          </a:custGeom>
          <a:solidFill>
            <a:srgbClr val="4ECDC4"/>
          </a:solidFill>
          <a:ln w="25400">
            <a:solidFill>
              <a:srgbClr val="2D343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Shape 84">
            <a:extLst>
              <a:ext uri="{FF2B5EF4-FFF2-40B4-BE49-F238E27FC236}">
                <a16:creationId xmlns:a16="http://schemas.microsoft.com/office/drawing/2014/main" id="{E01BDCA2-0991-4B42-1B65-5A6DB999C56D}"/>
              </a:ext>
            </a:extLst>
          </p:cNvPr>
          <p:cNvSpPr/>
          <p:nvPr/>
        </p:nvSpPr>
        <p:spPr>
          <a:xfrm>
            <a:off x="4391025" y="5851728"/>
            <a:ext cx="114300" cy="114300"/>
          </a:xfrm>
          <a:custGeom>
            <a:avLst/>
            <a:gdLst/>
            <a:ahLst/>
            <a:cxnLst/>
            <a:rect l="l" t="t" r="r" b="b"/>
            <a:pathLst>
              <a:path w="114300" h="114300">
                <a:moveTo>
                  <a:pt x="42863" y="14288"/>
                </a:moveTo>
                <a:cubicBezTo>
                  <a:pt x="42863" y="10336"/>
                  <a:pt x="46055" y="7144"/>
                  <a:pt x="50006" y="7144"/>
                </a:cubicBezTo>
                <a:lnTo>
                  <a:pt x="64294" y="7144"/>
                </a:lnTo>
                <a:cubicBezTo>
                  <a:pt x="68245" y="7144"/>
                  <a:pt x="71438" y="10336"/>
                  <a:pt x="71438" y="14288"/>
                </a:cubicBezTo>
                <a:lnTo>
                  <a:pt x="71438" y="28575"/>
                </a:lnTo>
                <a:cubicBezTo>
                  <a:pt x="71438" y="32526"/>
                  <a:pt x="68245" y="35719"/>
                  <a:pt x="64294" y="35719"/>
                </a:cubicBezTo>
                <a:lnTo>
                  <a:pt x="62508" y="35719"/>
                </a:lnTo>
                <a:lnTo>
                  <a:pt x="62508" y="50006"/>
                </a:lnTo>
                <a:lnTo>
                  <a:pt x="89297" y="50006"/>
                </a:lnTo>
                <a:cubicBezTo>
                  <a:pt x="98182" y="50006"/>
                  <a:pt x="105370" y="57195"/>
                  <a:pt x="105370" y="66080"/>
                </a:cubicBezTo>
                <a:lnTo>
                  <a:pt x="105370" y="78581"/>
                </a:lnTo>
                <a:lnTo>
                  <a:pt x="107156" y="78581"/>
                </a:lnTo>
                <a:cubicBezTo>
                  <a:pt x="111108" y="78581"/>
                  <a:pt x="114300" y="81774"/>
                  <a:pt x="114300" y="85725"/>
                </a:cubicBezTo>
                <a:lnTo>
                  <a:pt x="114300" y="100013"/>
                </a:lnTo>
                <a:cubicBezTo>
                  <a:pt x="114300" y="103964"/>
                  <a:pt x="111108" y="107156"/>
                  <a:pt x="107156" y="107156"/>
                </a:cubicBezTo>
                <a:lnTo>
                  <a:pt x="92869" y="107156"/>
                </a:lnTo>
                <a:cubicBezTo>
                  <a:pt x="88917" y="107156"/>
                  <a:pt x="85725" y="103964"/>
                  <a:pt x="85725" y="100013"/>
                </a:cubicBezTo>
                <a:lnTo>
                  <a:pt x="85725" y="85725"/>
                </a:lnTo>
                <a:cubicBezTo>
                  <a:pt x="85725" y="81774"/>
                  <a:pt x="88917" y="78581"/>
                  <a:pt x="92869" y="78581"/>
                </a:cubicBezTo>
                <a:lnTo>
                  <a:pt x="94655" y="78581"/>
                </a:lnTo>
                <a:lnTo>
                  <a:pt x="94655" y="66080"/>
                </a:lnTo>
                <a:cubicBezTo>
                  <a:pt x="94655" y="63111"/>
                  <a:pt x="92266" y="60722"/>
                  <a:pt x="89297" y="60722"/>
                </a:cubicBezTo>
                <a:lnTo>
                  <a:pt x="62508" y="60722"/>
                </a:lnTo>
                <a:lnTo>
                  <a:pt x="62508" y="78581"/>
                </a:lnTo>
                <a:lnTo>
                  <a:pt x="64294" y="78581"/>
                </a:lnTo>
                <a:cubicBezTo>
                  <a:pt x="68245" y="78581"/>
                  <a:pt x="71438" y="81774"/>
                  <a:pt x="71438" y="85725"/>
                </a:cubicBezTo>
                <a:lnTo>
                  <a:pt x="71438" y="100013"/>
                </a:lnTo>
                <a:cubicBezTo>
                  <a:pt x="71438" y="103964"/>
                  <a:pt x="68245" y="107156"/>
                  <a:pt x="64294" y="107156"/>
                </a:cubicBezTo>
                <a:lnTo>
                  <a:pt x="50006" y="107156"/>
                </a:lnTo>
                <a:cubicBezTo>
                  <a:pt x="46055" y="107156"/>
                  <a:pt x="42863" y="103964"/>
                  <a:pt x="42863" y="100013"/>
                </a:cubicBezTo>
                <a:lnTo>
                  <a:pt x="42863" y="85725"/>
                </a:lnTo>
                <a:cubicBezTo>
                  <a:pt x="42863" y="81774"/>
                  <a:pt x="46055" y="78581"/>
                  <a:pt x="50006" y="78581"/>
                </a:cubicBezTo>
                <a:lnTo>
                  <a:pt x="51792" y="78581"/>
                </a:lnTo>
                <a:lnTo>
                  <a:pt x="51792" y="60722"/>
                </a:lnTo>
                <a:lnTo>
                  <a:pt x="25003" y="60722"/>
                </a:lnTo>
                <a:cubicBezTo>
                  <a:pt x="22034" y="60722"/>
                  <a:pt x="19645" y="63111"/>
                  <a:pt x="19645" y="66080"/>
                </a:cubicBezTo>
                <a:lnTo>
                  <a:pt x="19645" y="78581"/>
                </a:lnTo>
                <a:lnTo>
                  <a:pt x="21431" y="78581"/>
                </a:lnTo>
                <a:cubicBezTo>
                  <a:pt x="25383" y="78581"/>
                  <a:pt x="28575" y="81774"/>
                  <a:pt x="28575" y="85725"/>
                </a:cubicBezTo>
                <a:lnTo>
                  <a:pt x="28575" y="100013"/>
                </a:lnTo>
                <a:cubicBezTo>
                  <a:pt x="28575" y="103964"/>
                  <a:pt x="25383" y="107156"/>
                  <a:pt x="21431" y="107156"/>
                </a:cubicBezTo>
                <a:lnTo>
                  <a:pt x="7144" y="107156"/>
                </a:lnTo>
                <a:cubicBezTo>
                  <a:pt x="3192" y="107156"/>
                  <a:pt x="0" y="103964"/>
                  <a:pt x="0" y="100013"/>
                </a:cubicBezTo>
                <a:lnTo>
                  <a:pt x="0" y="85725"/>
                </a:lnTo>
                <a:cubicBezTo>
                  <a:pt x="0" y="81774"/>
                  <a:pt x="3192" y="78581"/>
                  <a:pt x="7144" y="78581"/>
                </a:cubicBezTo>
                <a:lnTo>
                  <a:pt x="8930" y="78581"/>
                </a:lnTo>
                <a:lnTo>
                  <a:pt x="8930" y="66080"/>
                </a:lnTo>
                <a:cubicBezTo>
                  <a:pt x="8930" y="57195"/>
                  <a:pt x="16118" y="50006"/>
                  <a:pt x="25003" y="50006"/>
                </a:cubicBezTo>
                <a:lnTo>
                  <a:pt x="51792" y="50006"/>
                </a:lnTo>
                <a:lnTo>
                  <a:pt x="51792" y="35719"/>
                </a:lnTo>
                <a:lnTo>
                  <a:pt x="50006" y="35719"/>
                </a:lnTo>
                <a:cubicBezTo>
                  <a:pt x="46055" y="35719"/>
                  <a:pt x="42863" y="32526"/>
                  <a:pt x="42863" y="28575"/>
                </a:cubicBezTo>
                <a:lnTo>
                  <a:pt x="42863" y="14288"/>
                </a:lnTo>
                <a:close/>
              </a:path>
            </a:pathLst>
          </a:custGeom>
          <a:solidFill>
            <a:srgbClr val="FF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8" name="Text 85">
            <a:extLst>
              <a:ext uri="{FF2B5EF4-FFF2-40B4-BE49-F238E27FC236}">
                <a16:creationId xmlns:a16="http://schemas.microsoft.com/office/drawing/2014/main" id="{71EC6FCB-3685-5522-7396-E702BDF8A2B8}"/>
              </a:ext>
            </a:extLst>
          </p:cNvPr>
          <p:cNvSpPr/>
          <p:nvPr/>
        </p:nvSpPr>
        <p:spPr>
          <a:xfrm>
            <a:off x="4638675" y="5794578"/>
            <a:ext cx="7429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2D3436"/>
                </a:solidFill>
                <a:latin typeface="Coda" pitchFamily="34" charset="0"/>
                <a:ea typeface="Coda" pitchFamily="34" charset="-122"/>
                <a:cs typeface="Coda" pitchFamily="34" charset="-120"/>
              </a:rPr>
              <a:t>Hierarchy</a:t>
            </a:r>
            <a:endParaRPr lang="en-US" sz="1600" dirty="0"/>
          </a:p>
        </p:txBody>
      </p:sp>
      <p:sp>
        <p:nvSpPr>
          <p:cNvPr id="59" name="Text 86">
            <a:extLst>
              <a:ext uri="{FF2B5EF4-FFF2-40B4-BE49-F238E27FC236}">
                <a16:creationId xmlns:a16="http://schemas.microsoft.com/office/drawing/2014/main" id="{8A18D16E-D4BB-9DDF-E545-B26C0F663677}"/>
              </a:ext>
            </a:extLst>
          </p:cNvPr>
          <p:cNvSpPr/>
          <p:nvPr/>
        </p:nvSpPr>
        <p:spPr>
          <a:xfrm>
            <a:off x="4333875" y="6061278"/>
            <a:ext cx="35814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900" dirty="0">
                <a:solidFill>
                  <a:srgbClr val="2D3436"/>
                </a:solidFill>
                <a:highlight>
                  <a:srgbClr val="FFFF00"/>
                </a:highlight>
                <a:latin typeface="Liter" pitchFamily="34" charset="0"/>
                <a:ea typeface="Liter" pitchFamily="34" charset="-122"/>
                <a:cs typeface="Liter" pitchFamily="34" charset="-120"/>
              </a:rPr>
              <a:t>Hotels → Rooms (1:M)</a:t>
            </a:r>
            <a:endParaRPr lang="en-US" sz="1600" dirty="0">
              <a:highlight>
                <a:srgbClr val="FFFF00"/>
              </a:highlight>
            </a:endParaRPr>
          </a:p>
          <a:p>
            <a:pPr>
              <a:lnSpc>
                <a:spcPct val="100000"/>
              </a:lnSpc>
            </a:pPr>
            <a:r>
              <a:rPr lang="en-US" sz="900" dirty="0">
                <a:solidFill>
                  <a:srgbClr val="2D343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Airlines → Flights (1:M)</a:t>
            </a:r>
            <a:endParaRPr lang="en-US" sz="1600" dirty="0"/>
          </a:p>
          <a:p>
            <a:pPr>
              <a:lnSpc>
                <a:spcPct val="100000"/>
              </a:lnSpc>
            </a:pPr>
            <a:r>
              <a:rPr lang="en-US" sz="900" dirty="0">
                <a:solidFill>
                  <a:srgbClr val="2D343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Flights → Seats (1:M)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20163297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Word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DDEBAA7-AEE8-1B86-CE56-B6C5AF1514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4E39F251-E765-A8A3-A9A3-E5F55DB161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68620A6-2971-E3FE-042D-172DBFE40D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bg2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12" name="Right Triangle 11">
            <a:extLst>
              <a:ext uri="{FF2B5EF4-FFF2-40B4-BE49-F238E27FC236}">
                <a16:creationId xmlns:a16="http://schemas.microsoft.com/office/drawing/2014/main" id="{A9C00B79-7AAA-1BEE-86E0-9E3BFA24B8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>
            <a:off x="422269" y="-284218"/>
            <a:ext cx="568289" cy="568289"/>
          </a:xfrm>
          <a:prstGeom prst="rtTriangle">
            <a:avLst/>
          </a:prstGeom>
          <a:solidFill>
            <a:schemeClr val="bg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81A199ED-EE09-7B23-7E6A-634C0E3F4C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178446" y="4912946"/>
            <a:ext cx="2010507" cy="1945055"/>
          </a:xfrm>
          <a:custGeom>
            <a:avLst/>
            <a:gdLst>
              <a:gd name="connsiteX0" fmla="*/ 2010507 w 2010507"/>
              <a:gd name="connsiteY0" fmla="*/ 0 h 1945055"/>
              <a:gd name="connsiteX1" fmla="*/ 2010507 w 2010507"/>
              <a:gd name="connsiteY1" fmla="*/ 834250 h 1945055"/>
              <a:gd name="connsiteX2" fmla="*/ 1918431 w 2010507"/>
              <a:gd name="connsiteY2" fmla="*/ 857925 h 1945055"/>
              <a:gd name="connsiteX3" fmla="*/ 846136 w 2010507"/>
              <a:gd name="connsiteY3" fmla="*/ 1930220 h 1945055"/>
              <a:gd name="connsiteX4" fmla="*/ 842322 w 2010507"/>
              <a:gd name="connsiteY4" fmla="*/ 1945055 h 1945055"/>
              <a:gd name="connsiteX5" fmla="*/ 0 w 2010507"/>
              <a:gd name="connsiteY5" fmla="*/ 1945055 h 1945055"/>
              <a:gd name="connsiteX6" fmla="*/ 3608 w 2010507"/>
              <a:gd name="connsiteY6" fmla="*/ 1921417 h 1945055"/>
              <a:gd name="connsiteX7" fmla="*/ 1909628 w 2010507"/>
              <a:gd name="connsiteY7" fmla="*/ 15396 h 19450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010507" h="1945055">
                <a:moveTo>
                  <a:pt x="2010507" y="0"/>
                </a:moveTo>
                <a:lnTo>
                  <a:pt x="2010507" y="834250"/>
                </a:lnTo>
                <a:lnTo>
                  <a:pt x="1918431" y="857925"/>
                </a:lnTo>
                <a:cubicBezTo>
                  <a:pt x="1407892" y="1016719"/>
                  <a:pt x="1004930" y="1419681"/>
                  <a:pt x="846136" y="1930220"/>
                </a:cubicBezTo>
                <a:lnTo>
                  <a:pt x="842322" y="1945055"/>
                </a:lnTo>
                <a:lnTo>
                  <a:pt x="0" y="1945055"/>
                </a:lnTo>
                <a:lnTo>
                  <a:pt x="3608" y="1921417"/>
                </a:lnTo>
                <a:cubicBezTo>
                  <a:pt x="199379" y="964705"/>
                  <a:pt x="952916" y="211168"/>
                  <a:pt x="1909628" y="15396"/>
                </a:cubicBezTo>
                <a:close/>
              </a:path>
            </a:pathLst>
          </a:custGeom>
          <a:solidFill>
            <a:schemeClr val="accent1">
              <a:lumMod val="20000"/>
              <a:lumOff val="8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7FC41A5-B1E0-2244-0D4B-944C43D668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2214827" cy="6858000"/>
            <a:chOff x="-6214" y="-1"/>
            <a:chExt cx="12214827" cy="6858000"/>
          </a:xfrm>
        </p:grpSpPr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DC53089C-93C5-3973-E514-B3B2996D1A9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4C3CEF55-C217-B938-DC0A-4D09C05B5DD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2A2EAB0C-1100-3422-3738-30D75749BC6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A914EBDA-0FB7-4351-E42E-374FCBBC8F2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0116973E-40DD-A6D5-741F-CD56DDA48D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196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C603432B-C2B6-49C7-DB08-4FC0273307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9140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2732907D-74EC-9531-A9FA-C9BEC941686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9084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6E11A319-6F60-2327-EA1E-D1F3EEA05EE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9028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AD75AB3F-4DA2-1C0E-94C1-250487AEC0B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8971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37C12C56-D59C-1F81-F114-6B50B9EABE9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18915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5789FBB9-0225-23CF-BFFE-500F33D7C8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18859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B5D496A-D595-EFC4-F33C-26AD00539A5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18803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AB718393-EA56-C526-F51C-6C7BDC8C3E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18747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936D4B63-9169-3960-8152-921862A75F1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18690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3AC0506A-F8E9-C0FF-3A7D-E28A745031E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18634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EB7CD416-6730-244F-1690-D259932E5CB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C6EBF3E5-4662-D975-C6A2-712375B293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1F1E82B9-2601-E38C-D391-234C9E291A7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2890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FE392A78-8B5E-6177-5CCE-7C94D932D7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8609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1D72944B-BBF0-93BC-B0ED-FDE5DF6A360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4328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29488698-DFE0-31FB-BAA6-9A3A2334455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40047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30CD1AB-4C78-65FE-5AE5-CF1296687AC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95766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C67A2CBC-62C9-4758-8321-95E07ADA1E3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51485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00AD8275-1F6E-7F99-DD77-2A3BFF2A76D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07204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7D821C30-9D6D-4F2F-682B-61CE28204C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62923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8C2CAB45-E419-DE38-B8DD-A207A00D7B4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18642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8C418D78-F601-4DC3-987F-BB10F5440C7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7436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2D810FDE-2BF8-E363-0060-43E8778062F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EDE5EC74-108B-9623-731C-BC9106D689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248400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5" name="Picture 14">
            <a:extLst>
              <a:ext uri="{FF2B5EF4-FFF2-40B4-BE49-F238E27FC236}">
                <a16:creationId xmlns:a16="http://schemas.microsoft.com/office/drawing/2014/main" id="{08F8B5AA-0139-50D2-10D2-28F2FD71C1D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6413" y="45611"/>
            <a:ext cx="17253532" cy="13281343"/>
          </a:xfrm>
          <a:prstGeom prst="rect">
            <a:avLst/>
          </a:prstGeom>
        </p:spPr>
      </p:pic>
      <p:sp>
        <p:nvSpPr>
          <p:cNvPr id="55" name="Shape 82">
            <a:extLst>
              <a:ext uri="{FF2B5EF4-FFF2-40B4-BE49-F238E27FC236}">
                <a16:creationId xmlns:a16="http://schemas.microsoft.com/office/drawing/2014/main" id="{F6970823-A515-5A23-17BA-EFBED1C1280F}"/>
              </a:ext>
            </a:extLst>
          </p:cNvPr>
          <p:cNvSpPr/>
          <p:nvPr/>
        </p:nvSpPr>
        <p:spPr>
          <a:xfrm>
            <a:off x="4243388" y="5704090"/>
            <a:ext cx="3705225" cy="876300"/>
          </a:xfrm>
          <a:custGeom>
            <a:avLst/>
            <a:gdLst/>
            <a:ahLst/>
            <a:cxnLst/>
            <a:rect l="l" t="t" r="r" b="b"/>
            <a:pathLst>
              <a:path w="3705225" h="876300">
                <a:moveTo>
                  <a:pt x="0" y="0"/>
                </a:moveTo>
                <a:lnTo>
                  <a:pt x="3705225" y="0"/>
                </a:lnTo>
                <a:lnTo>
                  <a:pt x="3705225" y="876300"/>
                </a:lnTo>
                <a:lnTo>
                  <a:pt x="0" y="8763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2D3436"/>
            </a:solidFill>
            <a:prstDash val="solid"/>
          </a:ln>
          <a:effectLst>
            <a:outerShdw blurRad="101600" dist="50800" dir="2700000" algn="bl" rotWithShape="0">
              <a:srgbClr val="FFFFFF">
                <a:alpha val="7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6" name="Shape 83">
            <a:extLst>
              <a:ext uri="{FF2B5EF4-FFF2-40B4-BE49-F238E27FC236}">
                <a16:creationId xmlns:a16="http://schemas.microsoft.com/office/drawing/2014/main" id="{F864ACD1-9110-BD35-465B-CD08F7245903}"/>
              </a:ext>
            </a:extLst>
          </p:cNvPr>
          <p:cNvSpPr/>
          <p:nvPr/>
        </p:nvSpPr>
        <p:spPr>
          <a:xfrm>
            <a:off x="4343400" y="5804103"/>
            <a:ext cx="209550" cy="209550"/>
          </a:xfrm>
          <a:custGeom>
            <a:avLst/>
            <a:gdLst/>
            <a:ahLst/>
            <a:cxnLst/>
            <a:rect l="l" t="t" r="r" b="b"/>
            <a:pathLst>
              <a:path w="209550" h="209550">
                <a:moveTo>
                  <a:pt x="0" y="0"/>
                </a:moveTo>
                <a:lnTo>
                  <a:pt x="209550" y="0"/>
                </a:lnTo>
                <a:lnTo>
                  <a:pt x="209550" y="209550"/>
                </a:lnTo>
                <a:lnTo>
                  <a:pt x="0" y="209550"/>
                </a:lnTo>
                <a:lnTo>
                  <a:pt x="0" y="0"/>
                </a:lnTo>
                <a:close/>
              </a:path>
            </a:pathLst>
          </a:custGeom>
          <a:solidFill>
            <a:srgbClr val="4ECDC4"/>
          </a:solidFill>
          <a:ln w="25400">
            <a:solidFill>
              <a:srgbClr val="2D343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Shape 84">
            <a:extLst>
              <a:ext uri="{FF2B5EF4-FFF2-40B4-BE49-F238E27FC236}">
                <a16:creationId xmlns:a16="http://schemas.microsoft.com/office/drawing/2014/main" id="{FE639FB3-0C09-1133-0D61-65ACB7A143A6}"/>
              </a:ext>
            </a:extLst>
          </p:cNvPr>
          <p:cNvSpPr/>
          <p:nvPr/>
        </p:nvSpPr>
        <p:spPr>
          <a:xfrm>
            <a:off x="4391025" y="5851728"/>
            <a:ext cx="114300" cy="114300"/>
          </a:xfrm>
          <a:custGeom>
            <a:avLst/>
            <a:gdLst/>
            <a:ahLst/>
            <a:cxnLst/>
            <a:rect l="l" t="t" r="r" b="b"/>
            <a:pathLst>
              <a:path w="114300" h="114300">
                <a:moveTo>
                  <a:pt x="42863" y="14288"/>
                </a:moveTo>
                <a:cubicBezTo>
                  <a:pt x="42863" y="10336"/>
                  <a:pt x="46055" y="7144"/>
                  <a:pt x="50006" y="7144"/>
                </a:cubicBezTo>
                <a:lnTo>
                  <a:pt x="64294" y="7144"/>
                </a:lnTo>
                <a:cubicBezTo>
                  <a:pt x="68245" y="7144"/>
                  <a:pt x="71438" y="10336"/>
                  <a:pt x="71438" y="14288"/>
                </a:cubicBezTo>
                <a:lnTo>
                  <a:pt x="71438" y="28575"/>
                </a:lnTo>
                <a:cubicBezTo>
                  <a:pt x="71438" y="32526"/>
                  <a:pt x="68245" y="35719"/>
                  <a:pt x="64294" y="35719"/>
                </a:cubicBezTo>
                <a:lnTo>
                  <a:pt x="62508" y="35719"/>
                </a:lnTo>
                <a:lnTo>
                  <a:pt x="62508" y="50006"/>
                </a:lnTo>
                <a:lnTo>
                  <a:pt x="89297" y="50006"/>
                </a:lnTo>
                <a:cubicBezTo>
                  <a:pt x="98182" y="50006"/>
                  <a:pt x="105370" y="57195"/>
                  <a:pt x="105370" y="66080"/>
                </a:cubicBezTo>
                <a:lnTo>
                  <a:pt x="105370" y="78581"/>
                </a:lnTo>
                <a:lnTo>
                  <a:pt x="107156" y="78581"/>
                </a:lnTo>
                <a:cubicBezTo>
                  <a:pt x="111108" y="78581"/>
                  <a:pt x="114300" y="81774"/>
                  <a:pt x="114300" y="85725"/>
                </a:cubicBezTo>
                <a:lnTo>
                  <a:pt x="114300" y="100013"/>
                </a:lnTo>
                <a:cubicBezTo>
                  <a:pt x="114300" y="103964"/>
                  <a:pt x="111108" y="107156"/>
                  <a:pt x="107156" y="107156"/>
                </a:cubicBezTo>
                <a:lnTo>
                  <a:pt x="92869" y="107156"/>
                </a:lnTo>
                <a:cubicBezTo>
                  <a:pt x="88917" y="107156"/>
                  <a:pt x="85725" y="103964"/>
                  <a:pt x="85725" y="100013"/>
                </a:cubicBezTo>
                <a:lnTo>
                  <a:pt x="85725" y="85725"/>
                </a:lnTo>
                <a:cubicBezTo>
                  <a:pt x="85725" y="81774"/>
                  <a:pt x="88917" y="78581"/>
                  <a:pt x="92869" y="78581"/>
                </a:cubicBezTo>
                <a:lnTo>
                  <a:pt x="94655" y="78581"/>
                </a:lnTo>
                <a:lnTo>
                  <a:pt x="94655" y="66080"/>
                </a:lnTo>
                <a:cubicBezTo>
                  <a:pt x="94655" y="63111"/>
                  <a:pt x="92266" y="60722"/>
                  <a:pt x="89297" y="60722"/>
                </a:cubicBezTo>
                <a:lnTo>
                  <a:pt x="62508" y="60722"/>
                </a:lnTo>
                <a:lnTo>
                  <a:pt x="62508" y="78581"/>
                </a:lnTo>
                <a:lnTo>
                  <a:pt x="64294" y="78581"/>
                </a:lnTo>
                <a:cubicBezTo>
                  <a:pt x="68245" y="78581"/>
                  <a:pt x="71438" y="81774"/>
                  <a:pt x="71438" y="85725"/>
                </a:cubicBezTo>
                <a:lnTo>
                  <a:pt x="71438" y="100013"/>
                </a:lnTo>
                <a:cubicBezTo>
                  <a:pt x="71438" y="103964"/>
                  <a:pt x="68245" y="107156"/>
                  <a:pt x="64294" y="107156"/>
                </a:cubicBezTo>
                <a:lnTo>
                  <a:pt x="50006" y="107156"/>
                </a:lnTo>
                <a:cubicBezTo>
                  <a:pt x="46055" y="107156"/>
                  <a:pt x="42863" y="103964"/>
                  <a:pt x="42863" y="100013"/>
                </a:cubicBezTo>
                <a:lnTo>
                  <a:pt x="42863" y="85725"/>
                </a:lnTo>
                <a:cubicBezTo>
                  <a:pt x="42863" y="81774"/>
                  <a:pt x="46055" y="78581"/>
                  <a:pt x="50006" y="78581"/>
                </a:cubicBezTo>
                <a:lnTo>
                  <a:pt x="51792" y="78581"/>
                </a:lnTo>
                <a:lnTo>
                  <a:pt x="51792" y="60722"/>
                </a:lnTo>
                <a:lnTo>
                  <a:pt x="25003" y="60722"/>
                </a:lnTo>
                <a:cubicBezTo>
                  <a:pt x="22034" y="60722"/>
                  <a:pt x="19645" y="63111"/>
                  <a:pt x="19645" y="66080"/>
                </a:cubicBezTo>
                <a:lnTo>
                  <a:pt x="19645" y="78581"/>
                </a:lnTo>
                <a:lnTo>
                  <a:pt x="21431" y="78581"/>
                </a:lnTo>
                <a:cubicBezTo>
                  <a:pt x="25383" y="78581"/>
                  <a:pt x="28575" y="81774"/>
                  <a:pt x="28575" y="85725"/>
                </a:cubicBezTo>
                <a:lnTo>
                  <a:pt x="28575" y="100013"/>
                </a:lnTo>
                <a:cubicBezTo>
                  <a:pt x="28575" y="103964"/>
                  <a:pt x="25383" y="107156"/>
                  <a:pt x="21431" y="107156"/>
                </a:cubicBezTo>
                <a:lnTo>
                  <a:pt x="7144" y="107156"/>
                </a:lnTo>
                <a:cubicBezTo>
                  <a:pt x="3192" y="107156"/>
                  <a:pt x="0" y="103964"/>
                  <a:pt x="0" y="100013"/>
                </a:cubicBezTo>
                <a:lnTo>
                  <a:pt x="0" y="85725"/>
                </a:lnTo>
                <a:cubicBezTo>
                  <a:pt x="0" y="81774"/>
                  <a:pt x="3192" y="78581"/>
                  <a:pt x="7144" y="78581"/>
                </a:cubicBezTo>
                <a:lnTo>
                  <a:pt x="8930" y="78581"/>
                </a:lnTo>
                <a:lnTo>
                  <a:pt x="8930" y="66080"/>
                </a:lnTo>
                <a:cubicBezTo>
                  <a:pt x="8930" y="57195"/>
                  <a:pt x="16118" y="50006"/>
                  <a:pt x="25003" y="50006"/>
                </a:cubicBezTo>
                <a:lnTo>
                  <a:pt x="51792" y="50006"/>
                </a:lnTo>
                <a:lnTo>
                  <a:pt x="51792" y="35719"/>
                </a:lnTo>
                <a:lnTo>
                  <a:pt x="50006" y="35719"/>
                </a:lnTo>
                <a:cubicBezTo>
                  <a:pt x="46055" y="35719"/>
                  <a:pt x="42863" y="32526"/>
                  <a:pt x="42863" y="28575"/>
                </a:cubicBezTo>
                <a:lnTo>
                  <a:pt x="42863" y="14288"/>
                </a:lnTo>
                <a:close/>
              </a:path>
            </a:pathLst>
          </a:custGeom>
          <a:solidFill>
            <a:srgbClr val="FF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8" name="Text 85">
            <a:extLst>
              <a:ext uri="{FF2B5EF4-FFF2-40B4-BE49-F238E27FC236}">
                <a16:creationId xmlns:a16="http://schemas.microsoft.com/office/drawing/2014/main" id="{C07BFD54-53C0-269A-E905-FF3CFDFEB44A}"/>
              </a:ext>
            </a:extLst>
          </p:cNvPr>
          <p:cNvSpPr/>
          <p:nvPr/>
        </p:nvSpPr>
        <p:spPr>
          <a:xfrm>
            <a:off x="4638675" y="5794578"/>
            <a:ext cx="7429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2D3436"/>
                </a:solidFill>
                <a:latin typeface="Coda" pitchFamily="34" charset="0"/>
                <a:ea typeface="Coda" pitchFamily="34" charset="-122"/>
                <a:cs typeface="Coda" pitchFamily="34" charset="-120"/>
              </a:rPr>
              <a:t>Hierarchy</a:t>
            </a:r>
            <a:endParaRPr lang="en-US" sz="1600" dirty="0"/>
          </a:p>
        </p:txBody>
      </p:sp>
      <p:sp>
        <p:nvSpPr>
          <p:cNvPr id="59" name="Text 86">
            <a:extLst>
              <a:ext uri="{FF2B5EF4-FFF2-40B4-BE49-F238E27FC236}">
                <a16:creationId xmlns:a16="http://schemas.microsoft.com/office/drawing/2014/main" id="{2A843143-0AA7-8F59-2401-29E6377435EB}"/>
              </a:ext>
            </a:extLst>
          </p:cNvPr>
          <p:cNvSpPr/>
          <p:nvPr/>
        </p:nvSpPr>
        <p:spPr>
          <a:xfrm>
            <a:off x="4333875" y="6061278"/>
            <a:ext cx="35814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900" dirty="0">
                <a:solidFill>
                  <a:srgbClr val="2D343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Hotels → Rooms (1:M)</a:t>
            </a:r>
            <a:endParaRPr lang="en-US" sz="1600" dirty="0"/>
          </a:p>
          <a:p>
            <a:pPr>
              <a:lnSpc>
                <a:spcPct val="100000"/>
              </a:lnSpc>
            </a:pPr>
            <a:r>
              <a:rPr lang="en-US" sz="900" dirty="0">
                <a:solidFill>
                  <a:srgbClr val="2D3436"/>
                </a:solidFill>
                <a:highlight>
                  <a:srgbClr val="FFFF00"/>
                </a:highlight>
                <a:latin typeface="Liter" pitchFamily="34" charset="0"/>
                <a:ea typeface="Liter" pitchFamily="34" charset="-122"/>
                <a:cs typeface="Liter" pitchFamily="34" charset="-120"/>
              </a:rPr>
              <a:t>Airlines → Flights (1:M)</a:t>
            </a:r>
            <a:endParaRPr lang="en-US" sz="1600" dirty="0">
              <a:highlight>
                <a:srgbClr val="FFFF00"/>
              </a:highlight>
            </a:endParaRPr>
          </a:p>
          <a:p>
            <a:pPr>
              <a:lnSpc>
                <a:spcPct val="100000"/>
              </a:lnSpc>
            </a:pPr>
            <a:r>
              <a:rPr lang="en-US" sz="900" dirty="0">
                <a:solidFill>
                  <a:srgbClr val="2D3436"/>
                </a:solidFill>
                <a:highlight>
                  <a:srgbClr val="FFFF00"/>
                </a:highlight>
                <a:latin typeface="Liter" pitchFamily="34" charset="0"/>
                <a:ea typeface="Liter" pitchFamily="34" charset="-122"/>
                <a:cs typeface="Liter" pitchFamily="34" charset="-120"/>
              </a:rPr>
              <a:t>Flights → Seats (1:M)</a:t>
            </a:r>
            <a:endParaRPr lang="en-US" sz="1600" dirty="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70965687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Word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443C263-06BE-2748-539E-7CBD381D02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F1645D33-8AEA-7D9A-495B-D4F0C893A1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A88829D-D036-D186-3445-9B7C4EC4BB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bg2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12" name="Right Triangle 11">
            <a:extLst>
              <a:ext uri="{FF2B5EF4-FFF2-40B4-BE49-F238E27FC236}">
                <a16:creationId xmlns:a16="http://schemas.microsoft.com/office/drawing/2014/main" id="{80ADD382-4C2D-92B4-73ED-00916C56DC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>
            <a:off x="422269" y="-284218"/>
            <a:ext cx="568289" cy="568289"/>
          </a:xfrm>
          <a:prstGeom prst="rtTriangle">
            <a:avLst/>
          </a:prstGeom>
          <a:solidFill>
            <a:schemeClr val="bg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A5EC3C91-5E3E-70B7-1855-0C09DF9C8E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178446" y="4912946"/>
            <a:ext cx="2010507" cy="1945055"/>
          </a:xfrm>
          <a:custGeom>
            <a:avLst/>
            <a:gdLst>
              <a:gd name="connsiteX0" fmla="*/ 2010507 w 2010507"/>
              <a:gd name="connsiteY0" fmla="*/ 0 h 1945055"/>
              <a:gd name="connsiteX1" fmla="*/ 2010507 w 2010507"/>
              <a:gd name="connsiteY1" fmla="*/ 834250 h 1945055"/>
              <a:gd name="connsiteX2" fmla="*/ 1918431 w 2010507"/>
              <a:gd name="connsiteY2" fmla="*/ 857925 h 1945055"/>
              <a:gd name="connsiteX3" fmla="*/ 846136 w 2010507"/>
              <a:gd name="connsiteY3" fmla="*/ 1930220 h 1945055"/>
              <a:gd name="connsiteX4" fmla="*/ 842322 w 2010507"/>
              <a:gd name="connsiteY4" fmla="*/ 1945055 h 1945055"/>
              <a:gd name="connsiteX5" fmla="*/ 0 w 2010507"/>
              <a:gd name="connsiteY5" fmla="*/ 1945055 h 1945055"/>
              <a:gd name="connsiteX6" fmla="*/ 3608 w 2010507"/>
              <a:gd name="connsiteY6" fmla="*/ 1921417 h 1945055"/>
              <a:gd name="connsiteX7" fmla="*/ 1909628 w 2010507"/>
              <a:gd name="connsiteY7" fmla="*/ 15396 h 19450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010507" h="1945055">
                <a:moveTo>
                  <a:pt x="2010507" y="0"/>
                </a:moveTo>
                <a:lnTo>
                  <a:pt x="2010507" y="834250"/>
                </a:lnTo>
                <a:lnTo>
                  <a:pt x="1918431" y="857925"/>
                </a:lnTo>
                <a:cubicBezTo>
                  <a:pt x="1407892" y="1016719"/>
                  <a:pt x="1004930" y="1419681"/>
                  <a:pt x="846136" y="1930220"/>
                </a:cubicBezTo>
                <a:lnTo>
                  <a:pt x="842322" y="1945055"/>
                </a:lnTo>
                <a:lnTo>
                  <a:pt x="0" y="1945055"/>
                </a:lnTo>
                <a:lnTo>
                  <a:pt x="3608" y="1921417"/>
                </a:lnTo>
                <a:cubicBezTo>
                  <a:pt x="199379" y="964705"/>
                  <a:pt x="952916" y="211168"/>
                  <a:pt x="1909628" y="15396"/>
                </a:cubicBezTo>
                <a:close/>
              </a:path>
            </a:pathLst>
          </a:custGeom>
          <a:solidFill>
            <a:schemeClr val="accent1">
              <a:lumMod val="20000"/>
              <a:lumOff val="8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7AB63D7D-75B4-593C-4A53-8495E314D4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2214827" cy="6858000"/>
            <a:chOff x="-6214" y="-1"/>
            <a:chExt cx="12214827" cy="6858000"/>
          </a:xfrm>
        </p:grpSpPr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2C44D6D7-AD00-4177-B473-77D9903FED0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4C9F1C43-F62B-C824-748C-357FBB1DB5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646A75D9-98BA-DB51-35A2-D0DA825A48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06728766-43A2-F08D-66AA-A2585043CB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01B5FD70-013B-CFC4-20CB-BA4F4F13F06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196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DFDB00F5-0E1D-6E85-9113-EDD6F289571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9140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3F300EE3-8377-8FAD-18DA-30BA77DC74E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9084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138E0903-E80D-D463-683C-E05D244CABC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9028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4445FEFB-6700-9BCA-B1D6-EA00B7F9F43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8971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889B2364-351B-70A2-A98B-37D23A0C5D6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18915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8ABF392F-CBB0-08A9-C7CF-14627E3C69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18859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F8FCFC90-0285-F3AB-B0A1-A89285C1A75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18803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F9823D57-F2AE-DC66-D22B-99782B9E61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18747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6F3F410-7647-F48C-A4E5-B0F6E6E5ABF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18690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1C9F7948-A030-1E40-4FC3-A9033CFA2E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18634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FBA8A5B7-DC88-E856-994A-19C844A7FEE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9B84E348-2E72-9E4D-8B16-D8F35E660E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3D4C794E-8358-A9D5-BE7A-328807FE05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2890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225F5BB9-9E51-A8A2-C9F0-FDB224A84FF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8609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4EE5F87C-A4E2-2E59-8485-92CB32E41B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4328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B1D630DC-2B52-7464-D7F1-C76E38A7CB9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40047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4CE49450-6ED0-55ED-55CF-337983C4B3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95766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53ED81E0-282A-9741-AE1D-4E84E1E4030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51485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68C46D14-8BB7-A624-4098-1FF2465E206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07204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CBE5E2A6-EDDA-AE9E-5CAE-FA8A44900D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62923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0F8AAF3A-B6A9-6C3F-A180-2A6DCF48EFD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18642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38D8FE63-1703-684B-67D2-69C32D018A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7436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2EBB1002-09EF-C88E-14A7-1EB305171FD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3C3578FF-7124-DE54-7856-55E1611EFB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248400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5" name="Picture 14">
            <a:extLst>
              <a:ext uri="{FF2B5EF4-FFF2-40B4-BE49-F238E27FC236}">
                <a16:creationId xmlns:a16="http://schemas.microsoft.com/office/drawing/2014/main" id="{DE580FF2-B13B-4BA5-F399-2B86F02813D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051851" y="-5970595"/>
            <a:ext cx="15830005" cy="12185546"/>
          </a:xfrm>
          <a:prstGeom prst="rect">
            <a:avLst/>
          </a:prstGeom>
        </p:spPr>
      </p:pic>
      <p:sp>
        <p:nvSpPr>
          <p:cNvPr id="60" name="Shape 87">
            <a:extLst>
              <a:ext uri="{FF2B5EF4-FFF2-40B4-BE49-F238E27FC236}">
                <a16:creationId xmlns:a16="http://schemas.microsoft.com/office/drawing/2014/main" id="{9322CD1E-52CB-23D2-2DF9-D738EF6DD6EB}"/>
              </a:ext>
            </a:extLst>
          </p:cNvPr>
          <p:cNvSpPr/>
          <p:nvPr/>
        </p:nvSpPr>
        <p:spPr>
          <a:xfrm>
            <a:off x="8091488" y="5704090"/>
            <a:ext cx="3705225" cy="876300"/>
          </a:xfrm>
          <a:custGeom>
            <a:avLst/>
            <a:gdLst/>
            <a:ahLst/>
            <a:cxnLst/>
            <a:rect l="l" t="t" r="r" b="b"/>
            <a:pathLst>
              <a:path w="3705225" h="876300">
                <a:moveTo>
                  <a:pt x="0" y="0"/>
                </a:moveTo>
                <a:lnTo>
                  <a:pt x="3705225" y="0"/>
                </a:lnTo>
                <a:lnTo>
                  <a:pt x="3705225" y="876300"/>
                </a:lnTo>
                <a:lnTo>
                  <a:pt x="0" y="8763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2D3436"/>
            </a:solidFill>
            <a:prstDash val="solid"/>
          </a:ln>
          <a:effectLst>
            <a:outerShdw blurRad="101600" dist="50800" dir="2700000" algn="bl" rotWithShape="0">
              <a:srgbClr val="FFFFFF">
                <a:alpha val="7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1" name="Shape 88">
            <a:extLst>
              <a:ext uri="{FF2B5EF4-FFF2-40B4-BE49-F238E27FC236}">
                <a16:creationId xmlns:a16="http://schemas.microsoft.com/office/drawing/2014/main" id="{24FC799D-522C-7187-727F-0B33F17B42B4}"/>
              </a:ext>
            </a:extLst>
          </p:cNvPr>
          <p:cNvSpPr/>
          <p:nvPr/>
        </p:nvSpPr>
        <p:spPr>
          <a:xfrm>
            <a:off x="8191500" y="5804103"/>
            <a:ext cx="209550" cy="209550"/>
          </a:xfrm>
          <a:custGeom>
            <a:avLst/>
            <a:gdLst/>
            <a:ahLst/>
            <a:cxnLst/>
            <a:rect l="l" t="t" r="r" b="b"/>
            <a:pathLst>
              <a:path w="209550" h="209550">
                <a:moveTo>
                  <a:pt x="0" y="0"/>
                </a:moveTo>
                <a:lnTo>
                  <a:pt x="209550" y="0"/>
                </a:lnTo>
                <a:lnTo>
                  <a:pt x="209550" y="209550"/>
                </a:lnTo>
                <a:lnTo>
                  <a:pt x="0" y="209550"/>
                </a:lnTo>
                <a:lnTo>
                  <a:pt x="0" y="0"/>
                </a:lnTo>
                <a:close/>
              </a:path>
            </a:pathLst>
          </a:custGeom>
          <a:solidFill>
            <a:srgbClr val="FFE66D"/>
          </a:solidFill>
          <a:ln w="25400">
            <a:solidFill>
              <a:srgbClr val="2D343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2" name="Shape 89">
            <a:extLst>
              <a:ext uri="{FF2B5EF4-FFF2-40B4-BE49-F238E27FC236}">
                <a16:creationId xmlns:a16="http://schemas.microsoft.com/office/drawing/2014/main" id="{47E0EC74-C3BF-0A77-225D-325089CBC67E}"/>
              </a:ext>
            </a:extLst>
          </p:cNvPr>
          <p:cNvSpPr/>
          <p:nvPr/>
        </p:nvSpPr>
        <p:spPr>
          <a:xfrm>
            <a:off x="8260556" y="5851728"/>
            <a:ext cx="71438" cy="114300"/>
          </a:xfrm>
          <a:custGeom>
            <a:avLst/>
            <a:gdLst/>
            <a:ahLst/>
            <a:cxnLst/>
            <a:rect l="l" t="t" r="r" b="b"/>
            <a:pathLst>
              <a:path w="71438" h="114300">
                <a:moveTo>
                  <a:pt x="30361" y="5358"/>
                </a:moveTo>
                <a:cubicBezTo>
                  <a:pt x="30361" y="2389"/>
                  <a:pt x="32750" y="0"/>
                  <a:pt x="35719" y="0"/>
                </a:cubicBezTo>
                <a:cubicBezTo>
                  <a:pt x="38688" y="0"/>
                  <a:pt x="41077" y="2389"/>
                  <a:pt x="41077" y="5358"/>
                </a:cubicBezTo>
                <a:lnTo>
                  <a:pt x="41077" y="14288"/>
                </a:lnTo>
                <a:lnTo>
                  <a:pt x="53578" y="14288"/>
                </a:lnTo>
                <a:cubicBezTo>
                  <a:pt x="57530" y="14288"/>
                  <a:pt x="60722" y="17480"/>
                  <a:pt x="60722" y="21431"/>
                </a:cubicBezTo>
                <a:cubicBezTo>
                  <a:pt x="60722" y="25383"/>
                  <a:pt x="57530" y="28575"/>
                  <a:pt x="53578" y="28575"/>
                </a:cubicBezTo>
                <a:lnTo>
                  <a:pt x="27928" y="28575"/>
                </a:lnTo>
                <a:cubicBezTo>
                  <a:pt x="22369" y="28575"/>
                  <a:pt x="17859" y="33084"/>
                  <a:pt x="17859" y="38643"/>
                </a:cubicBezTo>
                <a:cubicBezTo>
                  <a:pt x="17859" y="43666"/>
                  <a:pt x="21543" y="47908"/>
                  <a:pt x="26499" y="48622"/>
                </a:cubicBezTo>
                <a:lnTo>
                  <a:pt x="46948" y="51547"/>
                </a:lnTo>
                <a:cubicBezTo>
                  <a:pt x="58958" y="53266"/>
                  <a:pt x="67866" y="63535"/>
                  <a:pt x="67866" y="75657"/>
                </a:cubicBezTo>
                <a:cubicBezTo>
                  <a:pt x="67866" y="89118"/>
                  <a:pt x="56949" y="100013"/>
                  <a:pt x="43510" y="100013"/>
                </a:cubicBezTo>
                <a:lnTo>
                  <a:pt x="41077" y="100013"/>
                </a:lnTo>
                <a:lnTo>
                  <a:pt x="41077" y="108942"/>
                </a:lnTo>
                <a:cubicBezTo>
                  <a:pt x="41077" y="111911"/>
                  <a:pt x="38688" y="114300"/>
                  <a:pt x="35719" y="114300"/>
                </a:cubicBezTo>
                <a:cubicBezTo>
                  <a:pt x="32750" y="114300"/>
                  <a:pt x="30361" y="111911"/>
                  <a:pt x="30361" y="108942"/>
                </a:cubicBezTo>
                <a:lnTo>
                  <a:pt x="30361" y="100013"/>
                </a:lnTo>
                <a:lnTo>
                  <a:pt x="14288" y="100013"/>
                </a:lnTo>
                <a:cubicBezTo>
                  <a:pt x="10336" y="100013"/>
                  <a:pt x="7144" y="96820"/>
                  <a:pt x="7144" y="92869"/>
                </a:cubicBezTo>
                <a:cubicBezTo>
                  <a:pt x="7144" y="88917"/>
                  <a:pt x="10336" y="85725"/>
                  <a:pt x="14288" y="85725"/>
                </a:cubicBezTo>
                <a:lnTo>
                  <a:pt x="43510" y="85725"/>
                </a:lnTo>
                <a:cubicBezTo>
                  <a:pt x="49069" y="85725"/>
                  <a:pt x="53578" y="81216"/>
                  <a:pt x="53578" y="75657"/>
                </a:cubicBezTo>
                <a:cubicBezTo>
                  <a:pt x="53578" y="70634"/>
                  <a:pt x="49895" y="66392"/>
                  <a:pt x="44939" y="65678"/>
                </a:cubicBezTo>
                <a:lnTo>
                  <a:pt x="24490" y="62753"/>
                </a:lnTo>
                <a:cubicBezTo>
                  <a:pt x="12479" y="61057"/>
                  <a:pt x="3572" y="50765"/>
                  <a:pt x="3572" y="38643"/>
                </a:cubicBezTo>
                <a:cubicBezTo>
                  <a:pt x="3572" y="25204"/>
                  <a:pt x="14488" y="14288"/>
                  <a:pt x="27928" y="14288"/>
                </a:cubicBezTo>
                <a:lnTo>
                  <a:pt x="30361" y="14288"/>
                </a:lnTo>
                <a:lnTo>
                  <a:pt x="30361" y="5358"/>
                </a:lnTo>
                <a:close/>
              </a:path>
            </a:pathLst>
          </a:custGeom>
          <a:solidFill>
            <a:srgbClr val="2D343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3" name="Text 90">
            <a:extLst>
              <a:ext uri="{FF2B5EF4-FFF2-40B4-BE49-F238E27FC236}">
                <a16:creationId xmlns:a16="http://schemas.microsoft.com/office/drawing/2014/main" id="{7EB5296E-0FFB-7A5B-2B37-3BB7FE5BE9B6}"/>
              </a:ext>
            </a:extLst>
          </p:cNvPr>
          <p:cNvSpPr/>
          <p:nvPr/>
        </p:nvSpPr>
        <p:spPr>
          <a:xfrm>
            <a:off x="8486775" y="5794578"/>
            <a:ext cx="14287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2D3436"/>
                </a:solidFill>
                <a:latin typeface="Coda" pitchFamily="34" charset="0"/>
                <a:ea typeface="Coda" pitchFamily="34" charset="-122"/>
                <a:cs typeface="Coda" pitchFamily="34" charset="-120"/>
              </a:rPr>
              <a:t>Financial &amp; Reviews</a:t>
            </a:r>
            <a:endParaRPr lang="en-US" sz="1600" dirty="0"/>
          </a:p>
        </p:txBody>
      </p:sp>
      <p:sp>
        <p:nvSpPr>
          <p:cNvPr id="64" name="Text 91">
            <a:extLst>
              <a:ext uri="{FF2B5EF4-FFF2-40B4-BE49-F238E27FC236}">
                <a16:creationId xmlns:a16="http://schemas.microsoft.com/office/drawing/2014/main" id="{CF447EFE-EC49-3668-329E-B82FC6ABC7BA}"/>
              </a:ext>
            </a:extLst>
          </p:cNvPr>
          <p:cNvSpPr/>
          <p:nvPr/>
        </p:nvSpPr>
        <p:spPr>
          <a:xfrm>
            <a:off x="8181975" y="6061278"/>
            <a:ext cx="35814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900" dirty="0">
                <a:solidFill>
                  <a:srgbClr val="2D343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Bookings → Payments (1:1)</a:t>
            </a:r>
            <a:endParaRPr lang="en-US" sz="1600" dirty="0"/>
          </a:p>
          <a:p>
            <a:pPr>
              <a:lnSpc>
                <a:spcPct val="100000"/>
              </a:lnSpc>
            </a:pPr>
            <a:r>
              <a:rPr lang="en-US" sz="900" dirty="0">
                <a:solidFill>
                  <a:srgbClr val="2D343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Hotels/Airlines → Reviews (1:M)</a:t>
            </a:r>
            <a:endParaRPr lang="en-US" sz="1600" dirty="0"/>
          </a:p>
          <a:p>
            <a:pPr>
              <a:lnSpc>
                <a:spcPct val="100000"/>
              </a:lnSpc>
            </a:pPr>
            <a:r>
              <a:rPr lang="en-US" sz="900" dirty="0">
                <a:solidFill>
                  <a:srgbClr val="2D343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XOR Pattern for polymorphism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4921477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Word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4798C7F-C8CA-4799-BF37-3AB4642CDB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7162F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1"/>
              </a:solidFill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7F0794B-55D3-4D2D-BDE7-4688ED321E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BE4C795B-1813-4CC6-B03F-8DD130BEAAB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E0F4C04D-5CD8-446B-BE3D-257172E6E4C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FDDC802E-606F-4F39-84B6-90DF0FE5446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2C5B0C75-0136-4A39-9AB6-0F02C452781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C5ED2B52-3D40-46DE-8B54-99A4071578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196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18BCEC75-1B6B-45B2-8041-8D933FCF60F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9140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6A2FC789-056A-43CC-807E-4262CDC3E0F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9084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48C32FD3-76B0-40E7-89F2-E9C523210A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9028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B82E9447-8362-426C-840A-B6F2231F7BC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8971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2F141DC8-83CE-4C21-A5BA-E2FFF3D866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18915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512A697C-ECBC-40A9-AC69-BF96A34B91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18859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D2E988AF-5EFB-43D3-B93F-6E4F41A2C90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18803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6B312C1B-AAE2-4A6D-ACC7-ABAA75D4285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18747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57B96146-61DA-44D6-A9DF-6DB41FCF2D8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18690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6B33F93D-4439-46EE-97C4-9CECAAFDCF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18634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5914B275-A3D7-4BA4-B8CB-E7657100F3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BD26EF3B-FBE7-4D57-8E01-553F50734A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6CC1E671-BA54-4B31-9A2E-8F50BC57A2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2890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836A704-3624-4ABF-9A67-0F52C2F3EFB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8609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5FDC385D-BA34-481F-A991-A776E0B193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4328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F1EF033A-D8FB-416B-AE51-4E098A27D68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40047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17C17B48-F458-4E9B-9331-56FCDC5B6A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95766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07E44A4B-D453-46F0-A83D-AF0B33D5C5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51485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346BEA9F-314B-440D-AE8D-21E1252EC5A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07204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F15EAFD0-4869-4612-ACDE-ABC703104E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62923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A0F26706-7F23-4FF0-9CAF-F3C4F47C11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18642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C0195A72-345A-4E88-8D71-14DB3D1B607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7436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0DBF51A6-A3BC-49FE-BB01-E8992811774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A78DF911-744C-419B-83DC-39F270BBF41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248400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216BB147-20D5-4D93-BDA5-1BC614D6A4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6214" y="5014716"/>
            <a:ext cx="2800124" cy="1843284"/>
          </a:xfrm>
          <a:custGeom>
            <a:avLst/>
            <a:gdLst>
              <a:gd name="connsiteX0" fmla="*/ 375358 w 2800124"/>
              <a:gd name="connsiteY0" fmla="*/ 0 h 1843284"/>
              <a:gd name="connsiteX1" fmla="*/ 2781298 w 2800124"/>
              <a:gd name="connsiteY1" fmla="*/ 1770066 h 1843284"/>
              <a:gd name="connsiteX2" fmla="*/ 2800124 w 2800124"/>
              <a:gd name="connsiteY2" fmla="*/ 1843284 h 1843284"/>
              <a:gd name="connsiteX3" fmla="*/ 1987869 w 2800124"/>
              <a:gd name="connsiteY3" fmla="*/ 1843284 h 1843284"/>
              <a:gd name="connsiteX4" fmla="*/ 1986195 w 2800124"/>
              <a:gd name="connsiteY4" fmla="*/ 1838711 h 1843284"/>
              <a:gd name="connsiteX5" fmla="*/ 375357 w 2800124"/>
              <a:gd name="connsiteY5" fmla="*/ 770976 h 1843284"/>
              <a:gd name="connsiteX6" fmla="*/ 23030 w 2800124"/>
              <a:gd name="connsiteY6" fmla="*/ 806494 h 1843284"/>
              <a:gd name="connsiteX7" fmla="*/ 0 w 2800124"/>
              <a:gd name="connsiteY7" fmla="*/ 812415 h 1843284"/>
              <a:gd name="connsiteX8" fmla="*/ 0 w 2800124"/>
              <a:gd name="connsiteY8" fmla="*/ 30983 h 1843284"/>
              <a:gd name="connsiteX9" fmla="*/ 117785 w 2800124"/>
              <a:gd name="connsiteY9" fmla="*/ 13007 h 1843284"/>
              <a:gd name="connsiteX10" fmla="*/ 375358 w 2800124"/>
              <a:gd name="connsiteY10" fmla="*/ 0 h 18432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800124" h="1843284">
                <a:moveTo>
                  <a:pt x="375358" y="0"/>
                </a:moveTo>
                <a:cubicBezTo>
                  <a:pt x="1505802" y="0"/>
                  <a:pt x="2462339" y="744579"/>
                  <a:pt x="2781298" y="1770066"/>
                </a:cubicBezTo>
                <a:lnTo>
                  <a:pt x="2800124" y="1843284"/>
                </a:lnTo>
                <a:lnTo>
                  <a:pt x="1987869" y="1843284"/>
                </a:lnTo>
                <a:lnTo>
                  <a:pt x="1986195" y="1838711"/>
                </a:lnTo>
                <a:cubicBezTo>
                  <a:pt x="1720801" y="1211248"/>
                  <a:pt x="1099494" y="770976"/>
                  <a:pt x="375357" y="770976"/>
                </a:cubicBezTo>
                <a:cubicBezTo>
                  <a:pt x="254668" y="770976"/>
                  <a:pt x="136835" y="783206"/>
                  <a:pt x="23030" y="806494"/>
                </a:cubicBezTo>
                <a:lnTo>
                  <a:pt x="0" y="812415"/>
                </a:lnTo>
                <a:lnTo>
                  <a:pt x="0" y="30983"/>
                </a:lnTo>
                <a:lnTo>
                  <a:pt x="117785" y="13007"/>
                </a:lnTo>
                <a:cubicBezTo>
                  <a:pt x="202473" y="4406"/>
                  <a:pt x="288401" y="0"/>
                  <a:pt x="375358" y="0"/>
                </a:cubicBezTo>
                <a:close/>
              </a:path>
            </a:pathLst>
          </a:custGeom>
          <a:solidFill>
            <a:schemeClr val="accent5">
              <a:lumMod val="75000"/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5" name="Freeform: Shape 44">
            <a:extLst>
              <a:ext uri="{FF2B5EF4-FFF2-40B4-BE49-F238E27FC236}">
                <a16:creationId xmlns:a16="http://schemas.microsoft.com/office/drawing/2014/main" id="{0A253F60-DE40-4508-A37A-61331DF1D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979728" y="0"/>
            <a:ext cx="4209224" cy="1650549"/>
          </a:xfrm>
          <a:custGeom>
            <a:avLst/>
            <a:gdLst>
              <a:gd name="connsiteX0" fmla="*/ 0 w 4209224"/>
              <a:gd name="connsiteY0" fmla="*/ 0 h 1650549"/>
              <a:gd name="connsiteX1" fmla="*/ 846445 w 4209224"/>
              <a:gd name="connsiteY1" fmla="*/ 0 h 1650549"/>
              <a:gd name="connsiteX2" fmla="*/ 912542 w 4209224"/>
              <a:gd name="connsiteY2" fmla="*/ 108799 h 1650549"/>
              <a:gd name="connsiteX3" fmla="*/ 2362195 w 4209224"/>
              <a:gd name="connsiteY3" fmla="*/ 879573 h 1650549"/>
              <a:gd name="connsiteX4" fmla="*/ 3811848 w 4209224"/>
              <a:gd name="connsiteY4" fmla="*/ 108799 h 1650549"/>
              <a:gd name="connsiteX5" fmla="*/ 3877945 w 4209224"/>
              <a:gd name="connsiteY5" fmla="*/ 0 h 1650549"/>
              <a:gd name="connsiteX6" fmla="*/ 4209224 w 4209224"/>
              <a:gd name="connsiteY6" fmla="*/ 0 h 1650549"/>
              <a:gd name="connsiteX7" fmla="*/ 4209224 w 4209224"/>
              <a:gd name="connsiteY7" fmla="*/ 840421 h 1650549"/>
              <a:gd name="connsiteX8" fmla="*/ 4143538 w 4209224"/>
              <a:gd name="connsiteY8" fmla="*/ 912693 h 1650549"/>
              <a:gd name="connsiteX9" fmla="*/ 2362196 w 4209224"/>
              <a:gd name="connsiteY9" fmla="*/ 1650549 h 1650549"/>
              <a:gd name="connsiteX10" fmla="*/ 40969 w 4209224"/>
              <a:gd name="connsiteY10" fmla="*/ 111937 h 16505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209224" h="1650549">
                <a:moveTo>
                  <a:pt x="0" y="0"/>
                </a:moveTo>
                <a:lnTo>
                  <a:pt x="846445" y="0"/>
                </a:lnTo>
                <a:lnTo>
                  <a:pt x="912542" y="108799"/>
                </a:lnTo>
                <a:cubicBezTo>
                  <a:pt x="1226710" y="573829"/>
                  <a:pt x="1758748" y="879573"/>
                  <a:pt x="2362195" y="879573"/>
                </a:cubicBezTo>
                <a:cubicBezTo>
                  <a:pt x="2965642" y="879573"/>
                  <a:pt x="3497680" y="573829"/>
                  <a:pt x="3811848" y="108799"/>
                </a:cubicBezTo>
                <a:lnTo>
                  <a:pt x="3877945" y="0"/>
                </a:lnTo>
                <a:lnTo>
                  <a:pt x="4209224" y="0"/>
                </a:lnTo>
                <a:lnTo>
                  <a:pt x="4209224" y="840421"/>
                </a:lnTo>
                <a:lnTo>
                  <a:pt x="4143538" y="912693"/>
                </a:lnTo>
                <a:cubicBezTo>
                  <a:pt x="3687653" y="1368578"/>
                  <a:pt x="3057854" y="1650549"/>
                  <a:pt x="2362196" y="1650549"/>
                </a:cubicBezTo>
                <a:cubicBezTo>
                  <a:pt x="1318710" y="1650549"/>
                  <a:pt x="423404" y="1016115"/>
                  <a:pt x="40969" y="111937"/>
                </a:cubicBezTo>
                <a:close/>
              </a:path>
            </a:pathLst>
          </a:custGeom>
          <a:solidFill>
            <a:schemeClr val="accent5">
              <a:lumMod val="60000"/>
              <a:lumOff val="4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3BBF3378-C49E-4B97-A883-6393FBF18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7162F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1"/>
              </a:solidFill>
            </a:endParaRPr>
          </a:p>
        </p:txBody>
      </p:sp>
      <p:grpSp>
        <p:nvGrpSpPr>
          <p:cNvPr id="49" name="Group 48">
            <a:extLst>
              <a:ext uri="{FF2B5EF4-FFF2-40B4-BE49-F238E27FC236}">
                <a16:creationId xmlns:a16="http://schemas.microsoft.com/office/drawing/2014/main" id="{DA3D4001-286E-4CB2-B293-3058BDDC82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F81F6D9A-C297-4D43-A56B-E097477E91F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BBD5299F-3CBD-431D-A276-1F6EBDE639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0579A460-D36C-4808-99FD-224968EC8DC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4FACC58E-31A5-41E4-BCE1-9A0FF26F19B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43EE866F-1BA5-4009-983D-0A270F2651C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196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1E7DADAE-DB0C-47E3-AE16-C7B09A32699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9140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EAB89127-DBEE-47FB-951F-C4FEBC41E9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9084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368F6061-E9B4-4C8B-B421-CB81EF37158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9028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54F431D3-EEE6-4416-BA2B-7B8942561C5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8971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C3A1230D-F162-470F-B26A-44F48789FC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18915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1128856B-8BFD-40E1-993B-93F4DDEEC05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18859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0AD4C0C2-878C-4A6F-998A-CDDC31ACDB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18803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7EE0349E-7D03-4F4E-BCAA-D6BAC3E057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18747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FD4A5BD7-7EA2-4F4A-A88B-240C626054D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18690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A5DE89C9-D993-4FE5-9E60-4816CB1A6F1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18634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3574CA6C-639F-41A6-AED3-15C0E0E1B63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B3864BFB-5F88-4311-A2A0-12D067F91EC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09B3E436-97A2-4763-9E55-2C470DF17D0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2890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8462A8CC-9918-4941-9B4A-36FB3F8531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8609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B0671973-544E-4370-8DB9-174DAB82F9E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4328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B5505BD9-45DD-4763-90CB-FB9DB066152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40047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3022B701-1894-49C5-A67C-6B8377C7C5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95766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90501CD9-45DC-4009-A410-08DB27A8742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51485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00BD35CA-BF52-4F44-B789-E3B98042D85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07204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25AED4B0-30B1-4E36-86A4-42C2A918100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62923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DA1A0260-34D8-4474-8C33-ED80F83092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18642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FDCCA183-C630-4855-8BD6-0E4EEE59FCE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7436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Straight Connector 76">
              <a:extLst>
                <a:ext uri="{FF2B5EF4-FFF2-40B4-BE49-F238E27FC236}">
                  <a16:creationId xmlns:a16="http://schemas.microsoft.com/office/drawing/2014/main" id="{843E8B9F-C809-423A-ADAA-80CE5C0711C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Straight Connector 77">
              <a:extLst>
                <a:ext uri="{FF2B5EF4-FFF2-40B4-BE49-F238E27FC236}">
                  <a16:creationId xmlns:a16="http://schemas.microsoft.com/office/drawing/2014/main" id="{2621EBC9-CEB1-4BA5-82D6-9944A3C123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248400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EB68BB96-3C54-47CE-A559-16FC5968EE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6214" y="5014716"/>
            <a:ext cx="2800124" cy="1843284"/>
          </a:xfrm>
          <a:custGeom>
            <a:avLst/>
            <a:gdLst>
              <a:gd name="connsiteX0" fmla="*/ 375358 w 2800124"/>
              <a:gd name="connsiteY0" fmla="*/ 0 h 1843284"/>
              <a:gd name="connsiteX1" fmla="*/ 2781298 w 2800124"/>
              <a:gd name="connsiteY1" fmla="*/ 1770066 h 1843284"/>
              <a:gd name="connsiteX2" fmla="*/ 2800124 w 2800124"/>
              <a:gd name="connsiteY2" fmla="*/ 1843284 h 1843284"/>
              <a:gd name="connsiteX3" fmla="*/ 1987869 w 2800124"/>
              <a:gd name="connsiteY3" fmla="*/ 1843284 h 1843284"/>
              <a:gd name="connsiteX4" fmla="*/ 1986195 w 2800124"/>
              <a:gd name="connsiteY4" fmla="*/ 1838711 h 1843284"/>
              <a:gd name="connsiteX5" fmla="*/ 375357 w 2800124"/>
              <a:gd name="connsiteY5" fmla="*/ 770976 h 1843284"/>
              <a:gd name="connsiteX6" fmla="*/ 23030 w 2800124"/>
              <a:gd name="connsiteY6" fmla="*/ 806494 h 1843284"/>
              <a:gd name="connsiteX7" fmla="*/ 0 w 2800124"/>
              <a:gd name="connsiteY7" fmla="*/ 812415 h 1843284"/>
              <a:gd name="connsiteX8" fmla="*/ 0 w 2800124"/>
              <a:gd name="connsiteY8" fmla="*/ 30983 h 1843284"/>
              <a:gd name="connsiteX9" fmla="*/ 117785 w 2800124"/>
              <a:gd name="connsiteY9" fmla="*/ 13007 h 1843284"/>
              <a:gd name="connsiteX10" fmla="*/ 375358 w 2800124"/>
              <a:gd name="connsiteY10" fmla="*/ 0 h 18432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800124" h="1843284">
                <a:moveTo>
                  <a:pt x="375358" y="0"/>
                </a:moveTo>
                <a:cubicBezTo>
                  <a:pt x="1505802" y="0"/>
                  <a:pt x="2462339" y="744579"/>
                  <a:pt x="2781298" y="1770066"/>
                </a:cubicBezTo>
                <a:lnTo>
                  <a:pt x="2800124" y="1843284"/>
                </a:lnTo>
                <a:lnTo>
                  <a:pt x="1987869" y="1843284"/>
                </a:lnTo>
                <a:lnTo>
                  <a:pt x="1986195" y="1838711"/>
                </a:lnTo>
                <a:cubicBezTo>
                  <a:pt x="1720801" y="1211248"/>
                  <a:pt x="1099494" y="770976"/>
                  <a:pt x="375357" y="770976"/>
                </a:cubicBezTo>
                <a:cubicBezTo>
                  <a:pt x="254668" y="770976"/>
                  <a:pt x="136835" y="783206"/>
                  <a:pt x="23030" y="806494"/>
                </a:cubicBezTo>
                <a:lnTo>
                  <a:pt x="0" y="812415"/>
                </a:lnTo>
                <a:lnTo>
                  <a:pt x="0" y="30983"/>
                </a:lnTo>
                <a:lnTo>
                  <a:pt x="117785" y="13007"/>
                </a:lnTo>
                <a:cubicBezTo>
                  <a:pt x="202473" y="4406"/>
                  <a:pt x="288401" y="0"/>
                  <a:pt x="375358" y="0"/>
                </a:cubicBezTo>
                <a:close/>
              </a:path>
            </a:pathLst>
          </a:cu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grpSp>
        <p:nvGrpSpPr>
          <p:cNvPr id="82" name="Group 81">
            <a:extLst>
              <a:ext uri="{FF2B5EF4-FFF2-40B4-BE49-F238E27FC236}">
                <a16:creationId xmlns:a16="http://schemas.microsoft.com/office/drawing/2014/main" id="{BDDD9304-3AB6-4BE9-833E-9C1B3EC421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83" name="Straight Connector 82">
              <a:extLst>
                <a:ext uri="{FF2B5EF4-FFF2-40B4-BE49-F238E27FC236}">
                  <a16:creationId xmlns:a16="http://schemas.microsoft.com/office/drawing/2014/main" id="{C7756000-2285-4D38-AD2B-91F47CF8B54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2F7A36A8-4BBE-49D8-94DA-606561AC09A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Straight Connector 84">
              <a:extLst>
                <a:ext uri="{FF2B5EF4-FFF2-40B4-BE49-F238E27FC236}">
                  <a16:creationId xmlns:a16="http://schemas.microsoft.com/office/drawing/2014/main" id="{961EE45E-0342-4F26-8CD3-85CDDF7E5A4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89C5DC0E-03C0-4CEB-AD10-3A3C9999483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Straight Connector 86">
              <a:extLst>
                <a:ext uri="{FF2B5EF4-FFF2-40B4-BE49-F238E27FC236}">
                  <a16:creationId xmlns:a16="http://schemas.microsoft.com/office/drawing/2014/main" id="{2E1CE081-E685-46D4-BAF7-54C65BD823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196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Straight Connector 87">
              <a:extLst>
                <a:ext uri="{FF2B5EF4-FFF2-40B4-BE49-F238E27FC236}">
                  <a16:creationId xmlns:a16="http://schemas.microsoft.com/office/drawing/2014/main" id="{5486C88F-30DD-46C8-9B05-F885D4EB073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9140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Straight Connector 88">
              <a:extLst>
                <a:ext uri="{FF2B5EF4-FFF2-40B4-BE49-F238E27FC236}">
                  <a16:creationId xmlns:a16="http://schemas.microsoft.com/office/drawing/2014/main" id="{290BAD11-B30B-49DE-A566-E21BCDDCFA2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9084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Straight Connector 89">
              <a:extLst>
                <a:ext uri="{FF2B5EF4-FFF2-40B4-BE49-F238E27FC236}">
                  <a16:creationId xmlns:a16="http://schemas.microsoft.com/office/drawing/2014/main" id="{31F821CC-6C37-4415-8DA6-EF6B42D876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9028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C9ECD1FB-7FE8-477E-8E90-648AE4E932C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8971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Straight Connector 91">
              <a:extLst>
                <a:ext uri="{FF2B5EF4-FFF2-40B4-BE49-F238E27FC236}">
                  <a16:creationId xmlns:a16="http://schemas.microsoft.com/office/drawing/2014/main" id="{381C9DD8-7FF3-44E6-9887-1CE07DBD95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18915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654D87AF-08CE-4125-AF4B-8C8A9D340B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18859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F3C9C908-1A58-4E28-969E-48E9BA61BB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18803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Straight Connector 94">
              <a:extLst>
                <a:ext uri="{FF2B5EF4-FFF2-40B4-BE49-F238E27FC236}">
                  <a16:creationId xmlns:a16="http://schemas.microsoft.com/office/drawing/2014/main" id="{3530AEF7-35DB-44E3-93EB-B3F0FBA9E5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18747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6108D15E-72F2-45D7-9050-8322CB1F844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18690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CC764F43-FB23-49CB-B2CA-ACFBFB412A2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18634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Connector 97">
              <a:extLst>
                <a:ext uri="{FF2B5EF4-FFF2-40B4-BE49-F238E27FC236}">
                  <a16:creationId xmlns:a16="http://schemas.microsoft.com/office/drawing/2014/main" id="{64C60457-68FC-4E1F-9ABB-E79094AEB11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22C915FB-0611-4283-8EC1-88510A69FC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Straight Connector 99">
              <a:extLst>
                <a:ext uri="{FF2B5EF4-FFF2-40B4-BE49-F238E27FC236}">
                  <a16:creationId xmlns:a16="http://schemas.microsoft.com/office/drawing/2014/main" id="{3CF80AC6-E542-456F-BEE8-E9CF46AC219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2890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9EC6EED6-01FF-4941-A4AB-224D26EE11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8609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F8D16FF7-D5D7-4A97-BB5E-A069EF13A41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4328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Straight Connector 102">
              <a:extLst>
                <a:ext uri="{FF2B5EF4-FFF2-40B4-BE49-F238E27FC236}">
                  <a16:creationId xmlns:a16="http://schemas.microsoft.com/office/drawing/2014/main" id="{D703DF22-27D8-481B-95B5-A4A7A62066A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40047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Straight Connector 103">
              <a:extLst>
                <a:ext uri="{FF2B5EF4-FFF2-40B4-BE49-F238E27FC236}">
                  <a16:creationId xmlns:a16="http://schemas.microsoft.com/office/drawing/2014/main" id="{1F7256DA-C9DD-498F-A3B4-789819FE4C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95766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EBEBA9FF-8036-4656-B1F1-87953464DCE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51485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Straight Connector 105">
              <a:extLst>
                <a:ext uri="{FF2B5EF4-FFF2-40B4-BE49-F238E27FC236}">
                  <a16:creationId xmlns:a16="http://schemas.microsoft.com/office/drawing/2014/main" id="{575DABD2-EA79-4547-AFC6-53720AB60E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07204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Straight Connector 106">
              <a:extLst>
                <a:ext uri="{FF2B5EF4-FFF2-40B4-BE49-F238E27FC236}">
                  <a16:creationId xmlns:a16="http://schemas.microsoft.com/office/drawing/2014/main" id="{3060E1B5-52C7-4314-98B0-3AE8A0B6301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62923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Straight Connector 107">
              <a:extLst>
                <a:ext uri="{FF2B5EF4-FFF2-40B4-BE49-F238E27FC236}">
                  <a16:creationId xmlns:a16="http://schemas.microsoft.com/office/drawing/2014/main" id="{033D416E-D8B5-4097-B7F0-1BA0357D367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18642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Straight Connector 108">
              <a:extLst>
                <a:ext uri="{FF2B5EF4-FFF2-40B4-BE49-F238E27FC236}">
                  <a16:creationId xmlns:a16="http://schemas.microsoft.com/office/drawing/2014/main" id="{A5862DFC-3406-4DC9-AA41-0CE64748AF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7436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Straight Connector 109">
              <a:extLst>
                <a:ext uri="{FF2B5EF4-FFF2-40B4-BE49-F238E27FC236}">
                  <a16:creationId xmlns:a16="http://schemas.microsoft.com/office/drawing/2014/main" id="{3C908427-368C-4792-A5E5-313F77FF28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88CB189E-908B-495D-B023-05D3D2C1B41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248400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 useBgFill="1">
        <p:nvSpPr>
          <p:cNvPr id="113" name="Rectangle 112">
            <a:extLst>
              <a:ext uri="{FF2B5EF4-FFF2-40B4-BE49-F238E27FC236}">
                <a16:creationId xmlns:a16="http://schemas.microsoft.com/office/drawing/2014/main" id="{A173122F-D466-4F08-90FA-0038F7AC21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115" name="Rectangle 114">
            <a:extLst>
              <a:ext uri="{FF2B5EF4-FFF2-40B4-BE49-F238E27FC236}">
                <a16:creationId xmlns:a16="http://schemas.microsoft.com/office/drawing/2014/main" id="{4A929113-1368-4B1B-9C6F-140F47CBF4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bg2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117" name="Right Triangle 116">
            <a:extLst>
              <a:ext uri="{FF2B5EF4-FFF2-40B4-BE49-F238E27FC236}">
                <a16:creationId xmlns:a16="http://schemas.microsoft.com/office/drawing/2014/main" id="{C24346C5-B1C8-4C83-846B-122A3B4B2F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3500000">
            <a:off x="-265270" y="1555699"/>
            <a:ext cx="568289" cy="568289"/>
          </a:xfrm>
          <a:prstGeom prst="rtTriangle">
            <a:avLst/>
          </a:prstGeom>
          <a:solidFill>
            <a:schemeClr val="bg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Freeform: Shape 118">
            <a:extLst>
              <a:ext uri="{FF2B5EF4-FFF2-40B4-BE49-F238E27FC236}">
                <a16:creationId xmlns:a16="http://schemas.microsoft.com/office/drawing/2014/main" id="{0B6C48B2-8296-4312-8901-93BB7735D1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6215" y="4554328"/>
            <a:ext cx="12197917" cy="2303672"/>
          </a:xfrm>
          <a:custGeom>
            <a:avLst/>
            <a:gdLst>
              <a:gd name="connsiteX0" fmla="*/ 8951169 w 12178450"/>
              <a:gd name="connsiteY0" fmla="*/ 32 h 2001622"/>
              <a:gd name="connsiteX1" fmla="*/ 11653845 w 12178450"/>
              <a:gd name="connsiteY1" fmla="*/ 209874 h 2001622"/>
              <a:gd name="connsiteX2" fmla="*/ 12178450 w 12178450"/>
              <a:gd name="connsiteY2" fmla="*/ 286723 h 2001622"/>
              <a:gd name="connsiteX3" fmla="*/ 12178450 w 12178450"/>
              <a:gd name="connsiteY3" fmla="*/ 2001622 h 2001622"/>
              <a:gd name="connsiteX4" fmla="*/ 0 w 12178450"/>
              <a:gd name="connsiteY4" fmla="*/ 2001622 h 2001622"/>
              <a:gd name="connsiteX5" fmla="*/ 0 w 12178450"/>
              <a:gd name="connsiteY5" fmla="*/ 1010979 h 2001622"/>
              <a:gd name="connsiteX6" fmla="*/ 8951169 w 12178450"/>
              <a:gd name="connsiteY6" fmla="*/ 32 h 20016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78450" h="2001622">
                <a:moveTo>
                  <a:pt x="8951169" y="32"/>
                </a:moveTo>
                <a:cubicBezTo>
                  <a:pt x="9704520" y="1593"/>
                  <a:pt x="10578586" y="62133"/>
                  <a:pt x="11653845" y="209874"/>
                </a:cubicBezTo>
                <a:lnTo>
                  <a:pt x="12178450" y="286723"/>
                </a:lnTo>
                <a:lnTo>
                  <a:pt x="12178450" y="2001622"/>
                </a:lnTo>
                <a:lnTo>
                  <a:pt x="0" y="2001622"/>
                </a:lnTo>
                <a:lnTo>
                  <a:pt x="0" y="1010979"/>
                </a:lnTo>
                <a:cubicBezTo>
                  <a:pt x="4768989" y="1010979"/>
                  <a:pt x="5812206" y="-6472"/>
                  <a:pt x="8951169" y="32"/>
                </a:cubicBezTo>
                <a:close/>
              </a:path>
            </a:pathLst>
          </a:custGeom>
          <a:solidFill>
            <a:schemeClr val="accent6">
              <a:lumMod val="20000"/>
              <a:lumOff val="8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90F28F7A-4F2F-4C1B-AF1C-A6E7C79532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122" name="Straight Connector 121">
              <a:extLst>
                <a:ext uri="{FF2B5EF4-FFF2-40B4-BE49-F238E27FC236}">
                  <a16:creationId xmlns:a16="http://schemas.microsoft.com/office/drawing/2014/main" id="{B23CC870-B5E9-475F-A625-9E862A6295C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Straight Connector 122">
              <a:extLst>
                <a:ext uri="{FF2B5EF4-FFF2-40B4-BE49-F238E27FC236}">
                  <a16:creationId xmlns:a16="http://schemas.microsoft.com/office/drawing/2014/main" id="{42A6B08C-017D-4B4D-95EC-4BB83C5541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Straight Connector 123">
              <a:extLst>
                <a:ext uri="{FF2B5EF4-FFF2-40B4-BE49-F238E27FC236}">
                  <a16:creationId xmlns:a16="http://schemas.microsoft.com/office/drawing/2014/main" id="{94599402-E1B8-4E3B-A56D-68606FC1EF4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Straight Connector 124">
              <a:extLst>
                <a:ext uri="{FF2B5EF4-FFF2-40B4-BE49-F238E27FC236}">
                  <a16:creationId xmlns:a16="http://schemas.microsoft.com/office/drawing/2014/main" id="{B720C48A-E9A0-4B85-A954-39375E0996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Straight Connector 125">
              <a:extLst>
                <a:ext uri="{FF2B5EF4-FFF2-40B4-BE49-F238E27FC236}">
                  <a16:creationId xmlns:a16="http://schemas.microsoft.com/office/drawing/2014/main" id="{B0E26956-FF2A-412E-ACC4-29CCD025991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196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Straight Connector 126">
              <a:extLst>
                <a:ext uri="{FF2B5EF4-FFF2-40B4-BE49-F238E27FC236}">
                  <a16:creationId xmlns:a16="http://schemas.microsoft.com/office/drawing/2014/main" id="{FB31E652-49AC-4108-85B8-75122A48A5F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9140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Straight Connector 127">
              <a:extLst>
                <a:ext uri="{FF2B5EF4-FFF2-40B4-BE49-F238E27FC236}">
                  <a16:creationId xmlns:a16="http://schemas.microsoft.com/office/drawing/2014/main" id="{DC1DB29F-0624-4035-B188-640616D5DE1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9084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Straight Connector 128">
              <a:extLst>
                <a:ext uri="{FF2B5EF4-FFF2-40B4-BE49-F238E27FC236}">
                  <a16:creationId xmlns:a16="http://schemas.microsoft.com/office/drawing/2014/main" id="{1D27221C-2427-4C99-89DC-1A38A54058A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9028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Straight Connector 129">
              <a:extLst>
                <a:ext uri="{FF2B5EF4-FFF2-40B4-BE49-F238E27FC236}">
                  <a16:creationId xmlns:a16="http://schemas.microsoft.com/office/drawing/2014/main" id="{2DBF1D76-8076-4BAE-B627-F1861C9E08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8971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Straight Connector 130">
              <a:extLst>
                <a:ext uri="{FF2B5EF4-FFF2-40B4-BE49-F238E27FC236}">
                  <a16:creationId xmlns:a16="http://schemas.microsoft.com/office/drawing/2014/main" id="{8E930E41-FC2F-4319-9C28-32C27843008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18915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Straight Connector 131">
              <a:extLst>
                <a:ext uri="{FF2B5EF4-FFF2-40B4-BE49-F238E27FC236}">
                  <a16:creationId xmlns:a16="http://schemas.microsoft.com/office/drawing/2014/main" id="{C0936C1B-0C10-464B-85C8-345095AAB37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18859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Straight Connector 132">
              <a:extLst>
                <a:ext uri="{FF2B5EF4-FFF2-40B4-BE49-F238E27FC236}">
                  <a16:creationId xmlns:a16="http://schemas.microsoft.com/office/drawing/2014/main" id="{DB90EC61-FD0C-434A-9D1B-A20035C214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18803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Straight Connector 133">
              <a:extLst>
                <a:ext uri="{FF2B5EF4-FFF2-40B4-BE49-F238E27FC236}">
                  <a16:creationId xmlns:a16="http://schemas.microsoft.com/office/drawing/2014/main" id="{A5F5CC56-1FDA-4D3E-9C6E-8E996026C38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18747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Straight Connector 134">
              <a:extLst>
                <a:ext uri="{FF2B5EF4-FFF2-40B4-BE49-F238E27FC236}">
                  <a16:creationId xmlns:a16="http://schemas.microsoft.com/office/drawing/2014/main" id="{272B8FB2-B735-480F-9A88-48AADB2227E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18690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Straight Connector 135">
              <a:extLst>
                <a:ext uri="{FF2B5EF4-FFF2-40B4-BE49-F238E27FC236}">
                  <a16:creationId xmlns:a16="http://schemas.microsoft.com/office/drawing/2014/main" id="{85B46C1B-4FC4-4E24-AC43-07940BE1E6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18634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Straight Connector 136">
              <a:extLst>
                <a:ext uri="{FF2B5EF4-FFF2-40B4-BE49-F238E27FC236}">
                  <a16:creationId xmlns:a16="http://schemas.microsoft.com/office/drawing/2014/main" id="{C34915AF-0AE3-4EDD-8681-4C3F2C592B9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Straight Connector 137">
              <a:extLst>
                <a:ext uri="{FF2B5EF4-FFF2-40B4-BE49-F238E27FC236}">
                  <a16:creationId xmlns:a16="http://schemas.microsoft.com/office/drawing/2014/main" id="{5C35A3F3-714E-4F69-9BDF-8ED284EF29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Straight Connector 138">
              <a:extLst>
                <a:ext uri="{FF2B5EF4-FFF2-40B4-BE49-F238E27FC236}">
                  <a16:creationId xmlns:a16="http://schemas.microsoft.com/office/drawing/2014/main" id="{03D561AC-B0B1-47EB-BE05-209F5612B70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2890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Straight Connector 139">
              <a:extLst>
                <a:ext uri="{FF2B5EF4-FFF2-40B4-BE49-F238E27FC236}">
                  <a16:creationId xmlns:a16="http://schemas.microsoft.com/office/drawing/2014/main" id="{D3508E52-4FD9-4E6D-AFEA-69A88ED268E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8609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1" name="Straight Connector 140">
              <a:extLst>
                <a:ext uri="{FF2B5EF4-FFF2-40B4-BE49-F238E27FC236}">
                  <a16:creationId xmlns:a16="http://schemas.microsoft.com/office/drawing/2014/main" id="{C69DDE76-16F7-472F-B6D7-84AE8FFF31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4328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Straight Connector 141">
              <a:extLst>
                <a:ext uri="{FF2B5EF4-FFF2-40B4-BE49-F238E27FC236}">
                  <a16:creationId xmlns:a16="http://schemas.microsoft.com/office/drawing/2014/main" id="{B2D87BEF-8844-4A3E-B130-B7D26740CC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40047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Straight Connector 142">
              <a:extLst>
                <a:ext uri="{FF2B5EF4-FFF2-40B4-BE49-F238E27FC236}">
                  <a16:creationId xmlns:a16="http://schemas.microsoft.com/office/drawing/2014/main" id="{BB381129-2089-4EAA-AE6C-2BAA96BC82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95766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4" name="Straight Connector 143">
              <a:extLst>
                <a:ext uri="{FF2B5EF4-FFF2-40B4-BE49-F238E27FC236}">
                  <a16:creationId xmlns:a16="http://schemas.microsoft.com/office/drawing/2014/main" id="{5B69BF7A-FA63-4706-8066-DF15018E66F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51485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id="{6A3ECB71-0CCD-403F-B14B-ABC48D78CD4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07204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Straight Connector 145">
              <a:extLst>
                <a:ext uri="{FF2B5EF4-FFF2-40B4-BE49-F238E27FC236}">
                  <a16:creationId xmlns:a16="http://schemas.microsoft.com/office/drawing/2014/main" id="{D9095BBA-0FE1-49E5-89F7-22125BAF87A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62923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Straight Connector 146">
              <a:extLst>
                <a:ext uri="{FF2B5EF4-FFF2-40B4-BE49-F238E27FC236}">
                  <a16:creationId xmlns:a16="http://schemas.microsoft.com/office/drawing/2014/main" id="{B55351D8-6F27-4B82-968B-581B177CB4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18642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Straight Connector 147">
              <a:extLst>
                <a:ext uri="{FF2B5EF4-FFF2-40B4-BE49-F238E27FC236}">
                  <a16:creationId xmlns:a16="http://schemas.microsoft.com/office/drawing/2014/main" id="{351025A5-EB5A-4057-A85E-69AF0E6BE6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7436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Straight Connector 148">
              <a:extLst>
                <a:ext uri="{FF2B5EF4-FFF2-40B4-BE49-F238E27FC236}">
                  <a16:creationId xmlns:a16="http://schemas.microsoft.com/office/drawing/2014/main" id="{5030318B-EEB9-4D92-BC50-D115109898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0" name="Straight Connector 149">
              <a:extLst>
                <a:ext uri="{FF2B5EF4-FFF2-40B4-BE49-F238E27FC236}">
                  <a16:creationId xmlns:a16="http://schemas.microsoft.com/office/drawing/2014/main" id="{417FC0E3-7CC7-4188-BC7A-7E8FB55649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248400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E040CE5D-A3B8-729D-028C-9EFBEAE039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3050" y="409573"/>
            <a:ext cx="11562230" cy="209232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200" dirty="0">
                <a:solidFill>
                  <a:schemeClr val="tx2"/>
                </a:solidFill>
              </a:rPr>
              <a:t>How </a:t>
            </a:r>
            <a:r>
              <a:rPr lang="en-US" sz="3200" dirty="0">
                <a:solidFill>
                  <a:srgbClr val="00B050"/>
                </a:solidFill>
              </a:rPr>
              <a:t>much</a:t>
            </a:r>
            <a:r>
              <a:rPr lang="en-US" sz="3200" dirty="0">
                <a:solidFill>
                  <a:schemeClr val="tx2"/>
                </a:solidFill>
              </a:rPr>
              <a:t> has each </a:t>
            </a:r>
            <a:r>
              <a:rPr lang="en-US" sz="3200" dirty="0">
                <a:solidFill>
                  <a:schemeClr val="accent6"/>
                </a:solidFill>
              </a:rPr>
              <a:t>hotel</a:t>
            </a:r>
            <a:r>
              <a:rPr lang="en-US" sz="3200" dirty="0">
                <a:solidFill>
                  <a:schemeClr val="tx2"/>
                </a:solidFill>
              </a:rPr>
              <a:t> made from confirmed </a:t>
            </a:r>
            <a:r>
              <a:rPr lang="en-US" sz="3200" dirty="0">
                <a:solidFill>
                  <a:schemeClr val="accent2"/>
                </a:solidFill>
              </a:rPr>
              <a:t>bookings</a:t>
            </a:r>
            <a:r>
              <a:rPr lang="en-US" sz="3200" dirty="0">
                <a:solidFill>
                  <a:schemeClr val="tx2"/>
                </a:solidFill>
              </a:rPr>
              <a:t>?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DF06594-7C47-984B-A262-0C5609687AB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23121" y="2642377"/>
            <a:ext cx="8902652" cy="3293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9441803"/>
      </p:ext>
    </p:extLst>
  </p:cSld>
  <p:clrMapOvr>
    <a:masterClrMapping/>
  </p:clrMapOvr>
  <p:transition spd="slow">
    <p:push dir="u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BDEE106-B64F-7168-3E70-5887534D4F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Rectangle 320">
            <a:extLst>
              <a:ext uri="{FF2B5EF4-FFF2-40B4-BE49-F238E27FC236}">
                <a16:creationId xmlns:a16="http://schemas.microsoft.com/office/drawing/2014/main" id="{A4798C7F-C8CA-4799-BF37-3AB4642CDB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7162F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1"/>
              </a:solidFill>
            </a:endParaRPr>
          </a:p>
        </p:txBody>
      </p:sp>
      <p:grpSp>
        <p:nvGrpSpPr>
          <p:cNvPr id="322" name="Group 321">
            <a:extLst>
              <a:ext uri="{FF2B5EF4-FFF2-40B4-BE49-F238E27FC236}">
                <a16:creationId xmlns:a16="http://schemas.microsoft.com/office/drawing/2014/main" id="{87F0794B-55D3-4D2D-BDE7-4688ED321E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182" name="Straight Connector 181">
              <a:extLst>
                <a:ext uri="{FF2B5EF4-FFF2-40B4-BE49-F238E27FC236}">
                  <a16:creationId xmlns:a16="http://schemas.microsoft.com/office/drawing/2014/main" id="{BE4C795B-1813-4CC6-B03F-8DD130BEAAB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3" name="Straight Connector 182">
              <a:extLst>
                <a:ext uri="{FF2B5EF4-FFF2-40B4-BE49-F238E27FC236}">
                  <a16:creationId xmlns:a16="http://schemas.microsoft.com/office/drawing/2014/main" id="{E0F4C04D-5CD8-446B-BE3D-257172E6E4C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4" name="Straight Connector 183">
              <a:extLst>
                <a:ext uri="{FF2B5EF4-FFF2-40B4-BE49-F238E27FC236}">
                  <a16:creationId xmlns:a16="http://schemas.microsoft.com/office/drawing/2014/main" id="{FDDC802E-606F-4F39-84B6-90DF0FE5446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5" name="Straight Connector 184">
              <a:extLst>
                <a:ext uri="{FF2B5EF4-FFF2-40B4-BE49-F238E27FC236}">
                  <a16:creationId xmlns:a16="http://schemas.microsoft.com/office/drawing/2014/main" id="{2C5B0C75-0136-4A39-9AB6-0F02C452781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6" name="Straight Connector 185">
              <a:extLst>
                <a:ext uri="{FF2B5EF4-FFF2-40B4-BE49-F238E27FC236}">
                  <a16:creationId xmlns:a16="http://schemas.microsoft.com/office/drawing/2014/main" id="{C5ED2B52-3D40-46DE-8B54-99A4071578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196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7" name="Straight Connector 186">
              <a:extLst>
                <a:ext uri="{FF2B5EF4-FFF2-40B4-BE49-F238E27FC236}">
                  <a16:creationId xmlns:a16="http://schemas.microsoft.com/office/drawing/2014/main" id="{18BCEC75-1B6B-45B2-8041-8D933FCF60F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9140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8" name="Straight Connector 187">
              <a:extLst>
                <a:ext uri="{FF2B5EF4-FFF2-40B4-BE49-F238E27FC236}">
                  <a16:creationId xmlns:a16="http://schemas.microsoft.com/office/drawing/2014/main" id="{6A2FC789-056A-43CC-807E-4262CDC3E0F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9084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9" name="Straight Connector 188">
              <a:extLst>
                <a:ext uri="{FF2B5EF4-FFF2-40B4-BE49-F238E27FC236}">
                  <a16:creationId xmlns:a16="http://schemas.microsoft.com/office/drawing/2014/main" id="{48C32FD3-76B0-40E7-89F2-E9C523210A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9028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0" name="Straight Connector 189">
              <a:extLst>
                <a:ext uri="{FF2B5EF4-FFF2-40B4-BE49-F238E27FC236}">
                  <a16:creationId xmlns:a16="http://schemas.microsoft.com/office/drawing/2014/main" id="{B82E9447-8362-426C-840A-B6F2231F7BC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8971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1" name="Straight Connector 190">
              <a:extLst>
                <a:ext uri="{FF2B5EF4-FFF2-40B4-BE49-F238E27FC236}">
                  <a16:creationId xmlns:a16="http://schemas.microsoft.com/office/drawing/2014/main" id="{2F141DC8-83CE-4C21-A5BA-E2FFF3D866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18915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2" name="Straight Connector 191">
              <a:extLst>
                <a:ext uri="{FF2B5EF4-FFF2-40B4-BE49-F238E27FC236}">
                  <a16:creationId xmlns:a16="http://schemas.microsoft.com/office/drawing/2014/main" id="{512A697C-ECBC-40A9-AC69-BF96A34B91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18859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Straight Connector 192">
              <a:extLst>
                <a:ext uri="{FF2B5EF4-FFF2-40B4-BE49-F238E27FC236}">
                  <a16:creationId xmlns:a16="http://schemas.microsoft.com/office/drawing/2014/main" id="{D2E988AF-5EFB-43D3-B93F-6E4F41A2C90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18803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4" name="Straight Connector 193">
              <a:extLst>
                <a:ext uri="{FF2B5EF4-FFF2-40B4-BE49-F238E27FC236}">
                  <a16:creationId xmlns:a16="http://schemas.microsoft.com/office/drawing/2014/main" id="{6B312C1B-AAE2-4A6D-ACC7-ABAA75D4285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18747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5" name="Straight Connector 194">
              <a:extLst>
                <a:ext uri="{FF2B5EF4-FFF2-40B4-BE49-F238E27FC236}">
                  <a16:creationId xmlns:a16="http://schemas.microsoft.com/office/drawing/2014/main" id="{57B96146-61DA-44D6-A9DF-6DB41FCF2D8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18690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6" name="Straight Connector 195">
              <a:extLst>
                <a:ext uri="{FF2B5EF4-FFF2-40B4-BE49-F238E27FC236}">
                  <a16:creationId xmlns:a16="http://schemas.microsoft.com/office/drawing/2014/main" id="{6B33F93D-4439-46EE-97C4-9CECAAFDCF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18634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7" name="Straight Connector 196">
              <a:extLst>
                <a:ext uri="{FF2B5EF4-FFF2-40B4-BE49-F238E27FC236}">
                  <a16:creationId xmlns:a16="http://schemas.microsoft.com/office/drawing/2014/main" id="{5914B275-A3D7-4BA4-B8CB-E7657100F3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8" name="Straight Connector 197">
              <a:extLst>
                <a:ext uri="{FF2B5EF4-FFF2-40B4-BE49-F238E27FC236}">
                  <a16:creationId xmlns:a16="http://schemas.microsoft.com/office/drawing/2014/main" id="{BD26EF3B-FBE7-4D57-8E01-553F50734A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9" name="Straight Connector 198">
              <a:extLst>
                <a:ext uri="{FF2B5EF4-FFF2-40B4-BE49-F238E27FC236}">
                  <a16:creationId xmlns:a16="http://schemas.microsoft.com/office/drawing/2014/main" id="{6CC1E671-BA54-4B31-9A2E-8F50BC57A2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2890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0" name="Straight Connector 199">
              <a:extLst>
                <a:ext uri="{FF2B5EF4-FFF2-40B4-BE49-F238E27FC236}">
                  <a16:creationId xmlns:a16="http://schemas.microsoft.com/office/drawing/2014/main" id="{A836A704-3624-4ABF-9A67-0F52C2F3EFB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8609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1" name="Straight Connector 200">
              <a:extLst>
                <a:ext uri="{FF2B5EF4-FFF2-40B4-BE49-F238E27FC236}">
                  <a16:creationId xmlns:a16="http://schemas.microsoft.com/office/drawing/2014/main" id="{5FDC385D-BA34-481F-A991-A776E0B193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4328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2" name="Straight Connector 201">
              <a:extLst>
                <a:ext uri="{FF2B5EF4-FFF2-40B4-BE49-F238E27FC236}">
                  <a16:creationId xmlns:a16="http://schemas.microsoft.com/office/drawing/2014/main" id="{F1EF033A-D8FB-416B-AE51-4E098A27D68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40047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3" name="Straight Connector 202">
              <a:extLst>
                <a:ext uri="{FF2B5EF4-FFF2-40B4-BE49-F238E27FC236}">
                  <a16:creationId xmlns:a16="http://schemas.microsoft.com/office/drawing/2014/main" id="{17C17B48-F458-4E9B-9331-56FCDC5B6A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95766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Straight Connector 203">
              <a:extLst>
                <a:ext uri="{FF2B5EF4-FFF2-40B4-BE49-F238E27FC236}">
                  <a16:creationId xmlns:a16="http://schemas.microsoft.com/office/drawing/2014/main" id="{07E44A4B-D453-46F0-A83D-AF0B33D5C5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51485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" name="Straight Connector 204">
              <a:extLst>
                <a:ext uri="{FF2B5EF4-FFF2-40B4-BE49-F238E27FC236}">
                  <a16:creationId xmlns:a16="http://schemas.microsoft.com/office/drawing/2014/main" id="{346BEA9F-314B-440D-AE8D-21E1252EC5A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07204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6" name="Straight Connector 205">
              <a:extLst>
                <a:ext uri="{FF2B5EF4-FFF2-40B4-BE49-F238E27FC236}">
                  <a16:creationId xmlns:a16="http://schemas.microsoft.com/office/drawing/2014/main" id="{F15EAFD0-4869-4612-ACDE-ABC703104E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62923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7" name="Straight Connector 206">
              <a:extLst>
                <a:ext uri="{FF2B5EF4-FFF2-40B4-BE49-F238E27FC236}">
                  <a16:creationId xmlns:a16="http://schemas.microsoft.com/office/drawing/2014/main" id="{A0F26706-7F23-4FF0-9CAF-F3C4F47C11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18642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" name="Straight Connector 207">
              <a:extLst>
                <a:ext uri="{FF2B5EF4-FFF2-40B4-BE49-F238E27FC236}">
                  <a16:creationId xmlns:a16="http://schemas.microsoft.com/office/drawing/2014/main" id="{C0195A72-345A-4E88-8D71-14DB3D1B607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7436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9" name="Straight Connector 208">
              <a:extLst>
                <a:ext uri="{FF2B5EF4-FFF2-40B4-BE49-F238E27FC236}">
                  <a16:creationId xmlns:a16="http://schemas.microsoft.com/office/drawing/2014/main" id="{0DBF51A6-A3BC-49FE-BB01-E8992811774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0" name="Straight Connector 209">
              <a:extLst>
                <a:ext uri="{FF2B5EF4-FFF2-40B4-BE49-F238E27FC236}">
                  <a16:creationId xmlns:a16="http://schemas.microsoft.com/office/drawing/2014/main" id="{A78DF911-744C-419B-83DC-39F270BBF41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248400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23" name="Freeform: Shape 322">
            <a:extLst>
              <a:ext uri="{FF2B5EF4-FFF2-40B4-BE49-F238E27FC236}">
                <a16:creationId xmlns:a16="http://schemas.microsoft.com/office/drawing/2014/main" id="{216BB147-20D5-4D93-BDA5-1BC614D6A4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6214" y="5014716"/>
            <a:ext cx="2800124" cy="1843284"/>
          </a:xfrm>
          <a:custGeom>
            <a:avLst/>
            <a:gdLst>
              <a:gd name="connsiteX0" fmla="*/ 375358 w 2800124"/>
              <a:gd name="connsiteY0" fmla="*/ 0 h 1843284"/>
              <a:gd name="connsiteX1" fmla="*/ 2781298 w 2800124"/>
              <a:gd name="connsiteY1" fmla="*/ 1770066 h 1843284"/>
              <a:gd name="connsiteX2" fmla="*/ 2800124 w 2800124"/>
              <a:gd name="connsiteY2" fmla="*/ 1843284 h 1843284"/>
              <a:gd name="connsiteX3" fmla="*/ 1987869 w 2800124"/>
              <a:gd name="connsiteY3" fmla="*/ 1843284 h 1843284"/>
              <a:gd name="connsiteX4" fmla="*/ 1986195 w 2800124"/>
              <a:gd name="connsiteY4" fmla="*/ 1838711 h 1843284"/>
              <a:gd name="connsiteX5" fmla="*/ 375357 w 2800124"/>
              <a:gd name="connsiteY5" fmla="*/ 770976 h 1843284"/>
              <a:gd name="connsiteX6" fmla="*/ 23030 w 2800124"/>
              <a:gd name="connsiteY6" fmla="*/ 806494 h 1843284"/>
              <a:gd name="connsiteX7" fmla="*/ 0 w 2800124"/>
              <a:gd name="connsiteY7" fmla="*/ 812415 h 1843284"/>
              <a:gd name="connsiteX8" fmla="*/ 0 w 2800124"/>
              <a:gd name="connsiteY8" fmla="*/ 30983 h 1843284"/>
              <a:gd name="connsiteX9" fmla="*/ 117785 w 2800124"/>
              <a:gd name="connsiteY9" fmla="*/ 13007 h 1843284"/>
              <a:gd name="connsiteX10" fmla="*/ 375358 w 2800124"/>
              <a:gd name="connsiteY10" fmla="*/ 0 h 18432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800124" h="1843284">
                <a:moveTo>
                  <a:pt x="375358" y="0"/>
                </a:moveTo>
                <a:cubicBezTo>
                  <a:pt x="1505802" y="0"/>
                  <a:pt x="2462339" y="744579"/>
                  <a:pt x="2781298" y="1770066"/>
                </a:cubicBezTo>
                <a:lnTo>
                  <a:pt x="2800124" y="1843284"/>
                </a:lnTo>
                <a:lnTo>
                  <a:pt x="1987869" y="1843284"/>
                </a:lnTo>
                <a:lnTo>
                  <a:pt x="1986195" y="1838711"/>
                </a:lnTo>
                <a:cubicBezTo>
                  <a:pt x="1720801" y="1211248"/>
                  <a:pt x="1099494" y="770976"/>
                  <a:pt x="375357" y="770976"/>
                </a:cubicBezTo>
                <a:cubicBezTo>
                  <a:pt x="254668" y="770976"/>
                  <a:pt x="136835" y="783206"/>
                  <a:pt x="23030" y="806494"/>
                </a:cubicBezTo>
                <a:lnTo>
                  <a:pt x="0" y="812415"/>
                </a:lnTo>
                <a:lnTo>
                  <a:pt x="0" y="30983"/>
                </a:lnTo>
                <a:lnTo>
                  <a:pt x="117785" y="13007"/>
                </a:lnTo>
                <a:cubicBezTo>
                  <a:pt x="202473" y="4406"/>
                  <a:pt x="288401" y="0"/>
                  <a:pt x="375358" y="0"/>
                </a:cubicBezTo>
                <a:close/>
              </a:path>
            </a:pathLst>
          </a:custGeom>
          <a:solidFill>
            <a:schemeClr val="accent5">
              <a:lumMod val="75000"/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24" name="Freeform: Shape 323">
            <a:extLst>
              <a:ext uri="{FF2B5EF4-FFF2-40B4-BE49-F238E27FC236}">
                <a16:creationId xmlns:a16="http://schemas.microsoft.com/office/drawing/2014/main" id="{0A253F60-DE40-4508-A37A-61331DF1D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979728" y="0"/>
            <a:ext cx="4209224" cy="1650549"/>
          </a:xfrm>
          <a:custGeom>
            <a:avLst/>
            <a:gdLst>
              <a:gd name="connsiteX0" fmla="*/ 0 w 4209224"/>
              <a:gd name="connsiteY0" fmla="*/ 0 h 1650549"/>
              <a:gd name="connsiteX1" fmla="*/ 846445 w 4209224"/>
              <a:gd name="connsiteY1" fmla="*/ 0 h 1650549"/>
              <a:gd name="connsiteX2" fmla="*/ 912542 w 4209224"/>
              <a:gd name="connsiteY2" fmla="*/ 108799 h 1650549"/>
              <a:gd name="connsiteX3" fmla="*/ 2362195 w 4209224"/>
              <a:gd name="connsiteY3" fmla="*/ 879573 h 1650549"/>
              <a:gd name="connsiteX4" fmla="*/ 3811848 w 4209224"/>
              <a:gd name="connsiteY4" fmla="*/ 108799 h 1650549"/>
              <a:gd name="connsiteX5" fmla="*/ 3877945 w 4209224"/>
              <a:gd name="connsiteY5" fmla="*/ 0 h 1650549"/>
              <a:gd name="connsiteX6" fmla="*/ 4209224 w 4209224"/>
              <a:gd name="connsiteY6" fmla="*/ 0 h 1650549"/>
              <a:gd name="connsiteX7" fmla="*/ 4209224 w 4209224"/>
              <a:gd name="connsiteY7" fmla="*/ 840421 h 1650549"/>
              <a:gd name="connsiteX8" fmla="*/ 4143538 w 4209224"/>
              <a:gd name="connsiteY8" fmla="*/ 912693 h 1650549"/>
              <a:gd name="connsiteX9" fmla="*/ 2362196 w 4209224"/>
              <a:gd name="connsiteY9" fmla="*/ 1650549 h 1650549"/>
              <a:gd name="connsiteX10" fmla="*/ 40969 w 4209224"/>
              <a:gd name="connsiteY10" fmla="*/ 111937 h 16505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209224" h="1650549">
                <a:moveTo>
                  <a:pt x="0" y="0"/>
                </a:moveTo>
                <a:lnTo>
                  <a:pt x="846445" y="0"/>
                </a:lnTo>
                <a:lnTo>
                  <a:pt x="912542" y="108799"/>
                </a:lnTo>
                <a:cubicBezTo>
                  <a:pt x="1226710" y="573829"/>
                  <a:pt x="1758748" y="879573"/>
                  <a:pt x="2362195" y="879573"/>
                </a:cubicBezTo>
                <a:cubicBezTo>
                  <a:pt x="2965642" y="879573"/>
                  <a:pt x="3497680" y="573829"/>
                  <a:pt x="3811848" y="108799"/>
                </a:cubicBezTo>
                <a:lnTo>
                  <a:pt x="3877945" y="0"/>
                </a:lnTo>
                <a:lnTo>
                  <a:pt x="4209224" y="0"/>
                </a:lnTo>
                <a:lnTo>
                  <a:pt x="4209224" y="840421"/>
                </a:lnTo>
                <a:lnTo>
                  <a:pt x="4143538" y="912693"/>
                </a:lnTo>
                <a:cubicBezTo>
                  <a:pt x="3687653" y="1368578"/>
                  <a:pt x="3057854" y="1650549"/>
                  <a:pt x="2362196" y="1650549"/>
                </a:cubicBezTo>
                <a:cubicBezTo>
                  <a:pt x="1318710" y="1650549"/>
                  <a:pt x="423404" y="1016115"/>
                  <a:pt x="40969" y="111937"/>
                </a:cubicBezTo>
                <a:close/>
              </a:path>
            </a:pathLst>
          </a:custGeom>
          <a:solidFill>
            <a:schemeClr val="accent5">
              <a:lumMod val="60000"/>
              <a:lumOff val="4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25" name="Rectangle 324">
            <a:extLst>
              <a:ext uri="{FF2B5EF4-FFF2-40B4-BE49-F238E27FC236}">
                <a16:creationId xmlns:a16="http://schemas.microsoft.com/office/drawing/2014/main" id="{3BBF3378-C49E-4B97-A883-6393FBF18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7162F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1"/>
              </a:solidFill>
            </a:endParaRPr>
          </a:p>
        </p:txBody>
      </p:sp>
      <p:grpSp>
        <p:nvGrpSpPr>
          <p:cNvPr id="326" name="Group 325">
            <a:extLst>
              <a:ext uri="{FF2B5EF4-FFF2-40B4-BE49-F238E27FC236}">
                <a16:creationId xmlns:a16="http://schemas.microsoft.com/office/drawing/2014/main" id="{DA3D4001-286E-4CB2-B293-3058BDDC82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219" name="Straight Connector 218">
              <a:extLst>
                <a:ext uri="{FF2B5EF4-FFF2-40B4-BE49-F238E27FC236}">
                  <a16:creationId xmlns:a16="http://schemas.microsoft.com/office/drawing/2014/main" id="{F81F6D9A-C297-4D43-A56B-E097477E91F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0" name="Straight Connector 219">
              <a:extLst>
                <a:ext uri="{FF2B5EF4-FFF2-40B4-BE49-F238E27FC236}">
                  <a16:creationId xmlns:a16="http://schemas.microsoft.com/office/drawing/2014/main" id="{BBD5299F-3CBD-431D-A276-1F6EBDE639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1" name="Straight Connector 220">
              <a:extLst>
                <a:ext uri="{FF2B5EF4-FFF2-40B4-BE49-F238E27FC236}">
                  <a16:creationId xmlns:a16="http://schemas.microsoft.com/office/drawing/2014/main" id="{0579A460-D36C-4808-99FD-224968EC8DC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2" name="Straight Connector 221">
              <a:extLst>
                <a:ext uri="{FF2B5EF4-FFF2-40B4-BE49-F238E27FC236}">
                  <a16:creationId xmlns:a16="http://schemas.microsoft.com/office/drawing/2014/main" id="{4FACC58E-31A5-41E4-BCE1-9A0FF26F19B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3" name="Straight Connector 222">
              <a:extLst>
                <a:ext uri="{FF2B5EF4-FFF2-40B4-BE49-F238E27FC236}">
                  <a16:creationId xmlns:a16="http://schemas.microsoft.com/office/drawing/2014/main" id="{43EE866F-1BA5-4009-983D-0A270F2651C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196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4" name="Straight Connector 223">
              <a:extLst>
                <a:ext uri="{FF2B5EF4-FFF2-40B4-BE49-F238E27FC236}">
                  <a16:creationId xmlns:a16="http://schemas.microsoft.com/office/drawing/2014/main" id="{1E7DADAE-DB0C-47E3-AE16-C7B09A32699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9140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5" name="Straight Connector 224">
              <a:extLst>
                <a:ext uri="{FF2B5EF4-FFF2-40B4-BE49-F238E27FC236}">
                  <a16:creationId xmlns:a16="http://schemas.microsoft.com/office/drawing/2014/main" id="{EAB89127-DBEE-47FB-951F-C4FEBC41E9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9084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6" name="Straight Connector 225">
              <a:extLst>
                <a:ext uri="{FF2B5EF4-FFF2-40B4-BE49-F238E27FC236}">
                  <a16:creationId xmlns:a16="http://schemas.microsoft.com/office/drawing/2014/main" id="{368F6061-E9B4-4C8B-B421-CB81EF37158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9028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7" name="Straight Connector 226">
              <a:extLst>
                <a:ext uri="{FF2B5EF4-FFF2-40B4-BE49-F238E27FC236}">
                  <a16:creationId xmlns:a16="http://schemas.microsoft.com/office/drawing/2014/main" id="{54F431D3-EEE6-4416-BA2B-7B8942561C5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8971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8" name="Straight Connector 227">
              <a:extLst>
                <a:ext uri="{FF2B5EF4-FFF2-40B4-BE49-F238E27FC236}">
                  <a16:creationId xmlns:a16="http://schemas.microsoft.com/office/drawing/2014/main" id="{C3A1230D-F162-470F-B26A-44F48789FC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18915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9" name="Straight Connector 228">
              <a:extLst>
                <a:ext uri="{FF2B5EF4-FFF2-40B4-BE49-F238E27FC236}">
                  <a16:creationId xmlns:a16="http://schemas.microsoft.com/office/drawing/2014/main" id="{1128856B-8BFD-40E1-993B-93F4DDEEC05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18859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0" name="Straight Connector 229">
              <a:extLst>
                <a:ext uri="{FF2B5EF4-FFF2-40B4-BE49-F238E27FC236}">
                  <a16:creationId xmlns:a16="http://schemas.microsoft.com/office/drawing/2014/main" id="{0AD4C0C2-878C-4A6F-998A-CDDC31ACDB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18803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1" name="Straight Connector 230">
              <a:extLst>
                <a:ext uri="{FF2B5EF4-FFF2-40B4-BE49-F238E27FC236}">
                  <a16:creationId xmlns:a16="http://schemas.microsoft.com/office/drawing/2014/main" id="{7EE0349E-7D03-4F4E-BCAA-D6BAC3E057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18747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2" name="Straight Connector 231">
              <a:extLst>
                <a:ext uri="{FF2B5EF4-FFF2-40B4-BE49-F238E27FC236}">
                  <a16:creationId xmlns:a16="http://schemas.microsoft.com/office/drawing/2014/main" id="{FD4A5BD7-7EA2-4F4A-A88B-240C626054D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18690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3" name="Straight Connector 232">
              <a:extLst>
                <a:ext uri="{FF2B5EF4-FFF2-40B4-BE49-F238E27FC236}">
                  <a16:creationId xmlns:a16="http://schemas.microsoft.com/office/drawing/2014/main" id="{A5DE89C9-D993-4FE5-9E60-4816CB1A6F1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18634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4" name="Straight Connector 233">
              <a:extLst>
                <a:ext uri="{FF2B5EF4-FFF2-40B4-BE49-F238E27FC236}">
                  <a16:creationId xmlns:a16="http://schemas.microsoft.com/office/drawing/2014/main" id="{3574CA6C-639F-41A6-AED3-15C0E0E1B63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5" name="Straight Connector 234">
              <a:extLst>
                <a:ext uri="{FF2B5EF4-FFF2-40B4-BE49-F238E27FC236}">
                  <a16:creationId xmlns:a16="http://schemas.microsoft.com/office/drawing/2014/main" id="{B3864BFB-5F88-4311-A2A0-12D067F91EC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6" name="Straight Connector 235">
              <a:extLst>
                <a:ext uri="{FF2B5EF4-FFF2-40B4-BE49-F238E27FC236}">
                  <a16:creationId xmlns:a16="http://schemas.microsoft.com/office/drawing/2014/main" id="{09B3E436-97A2-4763-9E55-2C470DF17D0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2890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7" name="Straight Connector 236">
              <a:extLst>
                <a:ext uri="{FF2B5EF4-FFF2-40B4-BE49-F238E27FC236}">
                  <a16:creationId xmlns:a16="http://schemas.microsoft.com/office/drawing/2014/main" id="{8462A8CC-9918-4941-9B4A-36FB3F8531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8609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8" name="Straight Connector 237">
              <a:extLst>
                <a:ext uri="{FF2B5EF4-FFF2-40B4-BE49-F238E27FC236}">
                  <a16:creationId xmlns:a16="http://schemas.microsoft.com/office/drawing/2014/main" id="{B0671973-544E-4370-8DB9-174DAB82F9E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4328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9" name="Straight Connector 238">
              <a:extLst>
                <a:ext uri="{FF2B5EF4-FFF2-40B4-BE49-F238E27FC236}">
                  <a16:creationId xmlns:a16="http://schemas.microsoft.com/office/drawing/2014/main" id="{B5505BD9-45DD-4763-90CB-FB9DB066152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40047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0" name="Straight Connector 239">
              <a:extLst>
                <a:ext uri="{FF2B5EF4-FFF2-40B4-BE49-F238E27FC236}">
                  <a16:creationId xmlns:a16="http://schemas.microsoft.com/office/drawing/2014/main" id="{3022B701-1894-49C5-A67C-6B8377C7C5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95766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1" name="Straight Connector 240">
              <a:extLst>
                <a:ext uri="{FF2B5EF4-FFF2-40B4-BE49-F238E27FC236}">
                  <a16:creationId xmlns:a16="http://schemas.microsoft.com/office/drawing/2014/main" id="{90501CD9-45DC-4009-A410-08DB27A8742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51485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2" name="Straight Connector 241">
              <a:extLst>
                <a:ext uri="{FF2B5EF4-FFF2-40B4-BE49-F238E27FC236}">
                  <a16:creationId xmlns:a16="http://schemas.microsoft.com/office/drawing/2014/main" id="{00BD35CA-BF52-4F44-B789-E3B98042D85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07204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3" name="Straight Connector 242">
              <a:extLst>
                <a:ext uri="{FF2B5EF4-FFF2-40B4-BE49-F238E27FC236}">
                  <a16:creationId xmlns:a16="http://schemas.microsoft.com/office/drawing/2014/main" id="{25AED4B0-30B1-4E36-86A4-42C2A918100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62923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4" name="Straight Connector 243">
              <a:extLst>
                <a:ext uri="{FF2B5EF4-FFF2-40B4-BE49-F238E27FC236}">
                  <a16:creationId xmlns:a16="http://schemas.microsoft.com/office/drawing/2014/main" id="{DA1A0260-34D8-4474-8C33-ED80F83092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18642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5" name="Straight Connector 244">
              <a:extLst>
                <a:ext uri="{FF2B5EF4-FFF2-40B4-BE49-F238E27FC236}">
                  <a16:creationId xmlns:a16="http://schemas.microsoft.com/office/drawing/2014/main" id="{FDCCA183-C630-4855-8BD6-0E4EEE59FCE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7436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6" name="Straight Connector 245">
              <a:extLst>
                <a:ext uri="{FF2B5EF4-FFF2-40B4-BE49-F238E27FC236}">
                  <a16:creationId xmlns:a16="http://schemas.microsoft.com/office/drawing/2014/main" id="{843E8B9F-C809-423A-ADAA-80CE5C0711C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7" name="Straight Connector 246">
              <a:extLst>
                <a:ext uri="{FF2B5EF4-FFF2-40B4-BE49-F238E27FC236}">
                  <a16:creationId xmlns:a16="http://schemas.microsoft.com/office/drawing/2014/main" id="{2621EBC9-CEB1-4BA5-82D6-9944A3C123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248400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27" name="Freeform: Shape 326">
            <a:extLst>
              <a:ext uri="{FF2B5EF4-FFF2-40B4-BE49-F238E27FC236}">
                <a16:creationId xmlns:a16="http://schemas.microsoft.com/office/drawing/2014/main" id="{EB68BB96-3C54-47CE-A559-16FC5968EE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6214" y="5014716"/>
            <a:ext cx="2800124" cy="1843284"/>
          </a:xfrm>
          <a:custGeom>
            <a:avLst/>
            <a:gdLst>
              <a:gd name="connsiteX0" fmla="*/ 375358 w 2800124"/>
              <a:gd name="connsiteY0" fmla="*/ 0 h 1843284"/>
              <a:gd name="connsiteX1" fmla="*/ 2781298 w 2800124"/>
              <a:gd name="connsiteY1" fmla="*/ 1770066 h 1843284"/>
              <a:gd name="connsiteX2" fmla="*/ 2800124 w 2800124"/>
              <a:gd name="connsiteY2" fmla="*/ 1843284 h 1843284"/>
              <a:gd name="connsiteX3" fmla="*/ 1987869 w 2800124"/>
              <a:gd name="connsiteY3" fmla="*/ 1843284 h 1843284"/>
              <a:gd name="connsiteX4" fmla="*/ 1986195 w 2800124"/>
              <a:gd name="connsiteY4" fmla="*/ 1838711 h 1843284"/>
              <a:gd name="connsiteX5" fmla="*/ 375357 w 2800124"/>
              <a:gd name="connsiteY5" fmla="*/ 770976 h 1843284"/>
              <a:gd name="connsiteX6" fmla="*/ 23030 w 2800124"/>
              <a:gd name="connsiteY6" fmla="*/ 806494 h 1843284"/>
              <a:gd name="connsiteX7" fmla="*/ 0 w 2800124"/>
              <a:gd name="connsiteY7" fmla="*/ 812415 h 1843284"/>
              <a:gd name="connsiteX8" fmla="*/ 0 w 2800124"/>
              <a:gd name="connsiteY8" fmla="*/ 30983 h 1843284"/>
              <a:gd name="connsiteX9" fmla="*/ 117785 w 2800124"/>
              <a:gd name="connsiteY9" fmla="*/ 13007 h 1843284"/>
              <a:gd name="connsiteX10" fmla="*/ 375358 w 2800124"/>
              <a:gd name="connsiteY10" fmla="*/ 0 h 18432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800124" h="1843284">
                <a:moveTo>
                  <a:pt x="375358" y="0"/>
                </a:moveTo>
                <a:cubicBezTo>
                  <a:pt x="1505802" y="0"/>
                  <a:pt x="2462339" y="744579"/>
                  <a:pt x="2781298" y="1770066"/>
                </a:cubicBezTo>
                <a:lnTo>
                  <a:pt x="2800124" y="1843284"/>
                </a:lnTo>
                <a:lnTo>
                  <a:pt x="1987869" y="1843284"/>
                </a:lnTo>
                <a:lnTo>
                  <a:pt x="1986195" y="1838711"/>
                </a:lnTo>
                <a:cubicBezTo>
                  <a:pt x="1720801" y="1211248"/>
                  <a:pt x="1099494" y="770976"/>
                  <a:pt x="375357" y="770976"/>
                </a:cubicBezTo>
                <a:cubicBezTo>
                  <a:pt x="254668" y="770976"/>
                  <a:pt x="136835" y="783206"/>
                  <a:pt x="23030" y="806494"/>
                </a:cubicBezTo>
                <a:lnTo>
                  <a:pt x="0" y="812415"/>
                </a:lnTo>
                <a:lnTo>
                  <a:pt x="0" y="30983"/>
                </a:lnTo>
                <a:lnTo>
                  <a:pt x="117785" y="13007"/>
                </a:lnTo>
                <a:cubicBezTo>
                  <a:pt x="202473" y="4406"/>
                  <a:pt x="288401" y="0"/>
                  <a:pt x="375358" y="0"/>
                </a:cubicBezTo>
                <a:close/>
              </a:path>
            </a:pathLst>
          </a:cu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grpSp>
        <p:nvGrpSpPr>
          <p:cNvPr id="328" name="Group 327">
            <a:extLst>
              <a:ext uri="{FF2B5EF4-FFF2-40B4-BE49-F238E27FC236}">
                <a16:creationId xmlns:a16="http://schemas.microsoft.com/office/drawing/2014/main" id="{BDDD9304-3AB6-4BE9-833E-9C1B3EC421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252" name="Straight Connector 251">
              <a:extLst>
                <a:ext uri="{FF2B5EF4-FFF2-40B4-BE49-F238E27FC236}">
                  <a16:creationId xmlns:a16="http://schemas.microsoft.com/office/drawing/2014/main" id="{C7756000-2285-4D38-AD2B-91F47CF8B54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3" name="Straight Connector 252">
              <a:extLst>
                <a:ext uri="{FF2B5EF4-FFF2-40B4-BE49-F238E27FC236}">
                  <a16:creationId xmlns:a16="http://schemas.microsoft.com/office/drawing/2014/main" id="{2F7A36A8-4BBE-49D8-94DA-606561AC09A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4" name="Straight Connector 253">
              <a:extLst>
                <a:ext uri="{FF2B5EF4-FFF2-40B4-BE49-F238E27FC236}">
                  <a16:creationId xmlns:a16="http://schemas.microsoft.com/office/drawing/2014/main" id="{961EE45E-0342-4F26-8CD3-85CDDF7E5A4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5" name="Straight Connector 254">
              <a:extLst>
                <a:ext uri="{FF2B5EF4-FFF2-40B4-BE49-F238E27FC236}">
                  <a16:creationId xmlns:a16="http://schemas.microsoft.com/office/drawing/2014/main" id="{89C5DC0E-03C0-4CEB-AD10-3A3C9999483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6" name="Straight Connector 255">
              <a:extLst>
                <a:ext uri="{FF2B5EF4-FFF2-40B4-BE49-F238E27FC236}">
                  <a16:creationId xmlns:a16="http://schemas.microsoft.com/office/drawing/2014/main" id="{2E1CE081-E685-46D4-BAF7-54C65BD823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196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7" name="Straight Connector 256">
              <a:extLst>
                <a:ext uri="{FF2B5EF4-FFF2-40B4-BE49-F238E27FC236}">
                  <a16:creationId xmlns:a16="http://schemas.microsoft.com/office/drawing/2014/main" id="{5486C88F-30DD-46C8-9B05-F885D4EB073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9140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8" name="Straight Connector 257">
              <a:extLst>
                <a:ext uri="{FF2B5EF4-FFF2-40B4-BE49-F238E27FC236}">
                  <a16:creationId xmlns:a16="http://schemas.microsoft.com/office/drawing/2014/main" id="{290BAD11-B30B-49DE-A566-E21BCDDCFA2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9084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9" name="Straight Connector 258">
              <a:extLst>
                <a:ext uri="{FF2B5EF4-FFF2-40B4-BE49-F238E27FC236}">
                  <a16:creationId xmlns:a16="http://schemas.microsoft.com/office/drawing/2014/main" id="{31F821CC-6C37-4415-8DA6-EF6B42D876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9028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0" name="Straight Connector 259">
              <a:extLst>
                <a:ext uri="{FF2B5EF4-FFF2-40B4-BE49-F238E27FC236}">
                  <a16:creationId xmlns:a16="http://schemas.microsoft.com/office/drawing/2014/main" id="{C9ECD1FB-7FE8-477E-8E90-648AE4E932C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8971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1" name="Straight Connector 260">
              <a:extLst>
                <a:ext uri="{FF2B5EF4-FFF2-40B4-BE49-F238E27FC236}">
                  <a16:creationId xmlns:a16="http://schemas.microsoft.com/office/drawing/2014/main" id="{381C9DD8-7FF3-44E6-9887-1CE07DBD95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18915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2" name="Straight Connector 261">
              <a:extLst>
                <a:ext uri="{FF2B5EF4-FFF2-40B4-BE49-F238E27FC236}">
                  <a16:creationId xmlns:a16="http://schemas.microsoft.com/office/drawing/2014/main" id="{654D87AF-08CE-4125-AF4B-8C8A9D340B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18859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3" name="Straight Connector 262">
              <a:extLst>
                <a:ext uri="{FF2B5EF4-FFF2-40B4-BE49-F238E27FC236}">
                  <a16:creationId xmlns:a16="http://schemas.microsoft.com/office/drawing/2014/main" id="{F3C9C908-1A58-4E28-969E-48E9BA61BB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18803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4" name="Straight Connector 263">
              <a:extLst>
                <a:ext uri="{FF2B5EF4-FFF2-40B4-BE49-F238E27FC236}">
                  <a16:creationId xmlns:a16="http://schemas.microsoft.com/office/drawing/2014/main" id="{3530AEF7-35DB-44E3-93EB-B3F0FBA9E5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18747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5" name="Straight Connector 264">
              <a:extLst>
                <a:ext uri="{FF2B5EF4-FFF2-40B4-BE49-F238E27FC236}">
                  <a16:creationId xmlns:a16="http://schemas.microsoft.com/office/drawing/2014/main" id="{6108D15E-72F2-45D7-9050-8322CB1F844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18690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6" name="Straight Connector 265">
              <a:extLst>
                <a:ext uri="{FF2B5EF4-FFF2-40B4-BE49-F238E27FC236}">
                  <a16:creationId xmlns:a16="http://schemas.microsoft.com/office/drawing/2014/main" id="{CC764F43-FB23-49CB-B2CA-ACFBFB412A2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18634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7" name="Straight Connector 266">
              <a:extLst>
                <a:ext uri="{FF2B5EF4-FFF2-40B4-BE49-F238E27FC236}">
                  <a16:creationId xmlns:a16="http://schemas.microsoft.com/office/drawing/2014/main" id="{64C60457-68FC-4E1F-9ABB-E79094AEB11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8" name="Straight Connector 267">
              <a:extLst>
                <a:ext uri="{FF2B5EF4-FFF2-40B4-BE49-F238E27FC236}">
                  <a16:creationId xmlns:a16="http://schemas.microsoft.com/office/drawing/2014/main" id="{22C915FB-0611-4283-8EC1-88510A69FC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9" name="Straight Connector 268">
              <a:extLst>
                <a:ext uri="{FF2B5EF4-FFF2-40B4-BE49-F238E27FC236}">
                  <a16:creationId xmlns:a16="http://schemas.microsoft.com/office/drawing/2014/main" id="{3CF80AC6-E542-456F-BEE8-E9CF46AC219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2890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0" name="Straight Connector 269">
              <a:extLst>
                <a:ext uri="{FF2B5EF4-FFF2-40B4-BE49-F238E27FC236}">
                  <a16:creationId xmlns:a16="http://schemas.microsoft.com/office/drawing/2014/main" id="{9EC6EED6-01FF-4941-A4AB-224D26EE11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8609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1" name="Straight Connector 270">
              <a:extLst>
                <a:ext uri="{FF2B5EF4-FFF2-40B4-BE49-F238E27FC236}">
                  <a16:creationId xmlns:a16="http://schemas.microsoft.com/office/drawing/2014/main" id="{F8D16FF7-D5D7-4A97-BB5E-A069EF13A41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4328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2" name="Straight Connector 271">
              <a:extLst>
                <a:ext uri="{FF2B5EF4-FFF2-40B4-BE49-F238E27FC236}">
                  <a16:creationId xmlns:a16="http://schemas.microsoft.com/office/drawing/2014/main" id="{D703DF22-27D8-481B-95B5-A4A7A62066A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40047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3" name="Straight Connector 272">
              <a:extLst>
                <a:ext uri="{FF2B5EF4-FFF2-40B4-BE49-F238E27FC236}">
                  <a16:creationId xmlns:a16="http://schemas.microsoft.com/office/drawing/2014/main" id="{1F7256DA-C9DD-498F-A3B4-789819FE4C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95766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4" name="Straight Connector 273">
              <a:extLst>
                <a:ext uri="{FF2B5EF4-FFF2-40B4-BE49-F238E27FC236}">
                  <a16:creationId xmlns:a16="http://schemas.microsoft.com/office/drawing/2014/main" id="{EBEBA9FF-8036-4656-B1F1-87953464DCE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51485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5" name="Straight Connector 274">
              <a:extLst>
                <a:ext uri="{FF2B5EF4-FFF2-40B4-BE49-F238E27FC236}">
                  <a16:creationId xmlns:a16="http://schemas.microsoft.com/office/drawing/2014/main" id="{575DABD2-EA79-4547-AFC6-53720AB60E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07204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6" name="Straight Connector 275">
              <a:extLst>
                <a:ext uri="{FF2B5EF4-FFF2-40B4-BE49-F238E27FC236}">
                  <a16:creationId xmlns:a16="http://schemas.microsoft.com/office/drawing/2014/main" id="{3060E1B5-52C7-4314-98B0-3AE8A0B6301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62923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7" name="Straight Connector 276">
              <a:extLst>
                <a:ext uri="{FF2B5EF4-FFF2-40B4-BE49-F238E27FC236}">
                  <a16:creationId xmlns:a16="http://schemas.microsoft.com/office/drawing/2014/main" id="{033D416E-D8B5-4097-B7F0-1BA0357D367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18642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8" name="Straight Connector 277">
              <a:extLst>
                <a:ext uri="{FF2B5EF4-FFF2-40B4-BE49-F238E27FC236}">
                  <a16:creationId xmlns:a16="http://schemas.microsoft.com/office/drawing/2014/main" id="{A5862DFC-3406-4DC9-AA41-0CE64748AF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7436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9" name="Straight Connector 278">
              <a:extLst>
                <a:ext uri="{FF2B5EF4-FFF2-40B4-BE49-F238E27FC236}">
                  <a16:creationId xmlns:a16="http://schemas.microsoft.com/office/drawing/2014/main" id="{3C908427-368C-4792-A5E5-313F77FF28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0" name="Straight Connector 279">
              <a:extLst>
                <a:ext uri="{FF2B5EF4-FFF2-40B4-BE49-F238E27FC236}">
                  <a16:creationId xmlns:a16="http://schemas.microsoft.com/office/drawing/2014/main" id="{88CB189E-908B-495D-B023-05D3D2C1B41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248400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 useBgFill="1">
        <p:nvSpPr>
          <p:cNvPr id="329" name="Rectangle 328">
            <a:extLst>
              <a:ext uri="{FF2B5EF4-FFF2-40B4-BE49-F238E27FC236}">
                <a16:creationId xmlns:a16="http://schemas.microsoft.com/office/drawing/2014/main" id="{A173122F-D466-4F08-90FA-0038F7AC21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330" name="Rectangle 329">
            <a:extLst>
              <a:ext uri="{FF2B5EF4-FFF2-40B4-BE49-F238E27FC236}">
                <a16:creationId xmlns:a16="http://schemas.microsoft.com/office/drawing/2014/main" id="{4A929113-1368-4B1B-9C6F-140F47CBF4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bg2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331" name="Right Triangle 330">
            <a:extLst>
              <a:ext uri="{FF2B5EF4-FFF2-40B4-BE49-F238E27FC236}">
                <a16:creationId xmlns:a16="http://schemas.microsoft.com/office/drawing/2014/main" id="{C24346C5-B1C8-4C83-846B-122A3B4B2F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3500000">
            <a:off x="-265270" y="1555699"/>
            <a:ext cx="568289" cy="568289"/>
          </a:xfrm>
          <a:prstGeom prst="rtTriangle">
            <a:avLst/>
          </a:prstGeom>
          <a:solidFill>
            <a:schemeClr val="bg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2" name="Freeform: Shape 331">
            <a:extLst>
              <a:ext uri="{FF2B5EF4-FFF2-40B4-BE49-F238E27FC236}">
                <a16:creationId xmlns:a16="http://schemas.microsoft.com/office/drawing/2014/main" id="{0B6C48B2-8296-4312-8901-93BB7735D1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6215" y="4554328"/>
            <a:ext cx="12197917" cy="2303672"/>
          </a:xfrm>
          <a:custGeom>
            <a:avLst/>
            <a:gdLst>
              <a:gd name="connsiteX0" fmla="*/ 8951169 w 12178450"/>
              <a:gd name="connsiteY0" fmla="*/ 32 h 2001622"/>
              <a:gd name="connsiteX1" fmla="*/ 11653845 w 12178450"/>
              <a:gd name="connsiteY1" fmla="*/ 209874 h 2001622"/>
              <a:gd name="connsiteX2" fmla="*/ 12178450 w 12178450"/>
              <a:gd name="connsiteY2" fmla="*/ 286723 h 2001622"/>
              <a:gd name="connsiteX3" fmla="*/ 12178450 w 12178450"/>
              <a:gd name="connsiteY3" fmla="*/ 2001622 h 2001622"/>
              <a:gd name="connsiteX4" fmla="*/ 0 w 12178450"/>
              <a:gd name="connsiteY4" fmla="*/ 2001622 h 2001622"/>
              <a:gd name="connsiteX5" fmla="*/ 0 w 12178450"/>
              <a:gd name="connsiteY5" fmla="*/ 1010979 h 2001622"/>
              <a:gd name="connsiteX6" fmla="*/ 8951169 w 12178450"/>
              <a:gd name="connsiteY6" fmla="*/ 32 h 20016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78450" h="2001622">
                <a:moveTo>
                  <a:pt x="8951169" y="32"/>
                </a:moveTo>
                <a:cubicBezTo>
                  <a:pt x="9704520" y="1593"/>
                  <a:pt x="10578586" y="62133"/>
                  <a:pt x="11653845" y="209874"/>
                </a:cubicBezTo>
                <a:lnTo>
                  <a:pt x="12178450" y="286723"/>
                </a:lnTo>
                <a:lnTo>
                  <a:pt x="12178450" y="2001622"/>
                </a:lnTo>
                <a:lnTo>
                  <a:pt x="0" y="2001622"/>
                </a:lnTo>
                <a:lnTo>
                  <a:pt x="0" y="1010979"/>
                </a:lnTo>
                <a:cubicBezTo>
                  <a:pt x="4768989" y="1010979"/>
                  <a:pt x="5812206" y="-6472"/>
                  <a:pt x="8951169" y="32"/>
                </a:cubicBezTo>
                <a:close/>
              </a:path>
            </a:pathLst>
          </a:custGeom>
          <a:solidFill>
            <a:schemeClr val="accent6">
              <a:lumMod val="20000"/>
              <a:lumOff val="8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grpSp>
        <p:nvGrpSpPr>
          <p:cNvPr id="333" name="Group 332">
            <a:extLst>
              <a:ext uri="{FF2B5EF4-FFF2-40B4-BE49-F238E27FC236}">
                <a16:creationId xmlns:a16="http://schemas.microsoft.com/office/drawing/2014/main" id="{90F28F7A-4F2F-4C1B-AF1C-A6E7C79532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291" name="Straight Connector 290">
              <a:extLst>
                <a:ext uri="{FF2B5EF4-FFF2-40B4-BE49-F238E27FC236}">
                  <a16:creationId xmlns:a16="http://schemas.microsoft.com/office/drawing/2014/main" id="{B23CC870-B5E9-475F-A625-9E862A6295C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2" name="Straight Connector 291">
              <a:extLst>
                <a:ext uri="{FF2B5EF4-FFF2-40B4-BE49-F238E27FC236}">
                  <a16:creationId xmlns:a16="http://schemas.microsoft.com/office/drawing/2014/main" id="{42A6B08C-017D-4B4D-95EC-4BB83C5541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3" name="Straight Connector 292">
              <a:extLst>
                <a:ext uri="{FF2B5EF4-FFF2-40B4-BE49-F238E27FC236}">
                  <a16:creationId xmlns:a16="http://schemas.microsoft.com/office/drawing/2014/main" id="{94599402-E1B8-4E3B-A56D-68606FC1EF4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4" name="Straight Connector 293">
              <a:extLst>
                <a:ext uri="{FF2B5EF4-FFF2-40B4-BE49-F238E27FC236}">
                  <a16:creationId xmlns:a16="http://schemas.microsoft.com/office/drawing/2014/main" id="{B720C48A-E9A0-4B85-A954-39375E0996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5" name="Straight Connector 294">
              <a:extLst>
                <a:ext uri="{FF2B5EF4-FFF2-40B4-BE49-F238E27FC236}">
                  <a16:creationId xmlns:a16="http://schemas.microsoft.com/office/drawing/2014/main" id="{B0E26956-FF2A-412E-ACC4-29CCD025991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196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6" name="Straight Connector 295">
              <a:extLst>
                <a:ext uri="{FF2B5EF4-FFF2-40B4-BE49-F238E27FC236}">
                  <a16:creationId xmlns:a16="http://schemas.microsoft.com/office/drawing/2014/main" id="{FB31E652-49AC-4108-85B8-75122A48A5F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9140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7" name="Straight Connector 296">
              <a:extLst>
                <a:ext uri="{FF2B5EF4-FFF2-40B4-BE49-F238E27FC236}">
                  <a16:creationId xmlns:a16="http://schemas.microsoft.com/office/drawing/2014/main" id="{DC1DB29F-0624-4035-B188-640616D5DE1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9084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8" name="Straight Connector 297">
              <a:extLst>
                <a:ext uri="{FF2B5EF4-FFF2-40B4-BE49-F238E27FC236}">
                  <a16:creationId xmlns:a16="http://schemas.microsoft.com/office/drawing/2014/main" id="{1D27221C-2427-4C99-89DC-1A38A54058A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9028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9" name="Straight Connector 298">
              <a:extLst>
                <a:ext uri="{FF2B5EF4-FFF2-40B4-BE49-F238E27FC236}">
                  <a16:creationId xmlns:a16="http://schemas.microsoft.com/office/drawing/2014/main" id="{2DBF1D76-8076-4BAE-B627-F1861C9E08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8971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0" name="Straight Connector 299">
              <a:extLst>
                <a:ext uri="{FF2B5EF4-FFF2-40B4-BE49-F238E27FC236}">
                  <a16:creationId xmlns:a16="http://schemas.microsoft.com/office/drawing/2014/main" id="{8E930E41-FC2F-4319-9C28-32C27843008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18915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1" name="Straight Connector 300">
              <a:extLst>
                <a:ext uri="{FF2B5EF4-FFF2-40B4-BE49-F238E27FC236}">
                  <a16:creationId xmlns:a16="http://schemas.microsoft.com/office/drawing/2014/main" id="{C0936C1B-0C10-464B-85C8-345095AAB37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18859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2" name="Straight Connector 301">
              <a:extLst>
                <a:ext uri="{FF2B5EF4-FFF2-40B4-BE49-F238E27FC236}">
                  <a16:creationId xmlns:a16="http://schemas.microsoft.com/office/drawing/2014/main" id="{DB90EC61-FD0C-434A-9D1B-A20035C214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18803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3" name="Straight Connector 302">
              <a:extLst>
                <a:ext uri="{FF2B5EF4-FFF2-40B4-BE49-F238E27FC236}">
                  <a16:creationId xmlns:a16="http://schemas.microsoft.com/office/drawing/2014/main" id="{A5F5CC56-1FDA-4D3E-9C6E-8E996026C38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18747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4" name="Straight Connector 303">
              <a:extLst>
                <a:ext uri="{FF2B5EF4-FFF2-40B4-BE49-F238E27FC236}">
                  <a16:creationId xmlns:a16="http://schemas.microsoft.com/office/drawing/2014/main" id="{272B8FB2-B735-480F-9A88-48AADB2227E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18690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5" name="Straight Connector 304">
              <a:extLst>
                <a:ext uri="{FF2B5EF4-FFF2-40B4-BE49-F238E27FC236}">
                  <a16:creationId xmlns:a16="http://schemas.microsoft.com/office/drawing/2014/main" id="{85B46C1B-4FC4-4E24-AC43-07940BE1E6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18634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6" name="Straight Connector 305">
              <a:extLst>
                <a:ext uri="{FF2B5EF4-FFF2-40B4-BE49-F238E27FC236}">
                  <a16:creationId xmlns:a16="http://schemas.microsoft.com/office/drawing/2014/main" id="{C34915AF-0AE3-4EDD-8681-4C3F2C592B9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7" name="Straight Connector 306">
              <a:extLst>
                <a:ext uri="{FF2B5EF4-FFF2-40B4-BE49-F238E27FC236}">
                  <a16:creationId xmlns:a16="http://schemas.microsoft.com/office/drawing/2014/main" id="{5C35A3F3-714E-4F69-9BDF-8ED284EF29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8" name="Straight Connector 307">
              <a:extLst>
                <a:ext uri="{FF2B5EF4-FFF2-40B4-BE49-F238E27FC236}">
                  <a16:creationId xmlns:a16="http://schemas.microsoft.com/office/drawing/2014/main" id="{03D561AC-B0B1-47EB-BE05-209F5612B70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2890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9" name="Straight Connector 308">
              <a:extLst>
                <a:ext uri="{FF2B5EF4-FFF2-40B4-BE49-F238E27FC236}">
                  <a16:creationId xmlns:a16="http://schemas.microsoft.com/office/drawing/2014/main" id="{D3508E52-4FD9-4E6D-AFEA-69A88ED268E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8609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0" name="Straight Connector 309">
              <a:extLst>
                <a:ext uri="{FF2B5EF4-FFF2-40B4-BE49-F238E27FC236}">
                  <a16:creationId xmlns:a16="http://schemas.microsoft.com/office/drawing/2014/main" id="{C69DDE76-16F7-472F-B6D7-84AE8FFF31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4328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1" name="Straight Connector 310">
              <a:extLst>
                <a:ext uri="{FF2B5EF4-FFF2-40B4-BE49-F238E27FC236}">
                  <a16:creationId xmlns:a16="http://schemas.microsoft.com/office/drawing/2014/main" id="{B2D87BEF-8844-4A3E-B130-B7D26740CC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40047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2" name="Straight Connector 311">
              <a:extLst>
                <a:ext uri="{FF2B5EF4-FFF2-40B4-BE49-F238E27FC236}">
                  <a16:creationId xmlns:a16="http://schemas.microsoft.com/office/drawing/2014/main" id="{BB381129-2089-4EAA-AE6C-2BAA96BC82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95766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3" name="Straight Connector 312">
              <a:extLst>
                <a:ext uri="{FF2B5EF4-FFF2-40B4-BE49-F238E27FC236}">
                  <a16:creationId xmlns:a16="http://schemas.microsoft.com/office/drawing/2014/main" id="{5B69BF7A-FA63-4706-8066-DF15018E66F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51485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4" name="Straight Connector 313">
              <a:extLst>
                <a:ext uri="{FF2B5EF4-FFF2-40B4-BE49-F238E27FC236}">
                  <a16:creationId xmlns:a16="http://schemas.microsoft.com/office/drawing/2014/main" id="{6A3ECB71-0CCD-403F-B14B-ABC48D78CD4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07204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5" name="Straight Connector 314">
              <a:extLst>
                <a:ext uri="{FF2B5EF4-FFF2-40B4-BE49-F238E27FC236}">
                  <a16:creationId xmlns:a16="http://schemas.microsoft.com/office/drawing/2014/main" id="{D9095BBA-0FE1-49E5-89F7-22125BAF87A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62923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6" name="Straight Connector 315">
              <a:extLst>
                <a:ext uri="{FF2B5EF4-FFF2-40B4-BE49-F238E27FC236}">
                  <a16:creationId xmlns:a16="http://schemas.microsoft.com/office/drawing/2014/main" id="{B55351D8-6F27-4B82-968B-581B177CB4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18642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7" name="Straight Connector 316">
              <a:extLst>
                <a:ext uri="{FF2B5EF4-FFF2-40B4-BE49-F238E27FC236}">
                  <a16:creationId xmlns:a16="http://schemas.microsoft.com/office/drawing/2014/main" id="{351025A5-EB5A-4057-A85E-69AF0E6BE6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7436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8" name="Straight Connector 317">
              <a:extLst>
                <a:ext uri="{FF2B5EF4-FFF2-40B4-BE49-F238E27FC236}">
                  <a16:creationId xmlns:a16="http://schemas.microsoft.com/office/drawing/2014/main" id="{5030318B-EEB9-4D92-BC50-D115109898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9" name="Straight Connector 318">
              <a:extLst>
                <a:ext uri="{FF2B5EF4-FFF2-40B4-BE49-F238E27FC236}">
                  <a16:creationId xmlns:a16="http://schemas.microsoft.com/office/drawing/2014/main" id="{417FC0E3-7CC7-4188-BC7A-7E8FB55649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248400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A7DDD2E5-E03A-7F04-CECD-EB7EB37E5D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6215" y="168275"/>
            <a:ext cx="12188952" cy="2574923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200" dirty="0">
                <a:solidFill>
                  <a:schemeClr val="tx2"/>
                </a:solidFill>
              </a:rPr>
              <a:t>Which </a:t>
            </a:r>
            <a:r>
              <a:rPr lang="en-US" sz="3200" b="1" dirty="0">
                <a:solidFill>
                  <a:schemeClr val="accent3">
                    <a:lumMod val="75000"/>
                  </a:schemeClr>
                </a:solidFill>
              </a:rPr>
              <a:t>rooms</a:t>
            </a:r>
            <a:r>
              <a:rPr lang="en-US" sz="3200" dirty="0">
                <a:solidFill>
                  <a:schemeClr val="tx2"/>
                </a:solidFill>
              </a:rPr>
              <a:t> are </a:t>
            </a:r>
            <a:r>
              <a:rPr lang="en-US" sz="3200" dirty="0">
                <a:solidFill>
                  <a:schemeClr val="accent6"/>
                </a:solidFill>
              </a:rPr>
              <a:t>free</a:t>
            </a:r>
            <a:r>
              <a:rPr lang="en-US" sz="3200" dirty="0">
                <a:solidFill>
                  <a:schemeClr val="tx2"/>
                </a:solidFill>
              </a:rPr>
              <a:t> in Cairo between Apr, 1st and May, 1st?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F2C7A03-51D1-1933-AEEA-E7BFA04DC94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34691" y="2954226"/>
            <a:ext cx="7279512" cy="3293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3972586"/>
      </p:ext>
    </p:extLst>
  </p:cSld>
  <p:clrMapOvr>
    <a:masterClrMapping/>
  </p:clrMapOvr>
  <p:transition spd="slow">
    <p:push dir="u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4798C7F-C8CA-4799-BF37-3AB4642CDB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7162F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1"/>
              </a:solidFill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7F0794B-55D3-4D2D-BDE7-4688ED321E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BE4C795B-1813-4CC6-B03F-8DD130BEAAB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E0F4C04D-5CD8-446B-BE3D-257172E6E4C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FDDC802E-606F-4F39-84B6-90DF0FE5446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2C5B0C75-0136-4A39-9AB6-0F02C452781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C5ED2B52-3D40-46DE-8B54-99A4071578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196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18BCEC75-1B6B-45B2-8041-8D933FCF60F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9140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6A2FC789-056A-43CC-807E-4262CDC3E0F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9084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48C32FD3-76B0-40E7-89F2-E9C523210A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9028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B82E9447-8362-426C-840A-B6F2231F7BC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8971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2F141DC8-83CE-4C21-A5BA-E2FFF3D866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18915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512A697C-ECBC-40A9-AC69-BF96A34B91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18859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D2E988AF-5EFB-43D3-B93F-6E4F41A2C90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18803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6B312C1B-AAE2-4A6D-ACC7-ABAA75D4285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18747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57B96146-61DA-44D6-A9DF-6DB41FCF2D8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18690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6B33F93D-4439-46EE-97C4-9CECAAFDCF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18634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5914B275-A3D7-4BA4-B8CB-E7657100F3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BD26EF3B-FBE7-4D57-8E01-553F50734A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6CC1E671-BA54-4B31-9A2E-8F50BC57A2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2890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836A704-3624-4ABF-9A67-0F52C2F3EFB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8609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5FDC385D-BA34-481F-A991-A776E0B193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4328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F1EF033A-D8FB-416B-AE51-4E098A27D68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40047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17C17B48-F458-4E9B-9331-56FCDC5B6A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95766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07E44A4B-D453-46F0-A83D-AF0B33D5C5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51485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346BEA9F-314B-440D-AE8D-21E1252EC5A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07204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F15EAFD0-4869-4612-ACDE-ABC703104E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62923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A0F26706-7F23-4FF0-9CAF-F3C4F47C11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18642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C0195A72-345A-4E88-8D71-14DB3D1B607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7436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0DBF51A6-A3BC-49FE-BB01-E8992811774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A78DF911-744C-419B-83DC-39F270BBF41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248400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216BB147-20D5-4D93-BDA5-1BC614D6A4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6214" y="5014716"/>
            <a:ext cx="2800124" cy="1843284"/>
          </a:xfrm>
          <a:custGeom>
            <a:avLst/>
            <a:gdLst>
              <a:gd name="connsiteX0" fmla="*/ 375358 w 2800124"/>
              <a:gd name="connsiteY0" fmla="*/ 0 h 1843284"/>
              <a:gd name="connsiteX1" fmla="*/ 2781298 w 2800124"/>
              <a:gd name="connsiteY1" fmla="*/ 1770066 h 1843284"/>
              <a:gd name="connsiteX2" fmla="*/ 2800124 w 2800124"/>
              <a:gd name="connsiteY2" fmla="*/ 1843284 h 1843284"/>
              <a:gd name="connsiteX3" fmla="*/ 1987869 w 2800124"/>
              <a:gd name="connsiteY3" fmla="*/ 1843284 h 1843284"/>
              <a:gd name="connsiteX4" fmla="*/ 1986195 w 2800124"/>
              <a:gd name="connsiteY4" fmla="*/ 1838711 h 1843284"/>
              <a:gd name="connsiteX5" fmla="*/ 375357 w 2800124"/>
              <a:gd name="connsiteY5" fmla="*/ 770976 h 1843284"/>
              <a:gd name="connsiteX6" fmla="*/ 23030 w 2800124"/>
              <a:gd name="connsiteY6" fmla="*/ 806494 h 1843284"/>
              <a:gd name="connsiteX7" fmla="*/ 0 w 2800124"/>
              <a:gd name="connsiteY7" fmla="*/ 812415 h 1843284"/>
              <a:gd name="connsiteX8" fmla="*/ 0 w 2800124"/>
              <a:gd name="connsiteY8" fmla="*/ 30983 h 1843284"/>
              <a:gd name="connsiteX9" fmla="*/ 117785 w 2800124"/>
              <a:gd name="connsiteY9" fmla="*/ 13007 h 1843284"/>
              <a:gd name="connsiteX10" fmla="*/ 375358 w 2800124"/>
              <a:gd name="connsiteY10" fmla="*/ 0 h 18432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800124" h="1843284">
                <a:moveTo>
                  <a:pt x="375358" y="0"/>
                </a:moveTo>
                <a:cubicBezTo>
                  <a:pt x="1505802" y="0"/>
                  <a:pt x="2462339" y="744579"/>
                  <a:pt x="2781298" y="1770066"/>
                </a:cubicBezTo>
                <a:lnTo>
                  <a:pt x="2800124" y="1843284"/>
                </a:lnTo>
                <a:lnTo>
                  <a:pt x="1987869" y="1843284"/>
                </a:lnTo>
                <a:lnTo>
                  <a:pt x="1986195" y="1838711"/>
                </a:lnTo>
                <a:cubicBezTo>
                  <a:pt x="1720801" y="1211248"/>
                  <a:pt x="1099494" y="770976"/>
                  <a:pt x="375357" y="770976"/>
                </a:cubicBezTo>
                <a:cubicBezTo>
                  <a:pt x="254668" y="770976"/>
                  <a:pt x="136835" y="783206"/>
                  <a:pt x="23030" y="806494"/>
                </a:cubicBezTo>
                <a:lnTo>
                  <a:pt x="0" y="812415"/>
                </a:lnTo>
                <a:lnTo>
                  <a:pt x="0" y="30983"/>
                </a:lnTo>
                <a:lnTo>
                  <a:pt x="117785" y="13007"/>
                </a:lnTo>
                <a:cubicBezTo>
                  <a:pt x="202473" y="4406"/>
                  <a:pt x="288401" y="0"/>
                  <a:pt x="375358" y="0"/>
                </a:cubicBezTo>
                <a:close/>
              </a:path>
            </a:pathLst>
          </a:custGeom>
          <a:solidFill>
            <a:schemeClr val="accent5">
              <a:lumMod val="75000"/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5" name="Freeform: Shape 44">
            <a:extLst>
              <a:ext uri="{FF2B5EF4-FFF2-40B4-BE49-F238E27FC236}">
                <a16:creationId xmlns:a16="http://schemas.microsoft.com/office/drawing/2014/main" id="{0A253F60-DE40-4508-A37A-61331DF1D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979728" y="0"/>
            <a:ext cx="4209224" cy="1650549"/>
          </a:xfrm>
          <a:custGeom>
            <a:avLst/>
            <a:gdLst>
              <a:gd name="connsiteX0" fmla="*/ 0 w 4209224"/>
              <a:gd name="connsiteY0" fmla="*/ 0 h 1650549"/>
              <a:gd name="connsiteX1" fmla="*/ 846445 w 4209224"/>
              <a:gd name="connsiteY1" fmla="*/ 0 h 1650549"/>
              <a:gd name="connsiteX2" fmla="*/ 912542 w 4209224"/>
              <a:gd name="connsiteY2" fmla="*/ 108799 h 1650549"/>
              <a:gd name="connsiteX3" fmla="*/ 2362195 w 4209224"/>
              <a:gd name="connsiteY3" fmla="*/ 879573 h 1650549"/>
              <a:gd name="connsiteX4" fmla="*/ 3811848 w 4209224"/>
              <a:gd name="connsiteY4" fmla="*/ 108799 h 1650549"/>
              <a:gd name="connsiteX5" fmla="*/ 3877945 w 4209224"/>
              <a:gd name="connsiteY5" fmla="*/ 0 h 1650549"/>
              <a:gd name="connsiteX6" fmla="*/ 4209224 w 4209224"/>
              <a:gd name="connsiteY6" fmla="*/ 0 h 1650549"/>
              <a:gd name="connsiteX7" fmla="*/ 4209224 w 4209224"/>
              <a:gd name="connsiteY7" fmla="*/ 840421 h 1650549"/>
              <a:gd name="connsiteX8" fmla="*/ 4143538 w 4209224"/>
              <a:gd name="connsiteY8" fmla="*/ 912693 h 1650549"/>
              <a:gd name="connsiteX9" fmla="*/ 2362196 w 4209224"/>
              <a:gd name="connsiteY9" fmla="*/ 1650549 h 1650549"/>
              <a:gd name="connsiteX10" fmla="*/ 40969 w 4209224"/>
              <a:gd name="connsiteY10" fmla="*/ 111937 h 16505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209224" h="1650549">
                <a:moveTo>
                  <a:pt x="0" y="0"/>
                </a:moveTo>
                <a:lnTo>
                  <a:pt x="846445" y="0"/>
                </a:lnTo>
                <a:lnTo>
                  <a:pt x="912542" y="108799"/>
                </a:lnTo>
                <a:cubicBezTo>
                  <a:pt x="1226710" y="573829"/>
                  <a:pt x="1758748" y="879573"/>
                  <a:pt x="2362195" y="879573"/>
                </a:cubicBezTo>
                <a:cubicBezTo>
                  <a:pt x="2965642" y="879573"/>
                  <a:pt x="3497680" y="573829"/>
                  <a:pt x="3811848" y="108799"/>
                </a:cubicBezTo>
                <a:lnTo>
                  <a:pt x="3877945" y="0"/>
                </a:lnTo>
                <a:lnTo>
                  <a:pt x="4209224" y="0"/>
                </a:lnTo>
                <a:lnTo>
                  <a:pt x="4209224" y="840421"/>
                </a:lnTo>
                <a:lnTo>
                  <a:pt x="4143538" y="912693"/>
                </a:lnTo>
                <a:cubicBezTo>
                  <a:pt x="3687653" y="1368578"/>
                  <a:pt x="3057854" y="1650549"/>
                  <a:pt x="2362196" y="1650549"/>
                </a:cubicBezTo>
                <a:cubicBezTo>
                  <a:pt x="1318710" y="1650549"/>
                  <a:pt x="423404" y="1016115"/>
                  <a:pt x="40969" y="111937"/>
                </a:cubicBezTo>
                <a:close/>
              </a:path>
            </a:pathLst>
          </a:custGeom>
          <a:solidFill>
            <a:schemeClr val="accent5">
              <a:lumMod val="60000"/>
              <a:lumOff val="4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3BBF3378-C49E-4B97-A883-6393FBF18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7162F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1"/>
              </a:solidFill>
            </a:endParaRPr>
          </a:p>
        </p:txBody>
      </p:sp>
      <p:grpSp>
        <p:nvGrpSpPr>
          <p:cNvPr id="49" name="Group 48">
            <a:extLst>
              <a:ext uri="{FF2B5EF4-FFF2-40B4-BE49-F238E27FC236}">
                <a16:creationId xmlns:a16="http://schemas.microsoft.com/office/drawing/2014/main" id="{DA3D4001-286E-4CB2-B293-3058BDDC82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F81F6D9A-C297-4D43-A56B-E097477E91F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BBD5299F-3CBD-431D-A276-1F6EBDE639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0579A460-D36C-4808-99FD-224968EC8DC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4FACC58E-31A5-41E4-BCE1-9A0FF26F19B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43EE866F-1BA5-4009-983D-0A270F2651C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196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1E7DADAE-DB0C-47E3-AE16-C7B09A32699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9140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EAB89127-DBEE-47FB-951F-C4FEBC41E9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9084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368F6061-E9B4-4C8B-B421-CB81EF37158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9028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54F431D3-EEE6-4416-BA2B-7B8942561C5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8971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C3A1230D-F162-470F-B26A-44F48789FC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18915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1128856B-8BFD-40E1-993B-93F4DDEEC05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18859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0AD4C0C2-878C-4A6F-998A-CDDC31ACDB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18803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7EE0349E-7D03-4F4E-BCAA-D6BAC3E057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18747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FD4A5BD7-7EA2-4F4A-A88B-240C626054D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18690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A5DE89C9-D993-4FE5-9E60-4816CB1A6F1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18634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3574CA6C-639F-41A6-AED3-15C0E0E1B63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B3864BFB-5F88-4311-A2A0-12D067F91EC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09B3E436-97A2-4763-9E55-2C470DF17D0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2890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8462A8CC-9918-4941-9B4A-36FB3F8531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8609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B0671973-544E-4370-8DB9-174DAB82F9E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4328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B5505BD9-45DD-4763-90CB-FB9DB066152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40047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3022B701-1894-49C5-A67C-6B8377C7C5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95766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90501CD9-45DC-4009-A410-08DB27A8742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51485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00BD35CA-BF52-4F44-B789-E3B98042D85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07204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25AED4B0-30B1-4E36-86A4-42C2A918100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62923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DA1A0260-34D8-4474-8C33-ED80F83092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18642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FDCCA183-C630-4855-8BD6-0E4EEE59FCE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7436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Straight Connector 76">
              <a:extLst>
                <a:ext uri="{FF2B5EF4-FFF2-40B4-BE49-F238E27FC236}">
                  <a16:creationId xmlns:a16="http://schemas.microsoft.com/office/drawing/2014/main" id="{843E8B9F-C809-423A-ADAA-80CE5C0711C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Straight Connector 77">
              <a:extLst>
                <a:ext uri="{FF2B5EF4-FFF2-40B4-BE49-F238E27FC236}">
                  <a16:creationId xmlns:a16="http://schemas.microsoft.com/office/drawing/2014/main" id="{2621EBC9-CEB1-4BA5-82D6-9944A3C123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248400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EB68BB96-3C54-47CE-A559-16FC5968EE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6214" y="5014716"/>
            <a:ext cx="2800124" cy="1843284"/>
          </a:xfrm>
          <a:custGeom>
            <a:avLst/>
            <a:gdLst>
              <a:gd name="connsiteX0" fmla="*/ 375358 w 2800124"/>
              <a:gd name="connsiteY0" fmla="*/ 0 h 1843284"/>
              <a:gd name="connsiteX1" fmla="*/ 2781298 w 2800124"/>
              <a:gd name="connsiteY1" fmla="*/ 1770066 h 1843284"/>
              <a:gd name="connsiteX2" fmla="*/ 2800124 w 2800124"/>
              <a:gd name="connsiteY2" fmla="*/ 1843284 h 1843284"/>
              <a:gd name="connsiteX3" fmla="*/ 1987869 w 2800124"/>
              <a:gd name="connsiteY3" fmla="*/ 1843284 h 1843284"/>
              <a:gd name="connsiteX4" fmla="*/ 1986195 w 2800124"/>
              <a:gd name="connsiteY4" fmla="*/ 1838711 h 1843284"/>
              <a:gd name="connsiteX5" fmla="*/ 375357 w 2800124"/>
              <a:gd name="connsiteY5" fmla="*/ 770976 h 1843284"/>
              <a:gd name="connsiteX6" fmla="*/ 23030 w 2800124"/>
              <a:gd name="connsiteY6" fmla="*/ 806494 h 1843284"/>
              <a:gd name="connsiteX7" fmla="*/ 0 w 2800124"/>
              <a:gd name="connsiteY7" fmla="*/ 812415 h 1843284"/>
              <a:gd name="connsiteX8" fmla="*/ 0 w 2800124"/>
              <a:gd name="connsiteY8" fmla="*/ 30983 h 1843284"/>
              <a:gd name="connsiteX9" fmla="*/ 117785 w 2800124"/>
              <a:gd name="connsiteY9" fmla="*/ 13007 h 1843284"/>
              <a:gd name="connsiteX10" fmla="*/ 375358 w 2800124"/>
              <a:gd name="connsiteY10" fmla="*/ 0 h 18432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800124" h="1843284">
                <a:moveTo>
                  <a:pt x="375358" y="0"/>
                </a:moveTo>
                <a:cubicBezTo>
                  <a:pt x="1505802" y="0"/>
                  <a:pt x="2462339" y="744579"/>
                  <a:pt x="2781298" y="1770066"/>
                </a:cubicBezTo>
                <a:lnTo>
                  <a:pt x="2800124" y="1843284"/>
                </a:lnTo>
                <a:lnTo>
                  <a:pt x="1987869" y="1843284"/>
                </a:lnTo>
                <a:lnTo>
                  <a:pt x="1986195" y="1838711"/>
                </a:lnTo>
                <a:cubicBezTo>
                  <a:pt x="1720801" y="1211248"/>
                  <a:pt x="1099494" y="770976"/>
                  <a:pt x="375357" y="770976"/>
                </a:cubicBezTo>
                <a:cubicBezTo>
                  <a:pt x="254668" y="770976"/>
                  <a:pt x="136835" y="783206"/>
                  <a:pt x="23030" y="806494"/>
                </a:cubicBezTo>
                <a:lnTo>
                  <a:pt x="0" y="812415"/>
                </a:lnTo>
                <a:lnTo>
                  <a:pt x="0" y="30983"/>
                </a:lnTo>
                <a:lnTo>
                  <a:pt x="117785" y="13007"/>
                </a:lnTo>
                <a:cubicBezTo>
                  <a:pt x="202473" y="4406"/>
                  <a:pt x="288401" y="0"/>
                  <a:pt x="375358" y="0"/>
                </a:cubicBezTo>
                <a:close/>
              </a:path>
            </a:pathLst>
          </a:cu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grpSp>
        <p:nvGrpSpPr>
          <p:cNvPr id="82" name="Group 81">
            <a:extLst>
              <a:ext uri="{FF2B5EF4-FFF2-40B4-BE49-F238E27FC236}">
                <a16:creationId xmlns:a16="http://schemas.microsoft.com/office/drawing/2014/main" id="{BDDD9304-3AB6-4BE9-833E-9C1B3EC421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83" name="Straight Connector 82">
              <a:extLst>
                <a:ext uri="{FF2B5EF4-FFF2-40B4-BE49-F238E27FC236}">
                  <a16:creationId xmlns:a16="http://schemas.microsoft.com/office/drawing/2014/main" id="{C7756000-2285-4D38-AD2B-91F47CF8B54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2F7A36A8-4BBE-49D8-94DA-606561AC09A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Straight Connector 84">
              <a:extLst>
                <a:ext uri="{FF2B5EF4-FFF2-40B4-BE49-F238E27FC236}">
                  <a16:creationId xmlns:a16="http://schemas.microsoft.com/office/drawing/2014/main" id="{961EE45E-0342-4F26-8CD3-85CDDF7E5A4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89C5DC0E-03C0-4CEB-AD10-3A3C9999483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Straight Connector 86">
              <a:extLst>
                <a:ext uri="{FF2B5EF4-FFF2-40B4-BE49-F238E27FC236}">
                  <a16:creationId xmlns:a16="http://schemas.microsoft.com/office/drawing/2014/main" id="{2E1CE081-E685-46D4-BAF7-54C65BD823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196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Straight Connector 87">
              <a:extLst>
                <a:ext uri="{FF2B5EF4-FFF2-40B4-BE49-F238E27FC236}">
                  <a16:creationId xmlns:a16="http://schemas.microsoft.com/office/drawing/2014/main" id="{5486C88F-30DD-46C8-9B05-F885D4EB073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9140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Straight Connector 88">
              <a:extLst>
                <a:ext uri="{FF2B5EF4-FFF2-40B4-BE49-F238E27FC236}">
                  <a16:creationId xmlns:a16="http://schemas.microsoft.com/office/drawing/2014/main" id="{290BAD11-B30B-49DE-A566-E21BCDDCFA2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9084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Straight Connector 89">
              <a:extLst>
                <a:ext uri="{FF2B5EF4-FFF2-40B4-BE49-F238E27FC236}">
                  <a16:creationId xmlns:a16="http://schemas.microsoft.com/office/drawing/2014/main" id="{31F821CC-6C37-4415-8DA6-EF6B42D876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9028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C9ECD1FB-7FE8-477E-8E90-648AE4E932C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8971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Straight Connector 91">
              <a:extLst>
                <a:ext uri="{FF2B5EF4-FFF2-40B4-BE49-F238E27FC236}">
                  <a16:creationId xmlns:a16="http://schemas.microsoft.com/office/drawing/2014/main" id="{381C9DD8-7FF3-44E6-9887-1CE07DBD95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18915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654D87AF-08CE-4125-AF4B-8C8A9D340B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18859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F3C9C908-1A58-4E28-969E-48E9BA61BB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18803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Straight Connector 94">
              <a:extLst>
                <a:ext uri="{FF2B5EF4-FFF2-40B4-BE49-F238E27FC236}">
                  <a16:creationId xmlns:a16="http://schemas.microsoft.com/office/drawing/2014/main" id="{3530AEF7-35DB-44E3-93EB-B3F0FBA9E5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18747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6108D15E-72F2-45D7-9050-8322CB1F844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18690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CC764F43-FB23-49CB-B2CA-ACFBFB412A2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18634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Connector 97">
              <a:extLst>
                <a:ext uri="{FF2B5EF4-FFF2-40B4-BE49-F238E27FC236}">
                  <a16:creationId xmlns:a16="http://schemas.microsoft.com/office/drawing/2014/main" id="{64C60457-68FC-4E1F-9ABB-E79094AEB11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22C915FB-0611-4283-8EC1-88510A69FC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Straight Connector 99">
              <a:extLst>
                <a:ext uri="{FF2B5EF4-FFF2-40B4-BE49-F238E27FC236}">
                  <a16:creationId xmlns:a16="http://schemas.microsoft.com/office/drawing/2014/main" id="{3CF80AC6-E542-456F-BEE8-E9CF46AC219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2890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9EC6EED6-01FF-4941-A4AB-224D26EE11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8609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F8D16FF7-D5D7-4A97-BB5E-A069EF13A41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4328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Straight Connector 102">
              <a:extLst>
                <a:ext uri="{FF2B5EF4-FFF2-40B4-BE49-F238E27FC236}">
                  <a16:creationId xmlns:a16="http://schemas.microsoft.com/office/drawing/2014/main" id="{D703DF22-27D8-481B-95B5-A4A7A62066A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40047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Straight Connector 103">
              <a:extLst>
                <a:ext uri="{FF2B5EF4-FFF2-40B4-BE49-F238E27FC236}">
                  <a16:creationId xmlns:a16="http://schemas.microsoft.com/office/drawing/2014/main" id="{1F7256DA-C9DD-498F-A3B4-789819FE4C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95766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EBEBA9FF-8036-4656-B1F1-87953464DCE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51485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Straight Connector 105">
              <a:extLst>
                <a:ext uri="{FF2B5EF4-FFF2-40B4-BE49-F238E27FC236}">
                  <a16:creationId xmlns:a16="http://schemas.microsoft.com/office/drawing/2014/main" id="{575DABD2-EA79-4547-AFC6-53720AB60E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07204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Straight Connector 106">
              <a:extLst>
                <a:ext uri="{FF2B5EF4-FFF2-40B4-BE49-F238E27FC236}">
                  <a16:creationId xmlns:a16="http://schemas.microsoft.com/office/drawing/2014/main" id="{3060E1B5-52C7-4314-98B0-3AE8A0B6301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62923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Straight Connector 107">
              <a:extLst>
                <a:ext uri="{FF2B5EF4-FFF2-40B4-BE49-F238E27FC236}">
                  <a16:creationId xmlns:a16="http://schemas.microsoft.com/office/drawing/2014/main" id="{033D416E-D8B5-4097-B7F0-1BA0357D367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18642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Straight Connector 108">
              <a:extLst>
                <a:ext uri="{FF2B5EF4-FFF2-40B4-BE49-F238E27FC236}">
                  <a16:creationId xmlns:a16="http://schemas.microsoft.com/office/drawing/2014/main" id="{A5862DFC-3406-4DC9-AA41-0CE64748AF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7436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Straight Connector 109">
              <a:extLst>
                <a:ext uri="{FF2B5EF4-FFF2-40B4-BE49-F238E27FC236}">
                  <a16:creationId xmlns:a16="http://schemas.microsoft.com/office/drawing/2014/main" id="{3C908427-368C-4792-A5E5-313F77FF28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88CB189E-908B-495D-B023-05D3D2C1B41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248400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 useBgFill="1">
        <p:nvSpPr>
          <p:cNvPr id="113" name="Rectangle 112">
            <a:extLst>
              <a:ext uri="{FF2B5EF4-FFF2-40B4-BE49-F238E27FC236}">
                <a16:creationId xmlns:a16="http://schemas.microsoft.com/office/drawing/2014/main" id="{A173122F-D466-4F08-90FA-0038F7AC21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115" name="Rectangle 114">
            <a:extLst>
              <a:ext uri="{FF2B5EF4-FFF2-40B4-BE49-F238E27FC236}">
                <a16:creationId xmlns:a16="http://schemas.microsoft.com/office/drawing/2014/main" id="{4A929113-1368-4B1B-9C6F-140F47CBF4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bg2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117" name="Right Triangle 116">
            <a:extLst>
              <a:ext uri="{FF2B5EF4-FFF2-40B4-BE49-F238E27FC236}">
                <a16:creationId xmlns:a16="http://schemas.microsoft.com/office/drawing/2014/main" id="{C24346C5-B1C8-4C83-846B-122A3B4B2F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3500000">
            <a:off x="-265270" y="1555699"/>
            <a:ext cx="568289" cy="568289"/>
          </a:xfrm>
          <a:prstGeom prst="rtTriangle">
            <a:avLst/>
          </a:prstGeom>
          <a:solidFill>
            <a:schemeClr val="bg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Freeform: Shape 118">
            <a:extLst>
              <a:ext uri="{FF2B5EF4-FFF2-40B4-BE49-F238E27FC236}">
                <a16:creationId xmlns:a16="http://schemas.microsoft.com/office/drawing/2014/main" id="{0B6C48B2-8296-4312-8901-93BB7735D1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6215" y="4554328"/>
            <a:ext cx="12197917" cy="2303672"/>
          </a:xfrm>
          <a:custGeom>
            <a:avLst/>
            <a:gdLst>
              <a:gd name="connsiteX0" fmla="*/ 8951169 w 12178450"/>
              <a:gd name="connsiteY0" fmla="*/ 32 h 2001622"/>
              <a:gd name="connsiteX1" fmla="*/ 11653845 w 12178450"/>
              <a:gd name="connsiteY1" fmla="*/ 209874 h 2001622"/>
              <a:gd name="connsiteX2" fmla="*/ 12178450 w 12178450"/>
              <a:gd name="connsiteY2" fmla="*/ 286723 h 2001622"/>
              <a:gd name="connsiteX3" fmla="*/ 12178450 w 12178450"/>
              <a:gd name="connsiteY3" fmla="*/ 2001622 h 2001622"/>
              <a:gd name="connsiteX4" fmla="*/ 0 w 12178450"/>
              <a:gd name="connsiteY4" fmla="*/ 2001622 h 2001622"/>
              <a:gd name="connsiteX5" fmla="*/ 0 w 12178450"/>
              <a:gd name="connsiteY5" fmla="*/ 1010979 h 2001622"/>
              <a:gd name="connsiteX6" fmla="*/ 8951169 w 12178450"/>
              <a:gd name="connsiteY6" fmla="*/ 32 h 20016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78450" h="2001622">
                <a:moveTo>
                  <a:pt x="8951169" y="32"/>
                </a:moveTo>
                <a:cubicBezTo>
                  <a:pt x="9704520" y="1593"/>
                  <a:pt x="10578586" y="62133"/>
                  <a:pt x="11653845" y="209874"/>
                </a:cubicBezTo>
                <a:lnTo>
                  <a:pt x="12178450" y="286723"/>
                </a:lnTo>
                <a:lnTo>
                  <a:pt x="12178450" y="2001622"/>
                </a:lnTo>
                <a:lnTo>
                  <a:pt x="0" y="2001622"/>
                </a:lnTo>
                <a:lnTo>
                  <a:pt x="0" y="1010979"/>
                </a:lnTo>
                <a:cubicBezTo>
                  <a:pt x="4768989" y="1010979"/>
                  <a:pt x="5812206" y="-6472"/>
                  <a:pt x="8951169" y="32"/>
                </a:cubicBezTo>
                <a:close/>
              </a:path>
            </a:pathLst>
          </a:custGeom>
          <a:solidFill>
            <a:schemeClr val="accent6">
              <a:lumMod val="20000"/>
              <a:lumOff val="8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90F28F7A-4F2F-4C1B-AF1C-A6E7C79532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122" name="Straight Connector 121">
              <a:extLst>
                <a:ext uri="{FF2B5EF4-FFF2-40B4-BE49-F238E27FC236}">
                  <a16:creationId xmlns:a16="http://schemas.microsoft.com/office/drawing/2014/main" id="{B23CC870-B5E9-475F-A625-9E862A6295C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Straight Connector 122">
              <a:extLst>
                <a:ext uri="{FF2B5EF4-FFF2-40B4-BE49-F238E27FC236}">
                  <a16:creationId xmlns:a16="http://schemas.microsoft.com/office/drawing/2014/main" id="{42A6B08C-017D-4B4D-95EC-4BB83C5541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Straight Connector 123">
              <a:extLst>
                <a:ext uri="{FF2B5EF4-FFF2-40B4-BE49-F238E27FC236}">
                  <a16:creationId xmlns:a16="http://schemas.microsoft.com/office/drawing/2014/main" id="{94599402-E1B8-4E3B-A56D-68606FC1EF4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Straight Connector 124">
              <a:extLst>
                <a:ext uri="{FF2B5EF4-FFF2-40B4-BE49-F238E27FC236}">
                  <a16:creationId xmlns:a16="http://schemas.microsoft.com/office/drawing/2014/main" id="{B720C48A-E9A0-4B85-A954-39375E0996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Straight Connector 125">
              <a:extLst>
                <a:ext uri="{FF2B5EF4-FFF2-40B4-BE49-F238E27FC236}">
                  <a16:creationId xmlns:a16="http://schemas.microsoft.com/office/drawing/2014/main" id="{B0E26956-FF2A-412E-ACC4-29CCD025991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196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Straight Connector 126">
              <a:extLst>
                <a:ext uri="{FF2B5EF4-FFF2-40B4-BE49-F238E27FC236}">
                  <a16:creationId xmlns:a16="http://schemas.microsoft.com/office/drawing/2014/main" id="{FB31E652-49AC-4108-85B8-75122A48A5F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9140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Straight Connector 127">
              <a:extLst>
                <a:ext uri="{FF2B5EF4-FFF2-40B4-BE49-F238E27FC236}">
                  <a16:creationId xmlns:a16="http://schemas.microsoft.com/office/drawing/2014/main" id="{DC1DB29F-0624-4035-B188-640616D5DE1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9084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Straight Connector 128">
              <a:extLst>
                <a:ext uri="{FF2B5EF4-FFF2-40B4-BE49-F238E27FC236}">
                  <a16:creationId xmlns:a16="http://schemas.microsoft.com/office/drawing/2014/main" id="{1D27221C-2427-4C99-89DC-1A38A54058A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9028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Straight Connector 129">
              <a:extLst>
                <a:ext uri="{FF2B5EF4-FFF2-40B4-BE49-F238E27FC236}">
                  <a16:creationId xmlns:a16="http://schemas.microsoft.com/office/drawing/2014/main" id="{2DBF1D76-8076-4BAE-B627-F1861C9E08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8971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Straight Connector 130">
              <a:extLst>
                <a:ext uri="{FF2B5EF4-FFF2-40B4-BE49-F238E27FC236}">
                  <a16:creationId xmlns:a16="http://schemas.microsoft.com/office/drawing/2014/main" id="{8E930E41-FC2F-4319-9C28-32C27843008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18915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Straight Connector 131">
              <a:extLst>
                <a:ext uri="{FF2B5EF4-FFF2-40B4-BE49-F238E27FC236}">
                  <a16:creationId xmlns:a16="http://schemas.microsoft.com/office/drawing/2014/main" id="{C0936C1B-0C10-464B-85C8-345095AAB37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18859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Straight Connector 132">
              <a:extLst>
                <a:ext uri="{FF2B5EF4-FFF2-40B4-BE49-F238E27FC236}">
                  <a16:creationId xmlns:a16="http://schemas.microsoft.com/office/drawing/2014/main" id="{DB90EC61-FD0C-434A-9D1B-A20035C214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18803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Straight Connector 133">
              <a:extLst>
                <a:ext uri="{FF2B5EF4-FFF2-40B4-BE49-F238E27FC236}">
                  <a16:creationId xmlns:a16="http://schemas.microsoft.com/office/drawing/2014/main" id="{A5F5CC56-1FDA-4D3E-9C6E-8E996026C38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18747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Straight Connector 134">
              <a:extLst>
                <a:ext uri="{FF2B5EF4-FFF2-40B4-BE49-F238E27FC236}">
                  <a16:creationId xmlns:a16="http://schemas.microsoft.com/office/drawing/2014/main" id="{272B8FB2-B735-480F-9A88-48AADB2227E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18690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Straight Connector 135">
              <a:extLst>
                <a:ext uri="{FF2B5EF4-FFF2-40B4-BE49-F238E27FC236}">
                  <a16:creationId xmlns:a16="http://schemas.microsoft.com/office/drawing/2014/main" id="{85B46C1B-4FC4-4E24-AC43-07940BE1E6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18634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Straight Connector 136">
              <a:extLst>
                <a:ext uri="{FF2B5EF4-FFF2-40B4-BE49-F238E27FC236}">
                  <a16:creationId xmlns:a16="http://schemas.microsoft.com/office/drawing/2014/main" id="{C34915AF-0AE3-4EDD-8681-4C3F2C592B9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Straight Connector 137">
              <a:extLst>
                <a:ext uri="{FF2B5EF4-FFF2-40B4-BE49-F238E27FC236}">
                  <a16:creationId xmlns:a16="http://schemas.microsoft.com/office/drawing/2014/main" id="{5C35A3F3-714E-4F69-9BDF-8ED284EF29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Straight Connector 138">
              <a:extLst>
                <a:ext uri="{FF2B5EF4-FFF2-40B4-BE49-F238E27FC236}">
                  <a16:creationId xmlns:a16="http://schemas.microsoft.com/office/drawing/2014/main" id="{03D561AC-B0B1-47EB-BE05-209F5612B70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2890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Straight Connector 139">
              <a:extLst>
                <a:ext uri="{FF2B5EF4-FFF2-40B4-BE49-F238E27FC236}">
                  <a16:creationId xmlns:a16="http://schemas.microsoft.com/office/drawing/2014/main" id="{D3508E52-4FD9-4E6D-AFEA-69A88ED268E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8609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1" name="Straight Connector 140">
              <a:extLst>
                <a:ext uri="{FF2B5EF4-FFF2-40B4-BE49-F238E27FC236}">
                  <a16:creationId xmlns:a16="http://schemas.microsoft.com/office/drawing/2014/main" id="{C69DDE76-16F7-472F-B6D7-84AE8FFF31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4328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Straight Connector 141">
              <a:extLst>
                <a:ext uri="{FF2B5EF4-FFF2-40B4-BE49-F238E27FC236}">
                  <a16:creationId xmlns:a16="http://schemas.microsoft.com/office/drawing/2014/main" id="{B2D87BEF-8844-4A3E-B130-B7D26740CC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40047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Straight Connector 142">
              <a:extLst>
                <a:ext uri="{FF2B5EF4-FFF2-40B4-BE49-F238E27FC236}">
                  <a16:creationId xmlns:a16="http://schemas.microsoft.com/office/drawing/2014/main" id="{BB381129-2089-4EAA-AE6C-2BAA96BC82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95766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4" name="Straight Connector 143">
              <a:extLst>
                <a:ext uri="{FF2B5EF4-FFF2-40B4-BE49-F238E27FC236}">
                  <a16:creationId xmlns:a16="http://schemas.microsoft.com/office/drawing/2014/main" id="{5B69BF7A-FA63-4706-8066-DF15018E66F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51485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id="{6A3ECB71-0CCD-403F-B14B-ABC48D78CD4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07204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Straight Connector 145">
              <a:extLst>
                <a:ext uri="{FF2B5EF4-FFF2-40B4-BE49-F238E27FC236}">
                  <a16:creationId xmlns:a16="http://schemas.microsoft.com/office/drawing/2014/main" id="{D9095BBA-0FE1-49E5-89F7-22125BAF87A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62923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Straight Connector 146">
              <a:extLst>
                <a:ext uri="{FF2B5EF4-FFF2-40B4-BE49-F238E27FC236}">
                  <a16:creationId xmlns:a16="http://schemas.microsoft.com/office/drawing/2014/main" id="{B55351D8-6F27-4B82-968B-581B177CB4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18642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Straight Connector 147">
              <a:extLst>
                <a:ext uri="{FF2B5EF4-FFF2-40B4-BE49-F238E27FC236}">
                  <a16:creationId xmlns:a16="http://schemas.microsoft.com/office/drawing/2014/main" id="{351025A5-EB5A-4057-A85E-69AF0E6BE6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7436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Straight Connector 148">
              <a:extLst>
                <a:ext uri="{FF2B5EF4-FFF2-40B4-BE49-F238E27FC236}">
                  <a16:creationId xmlns:a16="http://schemas.microsoft.com/office/drawing/2014/main" id="{5030318B-EEB9-4D92-BC50-D115109898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0" name="Straight Connector 149">
              <a:extLst>
                <a:ext uri="{FF2B5EF4-FFF2-40B4-BE49-F238E27FC236}">
                  <a16:creationId xmlns:a16="http://schemas.microsoft.com/office/drawing/2014/main" id="{417FC0E3-7CC7-4188-BC7A-7E8FB55649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248400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DD05B540-6529-055B-1E4D-EB6652849E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68275"/>
            <a:ext cx="12188952" cy="2574923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Who</a:t>
            </a:r>
            <a:r>
              <a:rPr lang="en-US" sz="3200" dirty="0">
                <a:solidFill>
                  <a:schemeClr val="tx2"/>
                </a:solidFill>
              </a:rPr>
              <a:t> is </a:t>
            </a:r>
            <a:r>
              <a:rPr lang="en-US" sz="3200" dirty="0">
                <a:solidFill>
                  <a:srgbClr val="00B050"/>
                </a:solidFill>
              </a:rPr>
              <a:t>spending</a:t>
            </a:r>
            <a:r>
              <a:rPr lang="en-US" sz="3200" dirty="0">
                <a:solidFill>
                  <a:schemeClr val="tx2"/>
                </a:solidFill>
              </a:rPr>
              <a:t> the most across both booking types?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8D378B9-29C9-D484-B6E0-4D9B83749F6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473346" y="2954226"/>
            <a:ext cx="7402203" cy="3293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3637516"/>
      </p:ext>
    </p:extLst>
  </p:cSld>
  <p:clrMapOvr>
    <a:masterClrMapping/>
  </p:clrMapOvr>
  <p:transition spd="slow">
    <p:push dir="u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4798C7F-C8CA-4799-BF37-3AB4642CDB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7162F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1"/>
              </a:solidFill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7F0794B-55D3-4D2D-BDE7-4688ED321E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BE4C795B-1813-4CC6-B03F-8DD130BEAAB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E0F4C04D-5CD8-446B-BE3D-257172E6E4C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FDDC802E-606F-4F39-84B6-90DF0FE5446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2C5B0C75-0136-4A39-9AB6-0F02C452781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C5ED2B52-3D40-46DE-8B54-99A4071578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196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18BCEC75-1B6B-45B2-8041-8D933FCF60F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9140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6A2FC789-056A-43CC-807E-4262CDC3E0F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9084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48C32FD3-76B0-40E7-89F2-E9C523210A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9028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B82E9447-8362-426C-840A-B6F2231F7BC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8971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2F141DC8-83CE-4C21-A5BA-E2FFF3D866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18915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512A697C-ECBC-40A9-AC69-BF96A34B91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18859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D2E988AF-5EFB-43D3-B93F-6E4F41A2C90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18803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6B312C1B-AAE2-4A6D-ACC7-ABAA75D4285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18747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57B96146-61DA-44D6-A9DF-6DB41FCF2D8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18690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6B33F93D-4439-46EE-97C4-9CECAAFDCF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18634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5914B275-A3D7-4BA4-B8CB-E7657100F3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BD26EF3B-FBE7-4D57-8E01-553F50734A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6CC1E671-BA54-4B31-9A2E-8F50BC57A2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2890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836A704-3624-4ABF-9A67-0F52C2F3EFB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8609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5FDC385D-BA34-481F-A991-A776E0B193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4328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F1EF033A-D8FB-416B-AE51-4E098A27D68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40047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17C17B48-F458-4E9B-9331-56FCDC5B6A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95766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07E44A4B-D453-46F0-A83D-AF0B33D5C5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51485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346BEA9F-314B-440D-AE8D-21E1252EC5A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07204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F15EAFD0-4869-4612-ACDE-ABC703104E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62923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A0F26706-7F23-4FF0-9CAF-F3C4F47C11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18642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C0195A72-345A-4E88-8D71-14DB3D1B607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7436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0DBF51A6-A3BC-49FE-BB01-E8992811774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A78DF911-744C-419B-83DC-39F270BBF41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248400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216BB147-20D5-4D93-BDA5-1BC614D6A4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6214" y="5014716"/>
            <a:ext cx="2800124" cy="1843284"/>
          </a:xfrm>
          <a:custGeom>
            <a:avLst/>
            <a:gdLst>
              <a:gd name="connsiteX0" fmla="*/ 375358 w 2800124"/>
              <a:gd name="connsiteY0" fmla="*/ 0 h 1843284"/>
              <a:gd name="connsiteX1" fmla="*/ 2781298 w 2800124"/>
              <a:gd name="connsiteY1" fmla="*/ 1770066 h 1843284"/>
              <a:gd name="connsiteX2" fmla="*/ 2800124 w 2800124"/>
              <a:gd name="connsiteY2" fmla="*/ 1843284 h 1843284"/>
              <a:gd name="connsiteX3" fmla="*/ 1987869 w 2800124"/>
              <a:gd name="connsiteY3" fmla="*/ 1843284 h 1843284"/>
              <a:gd name="connsiteX4" fmla="*/ 1986195 w 2800124"/>
              <a:gd name="connsiteY4" fmla="*/ 1838711 h 1843284"/>
              <a:gd name="connsiteX5" fmla="*/ 375357 w 2800124"/>
              <a:gd name="connsiteY5" fmla="*/ 770976 h 1843284"/>
              <a:gd name="connsiteX6" fmla="*/ 23030 w 2800124"/>
              <a:gd name="connsiteY6" fmla="*/ 806494 h 1843284"/>
              <a:gd name="connsiteX7" fmla="*/ 0 w 2800124"/>
              <a:gd name="connsiteY7" fmla="*/ 812415 h 1843284"/>
              <a:gd name="connsiteX8" fmla="*/ 0 w 2800124"/>
              <a:gd name="connsiteY8" fmla="*/ 30983 h 1843284"/>
              <a:gd name="connsiteX9" fmla="*/ 117785 w 2800124"/>
              <a:gd name="connsiteY9" fmla="*/ 13007 h 1843284"/>
              <a:gd name="connsiteX10" fmla="*/ 375358 w 2800124"/>
              <a:gd name="connsiteY10" fmla="*/ 0 h 18432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800124" h="1843284">
                <a:moveTo>
                  <a:pt x="375358" y="0"/>
                </a:moveTo>
                <a:cubicBezTo>
                  <a:pt x="1505802" y="0"/>
                  <a:pt x="2462339" y="744579"/>
                  <a:pt x="2781298" y="1770066"/>
                </a:cubicBezTo>
                <a:lnTo>
                  <a:pt x="2800124" y="1843284"/>
                </a:lnTo>
                <a:lnTo>
                  <a:pt x="1987869" y="1843284"/>
                </a:lnTo>
                <a:lnTo>
                  <a:pt x="1986195" y="1838711"/>
                </a:lnTo>
                <a:cubicBezTo>
                  <a:pt x="1720801" y="1211248"/>
                  <a:pt x="1099494" y="770976"/>
                  <a:pt x="375357" y="770976"/>
                </a:cubicBezTo>
                <a:cubicBezTo>
                  <a:pt x="254668" y="770976"/>
                  <a:pt x="136835" y="783206"/>
                  <a:pt x="23030" y="806494"/>
                </a:cubicBezTo>
                <a:lnTo>
                  <a:pt x="0" y="812415"/>
                </a:lnTo>
                <a:lnTo>
                  <a:pt x="0" y="30983"/>
                </a:lnTo>
                <a:lnTo>
                  <a:pt x="117785" y="13007"/>
                </a:lnTo>
                <a:cubicBezTo>
                  <a:pt x="202473" y="4406"/>
                  <a:pt x="288401" y="0"/>
                  <a:pt x="375358" y="0"/>
                </a:cubicBezTo>
                <a:close/>
              </a:path>
            </a:pathLst>
          </a:custGeom>
          <a:solidFill>
            <a:schemeClr val="accent5">
              <a:lumMod val="75000"/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5" name="Freeform: Shape 44">
            <a:extLst>
              <a:ext uri="{FF2B5EF4-FFF2-40B4-BE49-F238E27FC236}">
                <a16:creationId xmlns:a16="http://schemas.microsoft.com/office/drawing/2014/main" id="{0A253F60-DE40-4508-A37A-61331DF1D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979728" y="0"/>
            <a:ext cx="4209224" cy="1650549"/>
          </a:xfrm>
          <a:custGeom>
            <a:avLst/>
            <a:gdLst>
              <a:gd name="connsiteX0" fmla="*/ 0 w 4209224"/>
              <a:gd name="connsiteY0" fmla="*/ 0 h 1650549"/>
              <a:gd name="connsiteX1" fmla="*/ 846445 w 4209224"/>
              <a:gd name="connsiteY1" fmla="*/ 0 h 1650549"/>
              <a:gd name="connsiteX2" fmla="*/ 912542 w 4209224"/>
              <a:gd name="connsiteY2" fmla="*/ 108799 h 1650549"/>
              <a:gd name="connsiteX3" fmla="*/ 2362195 w 4209224"/>
              <a:gd name="connsiteY3" fmla="*/ 879573 h 1650549"/>
              <a:gd name="connsiteX4" fmla="*/ 3811848 w 4209224"/>
              <a:gd name="connsiteY4" fmla="*/ 108799 h 1650549"/>
              <a:gd name="connsiteX5" fmla="*/ 3877945 w 4209224"/>
              <a:gd name="connsiteY5" fmla="*/ 0 h 1650549"/>
              <a:gd name="connsiteX6" fmla="*/ 4209224 w 4209224"/>
              <a:gd name="connsiteY6" fmla="*/ 0 h 1650549"/>
              <a:gd name="connsiteX7" fmla="*/ 4209224 w 4209224"/>
              <a:gd name="connsiteY7" fmla="*/ 840421 h 1650549"/>
              <a:gd name="connsiteX8" fmla="*/ 4143538 w 4209224"/>
              <a:gd name="connsiteY8" fmla="*/ 912693 h 1650549"/>
              <a:gd name="connsiteX9" fmla="*/ 2362196 w 4209224"/>
              <a:gd name="connsiteY9" fmla="*/ 1650549 h 1650549"/>
              <a:gd name="connsiteX10" fmla="*/ 40969 w 4209224"/>
              <a:gd name="connsiteY10" fmla="*/ 111937 h 16505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209224" h="1650549">
                <a:moveTo>
                  <a:pt x="0" y="0"/>
                </a:moveTo>
                <a:lnTo>
                  <a:pt x="846445" y="0"/>
                </a:lnTo>
                <a:lnTo>
                  <a:pt x="912542" y="108799"/>
                </a:lnTo>
                <a:cubicBezTo>
                  <a:pt x="1226710" y="573829"/>
                  <a:pt x="1758748" y="879573"/>
                  <a:pt x="2362195" y="879573"/>
                </a:cubicBezTo>
                <a:cubicBezTo>
                  <a:pt x="2965642" y="879573"/>
                  <a:pt x="3497680" y="573829"/>
                  <a:pt x="3811848" y="108799"/>
                </a:cubicBezTo>
                <a:lnTo>
                  <a:pt x="3877945" y="0"/>
                </a:lnTo>
                <a:lnTo>
                  <a:pt x="4209224" y="0"/>
                </a:lnTo>
                <a:lnTo>
                  <a:pt x="4209224" y="840421"/>
                </a:lnTo>
                <a:lnTo>
                  <a:pt x="4143538" y="912693"/>
                </a:lnTo>
                <a:cubicBezTo>
                  <a:pt x="3687653" y="1368578"/>
                  <a:pt x="3057854" y="1650549"/>
                  <a:pt x="2362196" y="1650549"/>
                </a:cubicBezTo>
                <a:cubicBezTo>
                  <a:pt x="1318710" y="1650549"/>
                  <a:pt x="423404" y="1016115"/>
                  <a:pt x="40969" y="111937"/>
                </a:cubicBezTo>
                <a:close/>
              </a:path>
            </a:pathLst>
          </a:custGeom>
          <a:solidFill>
            <a:schemeClr val="accent5">
              <a:lumMod val="60000"/>
              <a:lumOff val="4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3BBF3378-C49E-4B97-A883-6393FBF18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7162F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1"/>
              </a:solidFill>
            </a:endParaRPr>
          </a:p>
        </p:txBody>
      </p:sp>
      <p:grpSp>
        <p:nvGrpSpPr>
          <p:cNvPr id="49" name="Group 48">
            <a:extLst>
              <a:ext uri="{FF2B5EF4-FFF2-40B4-BE49-F238E27FC236}">
                <a16:creationId xmlns:a16="http://schemas.microsoft.com/office/drawing/2014/main" id="{DA3D4001-286E-4CB2-B293-3058BDDC82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F81F6D9A-C297-4D43-A56B-E097477E91F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BBD5299F-3CBD-431D-A276-1F6EBDE639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0579A460-D36C-4808-99FD-224968EC8DC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4FACC58E-31A5-41E4-BCE1-9A0FF26F19B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43EE866F-1BA5-4009-983D-0A270F2651C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196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1E7DADAE-DB0C-47E3-AE16-C7B09A32699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9140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EAB89127-DBEE-47FB-951F-C4FEBC41E9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9084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368F6061-E9B4-4C8B-B421-CB81EF37158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9028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54F431D3-EEE6-4416-BA2B-7B8942561C5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8971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C3A1230D-F162-470F-B26A-44F48789FC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18915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1128856B-8BFD-40E1-993B-93F4DDEEC05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18859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0AD4C0C2-878C-4A6F-998A-CDDC31ACDB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18803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7EE0349E-7D03-4F4E-BCAA-D6BAC3E057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18747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FD4A5BD7-7EA2-4F4A-A88B-240C626054D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18690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A5DE89C9-D993-4FE5-9E60-4816CB1A6F1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18634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3574CA6C-639F-41A6-AED3-15C0E0E1B63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B3864BFB-5F88-4311-A2A0-12D067F91EC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09B3E436-97A2-4763-9E55-2C470DF17D0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2890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8462A8CC-9918-4941-9B4A-36FB3F8531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8609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B0671973-544E-4370-8DB9-174DAB82F9E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4328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B5505BD9-45DD-4763-90CB-FB9DB066152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40047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3022B701-1894-49C5-A67C-6B8377C7C5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95766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90501CD9-45DC-4009-A410-08DB27A8742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51485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00BD35CA-BF52-4F44-B789-E3B98042D85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07204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25AED4B0-30B1-4E36-86A4-42C2A918100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62923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DA1A0260-34D8-4474-8C33-ED80F83092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18642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FDCCA183-C630-4855-8BD6-0E4EEE59FCE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7436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Straight Connector 76">
              <a:extLst>
                <a:ext uri="{FF2B5EF4-FFF2-40B4-BE49-F238E27FC236}">
                  <a16:creationId xmlns:a16="http://schemas.microsoft.com/office/drawing/2014/main" id="{843E8B9F-C809-423A-ADAA-80CE5C0711C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Straight Connector 77">
              <a:extLst>
                <a:ext uri="{FF2B5EF4-FFF2-40B4-BE49-F238E27FC236}">
                  <a16:creationId xmlns:a16="http://schemas.microsoft.com/office/drawing/2014/main" id="{2621EBC9-CEB1-4BA5-82D6-9944A3C123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248400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EB68BB96-3C54-47CE-A559-16FC5968EE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6214" y="5014716"/>
            <a:ext cx="2800124" cy="1843284"/>
          </a:xfrm>
          <a:custGeom>
            <a:avLst/>
            <a:gdLst>
              <a:gd name="connsiteX0" fmla="*/ 375358 w 2800124"/>
              <a:gd name="connsiteY0" fmla="*/ 0 h 1843284"/>
              <a:gd name="connsiteX1" fmla="*/ 2781298 w 2800124"/>
              <a:gd name="connsiteY1" fmla="*/ 1770066 h 1843284"/>
              <a:gd name="connsiteX2" fmla="*/ 2800124 w 2800124"/>
              <a:gd name="connsiteY2" fmla="*/ 1843284 h 1843284"/>
              <a:gd name="connsiteX3" fmla="*/ 1987869 w 2800124"/>
              <a:gd name="connsiteY3" fmla="*/ 1843284 h 1843284"/>
              <a:gd name="connsiteX4" fmla="*/ 1986195 w 2800124"/>
              <a:gd name="connsiteY4" fmla="*/ 1838711 h 1843284"/>
              <a:gd name="connsiteX5" fmla="*/ 375357 w 2800124"/>
              <a:gd name="connsiteY5" fmla="*/ 770976 h 1843284"/>
              <a:gd name="connsiteX6" fmla="*/ 23030 w 2800124"/>
              <a:gd name="connsiteY6" fmla="*/ 806494 h 1843284"/>
              <a:gd name="connsiteX7" fmla="*/ 0 w 2800124"/>
              <a:gd name="connsiteY7" fmla="*/ 812415 h 1843284"/>
              <a:gd name="connsiteX8" fmla="*/ 0 w 2800124"/>
              <a:gd name="connsiteY8" fmla="*/ 30983 h 1843284"/>
              <a:gd name="connsiteX9" fmla="*/ 117785 w 2800124"/>
              <a:gd name="connsiteY9" fmla="*/ 13007 h 1843284"/>
              <a:gd name="connsiteX10" fmla="*/ 375358 w 2800124"/>
              <a:gd name="connsiteY10" fmla="*/ 0 h 18432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800124" h="1843284">
                <a:moveTo>
                  <a:pt x="375358" y="0"/>
                </a:moveTo>
                <a:cubicBezTo>
                  <a:pt x="1505802" y="0"/>
                  <a:pt x="2462339" y="744579"/>
                  <a:pt x="2781298" y="1770066"/>
                </a:cubicBezTo>
                <a:lnTo>
                  <a:pt x="2800124" y="1843284"/>
                </a:lnTo>
                <a:lnTo>
                  <a:pt x="1987869" y="1843284"/>
                </a:lnTo>
                <a:lnTo>
                  <a:pt x="1986195" y="1838711"/>
                </a:lnTo>
                <a:cubicBezTo>
                  <a:pt x="1720801" y="1211248"/>
                  <a:pt x="1099494" y="770976"/>
                  <a:pt x="375357" y="770976"/>
                </a:cubicBezTo>
                <a:cubicBezTo>
                  <a:pt x="254668" y="770976"/>
                  <a:pt x="136835" y="783206"/>
                  <a:pt x="23030" y="806494"/>
                </a:cubicBezTo>
                <a:lnTo>
                  <a:pt x="0" y="812415"/>
                </a:lnTo>
                <a:lnTo>
                  <a:pt x="0" y="30983"/>
                </a:lnTo>
                <a:lnTo>
                  <a:pt x="117785" y="13007"/>
                </a:lnTo>
                <a:cubicBezTo>
                  <a:pt x="202473" y="4406"/>
                  <a:pt x="288401" y="0"/>
                  <a:pt x="375358" y="0"/>
                </a:cubicBezTo>
                <a:close/>
              </a:path>
            </a:pathLst>
          </a:cu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grpSp>
        <p:nvGrpSpPr>
          <p:cNvPr id="82" name="Group 81">
            <a:extLst>
              <a:ext uri="{FF2B5EF4-FFF2-40B4-BE49-F238E27FC236}">
                <a16:creationId xmlns:a16="http://schemas.microsoft.com/office/drawing/2014/main" id="{BDDD9304-3AB6-4BE9-833E-9C1B3EC421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83" name="Straight Connector 82">
              <a:extLst>
                <a:ext uri="{FF2B5EF4-FFF2-40B4-BE49-F238E27FC236}">
                  <a16:creationId xmlns:a16="http://schemas.microsoft.com/office/drawing/2014/main" id="{C7756000-2285-4D38-AD2B-91F47CF8B54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2F7A36A8-4BBE-49D8-94DA-606561AC09A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Straight Connector 84">
              <a:extLst>
                <a:ext uri="{FF2B5EF4-FFF2-40B4-BE49-F238E27FC236}">
                  <a16:creationId xmlns:a16="http://schemas.microsoft.com/office/drawing/2014/main" id="{961EE45E-0342-4F26-8CD3-85CDDF7E5A4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89C5DC0E-03C0-4CEB-AD10-3A3C9999483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Straight Connector 86">
              <a:extLst>
                <a:ext uri="{FF2B5EF4-FFF2-40B4-BE49-F238E27FC236}">
                  <a16:creationId xmlns:a16="http://schemas.microsoft.com/office/drawing/2014/main" id="{2E1CE081-E685-46D4-BAF7-54C65BD823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196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Straight Connector 87">
              <a:extLst>
                <a:ext uri="{FF2B5EF4-FFF2-40B4-BE49-F238E27FC236}">
                  <a16:creationId xmlns:a16="http://schemas.microsoft.com/office/drawing/2014/main" id="{5486C88F-30DD-46C8-9B05-F885D4EB073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9140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Straight Connector 88">
              <a:extLst>
                <a:ext uri="{FF2B5EF4-FFF2-40B4-BE49-F238E27FC236}">
                  <a16:creationId xmlns:a16="http://schemas.microsoft.com/office/drawing/2014/main" id="{290BAD11-B30B-49DE-A566-E21BCDDCFA2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9084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Straight Connector 89">
              <a:extLst>
                <a:ext uri="{FF2B5EF4-FFF2-40B4-BE49-F238E27FC236}">
                  <a16:creationId xmlns:a16="http://schemas.microsoft.com/office/drawing/2014/main" id="{31F821CC-6C37-4415-8DA6-EF6B42D876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9028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C9ECD1FB-7FE8-477E-8E90-648AE4E932C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8971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Straight Connector 91">
              <a:extLst>
                <a:ext uri="{FF2B5EF4-FFF2-40B4-BE49-F238E27FC236}">
                  <a16:creationId xmlns:a16="http://schemas.microsoft.com/office/drawing/2014/main" id="{381C9DD8-7FF3-44E6-9887-1CE07DBD95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18915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654D87AF-08CE-4125-AF4B-8C8A9D340B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18859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F3C9C908-1A58-4E28-969E-48E9BA61BB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18803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Straight Connector 94">
              <a:extLst>
                <a:ext uri="{FF2B5EF4-FFF2-40B4-BE49-F238E27FC236}">
                  <a16:creationId xmlns:a16="http://schemas.microsoft.com/office/drawing/2014/main" id="{3530AEF7-35DB-44E3-93EB-B3F0FBA9E5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18747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6108D15E-72F2-45D7-9050-8322CB1F844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18690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CC764F43-FB23-49CB-B2CA-ACFBFB412A2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18634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Connector 97">
              <a:extLst>
                <a:ext uri="{FF2B5EF4-FFF2-40B4-BE49-F238E27FC236}">
                  <a16:creationId xmlns:a16="http://schemas.microsoft.com/office/drawing/2014/main" id="{64C60457-68FC-4E1F-9ABB-E79094AEB11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22C915FB-0611-4283-8EC1-88510A69FC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Straight Connector 99">
              <a:extLst>
                <a:ext uri="{FF2B5EF4-FFF2-40B4-BE49-F238E27FC236}">
                  <a16:creationId xmlns:a16="http://schemas.microsoft.com/office/drawing/2014/main" id="{3CF80AC6-E542-456F-BEE8-E9CF46AC219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2890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9EC6EED6-01FF-4941-A4AB-224D26EE11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8609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F8D16FF7-D5D7-4A97-BB5E-A069EF13A41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4328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Straight Connector 102">
              <a:extLst>
                <a:ext uri="{FF2B5EF4-FFF2-40B4-BE49-F238E27FC236}">
                  <a16:creationId xmlns:a16="http://schemas.microsoft.com/office/drawing/2014/main" id="{D703DF22-27D8-481B-95B5-A4A7A62066A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40047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Straight Connector 103">
              <a:extLst>
                <a:ext uri="{FF2B5EF4-FFF2-40B4-BE49-F238E27FC236}">
                  <a16:creationId xmlns:a16="http://schemas.microsoft.com/office/drawing/2014/main" id="{1F7256DA-C9DD-498F-A3B4-789819FE4C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95766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EBEBA9FF-8036-4656-B1F1-87953464DCE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51485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Straight Connector 105">
              <a:extLst>
                <a:ext uri="{FF2B5EF4-FFF2-40B4-BE49-F238E27FC236}">
                  <a16:creationId xmlns:a16="http://schemas.microsoft.com/office/drawing/2014/main" id="{575DABD2-EA79-4547-AFC6-53720AB60E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07204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Straight Connector 106">
              <a:extLst>
                <a:ext uri="{FF2B5EF4-FFF2-40B4-BE49-F238E27FC236}">
                  <a16:creationId xmlns:a16="http://schemas.microsoft.com/office/drawing/2014/main" id="{3060E1B5-52C7-4314-98B0-3AE8A0B6301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62923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Straight Connector 107">
              <a:extLst>
                <a:ext uri="{FF2B5EF4-FFF2-40B4-BE49-F238E27FC236}">
                  <a16:creationId xmlns:a16="http://schemas.microsoft.com/office/drawing/2014/main" id="{033D416E-D8B5-4097-B7F0-1BA0357D367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18642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Straight Connector 108">
              <a:extLst>
                <a:ext uri="{FF2B5EF4-FFF2-40B4-BE49-F238E27FC236}">
                  <a16:creationId xmlns:a16="http://schemas.microsoft.com/office/drawing/2014/main" id="{A5862DFC-3406-4DC9-AA41-0CE64748AF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7436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Straight Connector 109">
              <a:extLst>
                <a:ext uri="{FF2B5EF4-FFF2-40B4-BE49-F238E27FC236}">
                  <a16:creationId xmlns:a16="http://schemas.microsoft.com/office/drawing/2014/main" id="{3C908427-368C-4792-A5E5-313F77FF28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88CB189E-908B-495D-B023-05D3D2C1B41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248400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 useBgFill="1">
        <p:nvSpPr>
          <p:cNvPr id="113" name="Rectangle 112">
            <a:extLst>
              <a:ext uri="{FF2B5EF4-FFF2-40B4-BE49-F238E27FC236}">
                <a16:creationId xmlns:a16="http://schemas.microsoft.com/office/drawing/2014/main" id="{A173122F-D466-4F08-90FA-0038F7AC21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115" name="Rectangle 114">
            <a:extLst>
              <a:ext uri="{FF2B5EF4-FFF2-40B4-BE49-F238E27FC236}">
                <a16:creationId xmlns:a16="http://schemas.microsoft.com/office/drawing/2014/main" id="{4A929113-1368-4B1B-9C6F-140F47CBF4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bg2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117" name="Right Triangle 116">
            <a:extLst>
              <a:ext uri="{FF2B5EF4-FFF2-40B4-BE49-F238E27FC236}">
                <a16:creationId xmlns:a16="http://schemas.microsoft.com/office/drawing/2014/main" id="{C24346C5-B1C8-4C83-846B-122A3B4B2F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3500000">
            <a:off x="-265270" y="1555699"/>
            <a:ext cx="568289" cy="568289"/>
          </a:xfrm>
          <a:prstGeom prst="rtTriangle">
            <a:avLst/>
          </a:prstGeom>
          <a:solidFill>
            <a:schemeClr val="bg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Freeform: Shape 118">
            <a:extLst>
              <a:ext uri="{FF2B5EF4-FFF2-40B4-BE49-F238E27FC236}">
                <a16:creationId xmlns:a16="http://schemas.microsoft.com/office/drawing/2014/main" id="{0B6C48B2-8296-4312-8901-93BB7735D1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6215" y="4554328"/>
            <a:ext cx="12197917" cy="2303672"/>
          </a:xfrm>
          <a:custGeom>
            <a:avLst/>
            <a:gdLst>
              <a:gd name="connsiteX0" fmla="*/ 8951169 w 12178450"/>
              <a:gd name="connsiteY0" fmla="*/ 32 h 2001622"/>
              <a:gd name="connsiteX1" fmla="*/ 11653845 w 12178450"/>
              <a:gd name="connsiteY1" fmla="*/ 209874 h 2001622"/>
              <a:gd name="connsiteX2" fmla="*/ 12178450 w 12178450"/>
              <a:gd name="connsiteY2" fmla="*/ 286723 h 2001622"/>
              <a:gd name="connsiteX3" fmla="*/ 12178450 w 12178450"/>
              <a:gd name="connsiteY3" fmla="*/ 2001622 h 2001622"/>
              <a:gd name="connsiteX4" fmla="*/ 0 w 12178450"/>
              <a:gd name="connsiteY4" fmla="*/ 2001622 h 2001622"/>
              <a:gd name="connsiteX5" fmla="*/ 0 w 12178450"/>
              <a:gd name="connsiteY5" fmla="*/ 1010979 h 2001622"/>
              <a:gd name="connsiteX6" fmla="*/ 8951169 w 12178450"/>
              <a:gd name="connsiteY6" fmla="*/ 32 h 20016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78450" h="2001622">
                <a:moveTo>
                  <a:pt x="8951169" y="32"/>
                </a:moveTo>
                <a:cubicBezTo>
                  <a:pt x="9704520" y="1593"/>
                  <a:pt x="10578586" y="62133"/>
                  <a:pt x="11653845" y="209874"/>
                </a:cubicBezTo>
                <a:lnTo>
                  <a:pt x="12178450" y="286723"/>
                </a:lnTo>
                <a:lnTo>
                  <a:pt x="12178450" y="2001622"/>
                </a:lnTo>
                <a:lnTo>
                  <a:pt x="0" y="2001622"/>
                </a:lnTo>
                <a:lnTo>
                  <a:pt x="0" y="1010979"/>
                </a:lnTo>
                <a:cubicBezTo>
                  <a:pt x="4768989" y="1010979"/>
                  <a:pt x="5812206" y="-6472"/>
                  <a:pt x="8951169" y="32"/>
                </a:cubicBezTo>
                <a:close/>
              </a:path>
            </a:pathLst>
          </a:custGeom>
          <a:solidFill>
            <a:schemeClr val="accent6">
              <a:lumMod val="20000"/>
              <a:lumOff val="8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90F28F7A-4F2F-4C1B-AF1C-A6E7C79532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122" name="Straight Connector 121">
              <a:extLst>
                <a:ext uri="{FF2B5EF4-FFF2-40B4-BE49-F238E27FC236}">
                  <a16:creationId xmlns:a16="http://schemas.microsoft.com/office/drawing/2014/main" id="{B23CC870-B5E9-475F-A625-9E862A6295C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Straight Connector 122">
              <a:extLst>
                <a:ext uri="{FF2B5EF4-FFF2-40B4-BE49-F238E27FC236}">
                  <a16:creationId xmlns:a16="http://schemas.microsoft.com/office/drawing/2014/main" id="{42A6B08C-017D-4B4D-95EC-4BB83C5541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Straight Connector 123">
              <a:extLst>
                <a:ext uri="{FF2B5EF4-FFF2-40B4-BE49-F238E27FC236}">
                  <a16:creationId xmlns:a16="http://schemas.microsoft.com/office/drawing/2014/main" id="{94599402-E1B8-4E3B-A56D-68606FC1EF4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Straight Connector 124">
              <a:extLst>
                <a:ext uri="{FF2B5EF4-FFF2-40B4-BE49-F238E27FC236}">
                  <a16:creationId xmlns:a16="http://schemas.microsoft.com/office/drawing/2014/main" id="{B720C48A-E9A0-4B85-A954-39375E0996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Straight Connector 125">
              <a:extLst>
                <a:ext uri="{FF2B5EF4-FFF2-40B4-BE49-F238E27FC236}">
                  <a16:creationId xmlns:a16="http://schemas.microsoft.com/office/drawing/2014/main" id="{B0E26956-FF2A-412E-ACC4-29CCD025991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196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Straight Connector 126">
              <a:extLst>
                <a:ext uri="{FF2B5EF4-FFF2-40B4-BE49-F238E27FC236}">
                  <a16:creationId xmlns:a16="http://schemas.microsoft.com/office/drawing/2014/main" id="{FB31E652-49AC-4108-85B8-75122A48A5F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9140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Straight Connector 127">
              <a:extLst>
                <a:ext uri="{FF2B5EF4-FFF2-40B4-BE49-F238E27FC236}">
                  <a16:creationId xmlns:a16="http://schemas.microsoft.com/office/drawing/2014/main" id="{DC1DB29F-0624-4035-B188-640616D5DE1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9084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Straight Connector 128">
              <a:extLst>
                <a:ext uri="{FF2B5EF4-FFF2-40B4-BE49-F238E27FC236}">
                  <a16:creationId xmlns:a16="http://schemas.microsoft.com/office/drawing/2014/main" id="{1D27221C-2427-4C99-89DC-1A38A54058A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9028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Straight Connector 129">
              <a:extLst>
                <a:ext uri="{FF2B5EF4-FFF2-40B4-BE49-F238E27FC236}">
                  <a16:creationId xmlns:a16="http://schemas.microsoft.com/office/drawing/2014/main" id="{2DBF1D76-8076-4BAE-B627-F1861C9E08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8971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Straight Connector 130">
              <a:extLst>
                <a:ext uri="{FF2B5EF4-FFF2-40B4-BE49-F238E27FC236}">
                  <a16:creationId xmlns:a16="http://schemas.microsoft.com/office/drawing/2014/main" id="{8E930E41-FC2F-4319-9C28-32C27843008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18915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Straight Connector 131">
              <a:extLst>
                <a:ext uri="{FF2B5EF4-FFF2-40B4-BE49-F238E27FC236}">
                  <a16:creationId xmlns:a16="http://schemas.microsoft.com/office/drawing/2014/main" id="{C0936C1B-0C10-464B-85C8-345095AAB37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18859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Straight Connector 132">
              <a:extLst>
                <a:ext uri="{FF2B5EF4-FFF2-40B4-BE49-F238E27FC236}">
                  <a16:creationId xmlns:a16="http://schemas.microsoft.com/office/drawing/2014/main" id="{DB90EC61-FD0C-434A-9D1B-A20035C214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18803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Straight Connector 133">
              <a:extLst>
                <a:ext uri="{FF2B5EF4-FFF2-40B4-BE49-F238E27FC236}">
                  <a16:creationId xmlns:a16="http://schemas.microsoft.com/office/drawing/2014/main" id="{A5F5CC56-1FDA-4D3E-9C6E-8E996026C38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18747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Straight Connector 134">
              <a:extLst>
                <a:ext uri="{FF2B5EF4-FFF2-40B4-BE49-F238E27FC236}">
                  <a16:creationId xmlns:a16="http://schemas.microsoft.com/office/drawing/2014/main" id="{272B8FB2-B735-480F-9A88-48AADB2227E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18690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Straight Connector 135">
              <a:extLst>
                <a:ext uri="{FF2B5EF4-FFF2-40B4-BE49-F238E27FC236}">
                  <a16:creationId xmlns:a16="http://schemas.microsoft.com/office/drawing/2014/main" id="{85B46C1B-4FC4-4E24-AC43-07940BE1E6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18634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Straight Connector 136">
              <a:extLst>
                <a:ext uri="{FF2B5EF4-FFF2-40B4-BE49-F238E27FC236}">
                  <a16:creationId xmlns:a16="http://schemas.microsoft.com/office/drawing/2014/main" id="{C34915AF-0AE3-4EDD-8681-4C3F2C592B9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Straight Connector 137">
              <a:extLst>
                <a:ext uri="{FF2B5EF4-FFF2-40B4-BE49-F238E27FC236}">
                  <a16:creationId xmlns:a16="http://schemas.microsoft.com/office/drawing/2014/main" id="{5C35A3F3-714E-4F69-9BDF-8ED284EF29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Straight Connector 138">
              <a:extLst>
                <a:ext uri="{FF2B5EF4-FFF2-40B4-BE49-F238E27FC236}">
                  <a16:creationId xmlns:a16="http://schemas.microsoft.com/office/drawing/2014/main" id="{03D561AC-B0B1-47EB-BE05-209F5612B70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2890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Straight Connector 139">
              <a:extLst>
                <a:ext uri="{FF2B5EF4-FFF2-40B4-BE49-F238E27FC236}">
                  <a16:creationId xmlns:a16="http://schemas.microsoft.com/office/drawing/2014/main" id="{D3508E52-4FD9-4E6D-AFEA-69A88ED268E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8609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1" name="Straight Connector 140">
              <a:extLst>
                <a:ext uri="{FF2B5EF4-FFF2-40B4-BE49-F238E27FC236}">
                  <a16:creationId xmlns:a16="http://schemas.microsoft.com/office/drawing/2014/main" id="{C69DDE76-16F7-472F-B6D7-84AE8FFF31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4328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Straight Connector 141">
              <a:extLst>
                <a:ext uri="{FF2B5EF4-FFF2-40B4-BE49-F238E27FC236}">
                  <a16:creationId xmlns:a16="http://schemas.microsoft.com/office/drawing/2014/main" id="{B2D87BEF-8844-4A3E-B130-B7D26740CC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40047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Straight Connector 142">
              <a:extLst>
                <a:ext uri="{FF2B5EF4-FFF2-40B4-BE49-F238E27FC236}">
                  <a16:creationId xmlns:a16="http://schemas.microsoft.com/office/drawing/2014/main" id="{BB381129-2089-4EAA-AE6C-2BAA96BC82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95766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4" name="Straight Connector 143">
              <a:extLst>
                <a:ext uri="{FF2B5EF4-FFF2-40B4-BE49-F238E27FC236}">
                  <a16:creationId xmlns:a16="http://schemas.microsoft.com/office/drawing/2014/main" id="{5B69BF7A-FA63-4706-8066-DF15018E66F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51485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id="{6A3ECB71-0CCD-403F-B14B-ABC48D78CD4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07204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Straight Connector 145">
              <a:extLst>
                <a:ext uri="{FF2B5EF4-FFF2-40B4-BE49-F238E27FC236}">
                  <a16:creationId xmlns:a16="http://schemas.microsoft.com/office/drawing/2014/main" id="{D9095BBA-0FE1-49E5-89F7-22125BAF87A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62923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Straight Connector 146">
              <a:extLst>
                <a:ext uri="{FF2B5EF4-FFF2-40B4-BE49-F238E27FC236}">
                  <a16:creationId xmlns:a16="http://schemas.microsoft.com/office/drawing/2014/main" id="{B55351D8-6F27-4B82-968B-581B177CB4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18642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Straight Connector 147">
              <a:extLst>
                <a:ext uri="{FF2B5EF4-FFF2-40B4-BE49-F238E27FC236}">
                  <a16:creationId xmlns:a16="http://schemas.microsoft.com/office/drawing/2014/main" id="{351025A5-EB5A-4057-A85E-69AF0E6BE6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7436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Straight Connector 148">
              <a:extLst>
                <a:ext uri="{FF2B5EF4-FFF2-40B4-BE49-F238E27FC236}">
                  <a16:creationId xmlns:a16="http://schemas.microsoft.com/office/drawing/2014/main" id="{5030318B-EEB9-4D92-BC50-D115109898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0" name="Straight Connector 149">
              <a:extLst>
                <a:ext uri="{FF2B5EF4-FFF2-40B4-BE49-F238E27FC236}">
                  <a16:creationId xmlns:a16="http://schemas.microsoft.com/office/drawing/2014/main" id="{417FC0E3-7CC7-4188-BC7A-7E8FB55649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248400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966DC91D-DB0C-DCF0-32F4-C57739AAF6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9" y="168275"/>
            <a:ext cx="12188952" cy="2574923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5400" dirty="0">
                <a:solidFill>
                  <a:schemeClr val="tx2"/>
                </a:solidFill>
              </a:rPr>
              <a:t>For each </a:t>
            </a:r>
            <a:r>
              <a:rPr lang="en-US" sz="5400" dirty="0">
                <a:solidFill>
                  <a:schemeClr val="accent5"/>
                </a:solidFill>
              </a:rPr>
              <a:t>flight</a:t>
            </a:r>
            <a:r>
              <a:rPr lang="en-US" sz="5400" dirty="0">
                <a:solidFill>
                  <a:schemeClr val="tx2"/>
                </a:solidFill>
              </a:rPr>
              <a:t>, how </a:t>
            </a:r>
            <a:r>
              <a:rPr lang="en-US" sz="5400" dirty="0">
                <a:solidFill>
                  <a:srgbClr val="FF0000"/>
                </a:solidFill>
              </a:rPr>
              <a:t>full</a:t>
            </a:r>
            <a:r>
              <a:rPr lang="en-US" sz="5400" dirty="0">
                <a:solidFill>
                  <a:schemeClr val="tx2"/>
                </a:solidFill>
              </a:rPr>
              <a:t> is it?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F1690B2-AA49-08C4-4F83-B4E5F934BDD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34905" y="2954226"/>
            <a:ext cx="9479085" cy="3293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8776909"/>
      </p:ext>
    </p:extLst>
  </p:cSld>
  <p:clrMapOvr>
    <a:masterClrMapping/>
  </p:clrMapOvr>
  <p:transition spd="slow">
    <p:push dir="u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4798C7F-C8CA-4799-BF37-3AB4642CDB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7162F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1"/>
              </a:solidFill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7F0794B-55D3-4D2D-BDE7-4688ED321E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BE4C795B-1813-4CC6-B03F-8DD130BEAAB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E0F4C04D-5CD8-446B-BE3D-257172E6E4C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FDDC802E-606F-4F39-84B6-90DF0FE5446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2C5B0C75-0136-4A39-9AB6-0F02C452781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C5ED2B52-3D40-46DE-8B54-99A4071578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196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18BCEC75-1B6B-45B2-8041-8D933FCF60F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9140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6A2FC789-056A-43CC-807E-4262CDC3E0F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9084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48C32FD3-76B0-40E7-89F2-E9C523210A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9028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B82E9447-8362-426C-840A-B6F2231F7BC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8971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2F141DC8-83CE-4C21-A5BA-E2FFF3D866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18915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512A697C-ECBC-40A9-AC69-BF96A34B91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18859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D2E988AF-5EFB-43D3-B93F-6E4F41A2C90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18803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6B312C1B-AAE2-4A6D-ACC7-ABAA75D4285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18747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57B96146-61DA-44D6-A9DF-6DB41FCF2D8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18690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6B33F93D-4439-46EE-97C4-9CECAAFDCF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18634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5914B275-A3D7-4BA4-B8CB-E7657100F3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BD26EF3B-FBE7-4D57-8E01-553F50734A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6CC1E671-BA54-4B31-9A2E-8F50BC57A2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2890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836A704-3624-4ABF-9A67-0F52C2F3EFB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8609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5FDC385D-BA34-481F-A991-A776E0B193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4328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F1EF033A-D8FB-416B-AE51-4E098A27D68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40047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17C17B48-F458-4E9B-9331-56FCDC5B6A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95766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07E44A4B-D453-46F0-A83D-AF0B33D5C5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51485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346BEA9F-314B-440D-AE8D-21E1252EC5A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07204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F15EAFD0-4869-4612-ACDE-ABC703104E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62923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A0F26706-7F23-4FF0-9CAF-F3C4F47C11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18642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C0195A72-345A-4E88-8D71-14DB3D1B607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7436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0DBF51A6-A3BC-49FE-BB01-E8992811774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A78DF911-744C-419B-83DC-39F270BBF41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248400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216BB147-20D5-4D93-BDA5-1BC614D6A4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6214" y="5014716"/>
            <a:ext cx="2800124" cy="1843284"/>
          </a:xfrm>
          <a:custGeom>
            <a:avLst/>
            <a:gdLst>
              <a:gd name="connsiteX0" fmla="*/ 375358 w 2800124"/>
              <a:gd name="connsiteY0" fmla="*/ 0 h 1843284"/>
              <a:gd name="connsiteX1" fmla="*/ 2781298 w 2800124"/>
              <a:gd name="connsiteY1" fmla="*/ 1770066 h 1843284"/>
              <a:gd name="connsiteX2" fmla="*/ 2800124 w 2800124"/>
              <a:gd name="connsiteY2" fmla="*/ 1843284 h 1843284"/>
              <a:gd name="connsiteX3" fmla="*/ 1987869 w 2800124"/>
              <a:gd name="connsiteY3" fmla="*/ 1843284 h 1843284"/>
              <a:gd name="connsiteX4" fmla="*/ 1986195 w 2800124"/>
              <a:gd name="connsiteY4" fmla="*/ 1838711 h 1843284"/>
              <a:gd name="connsiteX5" fmla="*/ 375357 w 2800124"/>
              <a:gd name="connsiteY5" fmla="*/ 770976 h 1843284"/>
              <a:gd name="connsiteX6" fmla="*/ 23030 w 2800124"/>
              <a:gd name="connsiteY6" fmla="*/ 806494 h 1843284"/>
              <a:gd name="connsiteX7" fmla="*/ 0 w 2800124"/>
              <a:gd name="connsiteY7" fmla="*/ 812415 h 1843284"/>
              <a:gd name="connsiteX8" fmla="*/ 0 w 2800124"/>
              <a:gd name="connsiteY8" fmla="*/ 30983 h 1843284"/>
              <a:gd name="connsiteX9" fmla="*/ 117785 w 2800124"/>
              <a:gd name="connsiteY9" fmla="*/ 13007 h 1843284"/>
              <a:gd name="connsiteX10" fmla="*/ 375358 w 2800124"/>
              <a:gd name="connsiteY10" fmla="*/ 0 h 18432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800124" h="1843284">
                <a:moveTo>
                  <a:pt x="375358" y="0"/>
                </a:moveTo>
                <a:cubicBezTo>
                  <a:pt x="1505802" y="0"/>
                  <a:pt x="2462339" y="744579"/>
                  <a:pt x="2781298" y="1770066"/>
                </a:cubicBezTo>
                <a:lnTo>
                  <a:pt x="2800124" y="1843284"/>
                </a:lnTo>
                <a:lnTo>
                  <a:pt x="1987869" y="1843284"/>
                </a:lnTo>
                <a:lnTo>
                  <a:pt x="1986195" y="1838711"/>
                </a:lnTo>
                <a:cubicBezTo>
                  <a:pt x="1720801" y="1211248"/>
                  <a:pt x="1099494" y="770976"/>
                  <a:pt x="375357" y="770976"/>
                </a:cubicBezTo>
                <a:cubicBezTo>
                  <a:pt x="254668" y="770976"/>
                  <a:pt x="136835" y="783206"/>
                  <a:pt x="23030" y="806494"/>
                </a:cubicBezTo>
                <a:lnTo>
                  <a:pt x="0" y="812415"/>
                </a:lnTo>
                <a:lnTo>
                  <a:pt x="0" y="30983"/>
                </a:lnTo>
                <a:lnTo>
                  <a:pt x="117785" y="13007"/>
                </a:lnTo>
                <a:cubicBezTo>
                  <a:pt x="202473" y="4406"/>
                  <a:pt x="288401" y="0"/>
                  <a:pt x="375358" y="0"/>
                </a:cubicBezTo>
                <a:close/>
              </a:path>
            </a:pathLst>
          </a:custGeom>
          <a:solidFill>
            <a:schemeClr val="accent5">
              <a:lumMod val="75000"/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5" name="Freeform: Shape 44">
            <a:extLst>
              <a:ext uri="{FF2B5EF4-FFF2-40B4-BE49-F238E27FC236}">
                <a16:creationId xmlns:a16="http://schemas.microsoft.com/office/drawing/2014/main" id="{0A253F60-DE40-4508-A37A-61331DF1D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979728" y="0"/>
            <a:ext cx="4209224" cy="1650549"/>
          </a:xfrm>
          <a:custGeom>
            <a:avLst/>
            <a:gdLst>
              <a:gd name="connsiteX0" fmla="*/ 0 w 4209224"/>
              <a:gd name="connsiteY0" fmla="*/ 0 h 1650549"/>
              <a:gd name="connsiteX1" fmla="*/ 846445 w 4209224"/>
              <a:gd name="connsiteY1" fmla="*/ 0 h 1650549"/>
              <a:gd name="connsiteX2" fmla="*/ 912542 w 4209224"/>
              <a:gd name="connsiteY2" fmla="*/ 108799 h 1650549"/>
              <a:gd name="connsiteX3" fmla="*/ 2362195 w 4209224"/>
              <a:gd name="connsiteY3" fmla="*/ 879573 h 1650549"/>
              <a:gd name="connsiteX4" fmla="*/ 3811848 w 4209224"/>
              <a:gd name="connsiteY4" fmla="*/ 108799 h 1650549"/>
              <a:gd name="connsiteX5" fmla="*/ 3877945 w 4209224"/>
              <a:gd name="connsiteY5" fmla="*/ 0 h 1650549"/>
              <a:gd name="connsiteX6" fmla="*/ 4209224 w 4209224"/>
              <a:gd name="connsiteY6" fmla="*/ 0 h 1650549"/>
              <a:gd name="connsiteX7" fmla="*/ 4209224 w 4209224"/>
              <a:gd name="connsiteY7" fmla="*/ 840421 h 1650549"/>
              <a:gd name="connsiteX8" fmla="*/ 4143538 w 4209224"/>
              <a:gd name="connsiteY8" fmla="*/ 912693 h 1650549"/>
              <a:gd name="connsiteX9" fmla="*/ 2362196 w 4209224"/>
              <a:gd name="connsiteY9" fmla="*/ 1650549 h 1650549"/>
              <a:gd name="connsiteX10" fmla="*/ 40969 w 4209224"/>
              <a:gd name="connsiteY10" fmla="*/ 111937 h 16505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209224" h="1650549">
                <a:moveTo>
                  <a:pt x="0" y="0"/>
                </a:moveTo>
                <a:lnTo>
                  <a:pt x="846445" y="0"/>
                </a:lnTo>
                <a:lnTo>
                  <a:pt x="912542" y="108799"/>
                </a:lnTo>
                <a:cubicBezTo>
                  <a:pt x="1226710" y="573829"/>
                  <a:pt x="1758748" y="879573"/>
                  <a:pt x="2362195" y="879573"/>
                </a:cubicBezTo>
                <a:cubicBezTo>
                  <a:pt x="2965642" y="879573"/>
                  <a:pt x="3497680" y="573829"/>
                  <a:pt x="3811848" y="108799"/>
                </a:cubicBezTo>
                <a:lnTo>
                  <a:pt x="3877945" y="0"/>
                </a:lnTo>
                <a:lnTo>
                  <a:pt x="4209224" y="0"/>
                </a:lnTo>
                <a:lnTo>
                  <a:pt x="4209224" y="840421"/>
                </a:lnTo>
                <a:lnTo>
                  <a:pt x="4143538" y="912693"/>
                </a:lnTo>
                <a:cubicBezTo>
                  <a:pt x="3687653" y="1368578"/>
                  <a:pt x="3057854" y="1650549"/>
                  <a:pt x="2362196" y="1650549"/>
                </a:cubicBezTo>
                <a:cubicBezTo>
                  <a:pt x="1318710" y="1650549"/>
                  <a:pt x="423404" y="1016115"/>
                  <a:pt x="40969" y="111937"/>
                </a:cubicBezTo>
                <a:close/>
              </a:path>
            </a:pathLst>
          </a:custGeom>
          <a:solidFill>
            <a:schemeClr val="accent5">
              <a:lumMod val="60000"/>
              <a:lumOff val="4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3BBF3378-C49E-4B97-A883-6393FBF18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7162F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1"/>
              </a:solidFill>
            </a:endParaRPr>
          </a:p>
        </p:txBody>
      </p:sp>
      <p:grpSp>
        <p:nvGrpSpPr>
          <p:cNvPr id="49" name="Group 48">
            <a:extLst>
              <a:ext uri="{FF2B5EF4-FFF2-40B4-BE49-F238E27FC236}">
                <a16:creationId xmlns:a16="http://schemas.microsoft.com/office/drawing/2014/main" id="{DA3D4001-286E-4CB2-B293-3058BDDC82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F81F6D9A-C297-4D43-A56B-E097477E91F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BBD5299F-3CBD-431D-A276-1F6EBDE639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0579A460-D36C-4808-99FD-224968EC8DC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4FACC58E-31A5-41E4-BCE1-9A0FF26F19B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43EE866F-1BA5-4009-983D-0A270F2651C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196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1E7DADAE-DB0C-47E3-AE16-C7B09A32699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9140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EAB89127-DBEE-47FB-951F-C4FEBC41E9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9084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368F6061-E9B4-4C8B-B421-CB81EF37158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9028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54F431D3-EEE6-4416-BA2B-7B8942561C5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8971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C3A1230D-F162-470F-B26A-44F48789FC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18915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1128856B-8BFD-40E1-993B-93F4DDEEC05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18859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0AD4C0C2-878C-4A6F-998A-CDDC31ACDB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18803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7EE0349E-7D03-4F4E-BCAA-D6BAC3E057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18747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FD4A5BD7-7EA2-4F4A-A88B-240C626054D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18690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A5DE89C9-D993-4FE5-9E60-4816CB1A6F1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18634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3574CA6C-639F-41A6-AED3-15C0E0E1B63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B3864BFB-5F88-4311-A2A0-12D067F91EC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09B3E436-97A2-4763-9E55-2C470DF17D0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2890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8462A8CC-9918-4941-9B4A-36FB3F8531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8609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B0671973-544E-4370-8DB9-174DAB82F9E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4328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B5505BD9-45DD-4763-90CB-FB9DB066152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40047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3022B701-1894-49C5-A67C-6B8377C7C5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95766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90501CD9-45DC-4009-A410-08DB27A8742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51485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00BD35CA-BF52-4F44-B789-E3B98042D85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07204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25AED4B0-30B1-4E36-86A4-42C2A918100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62923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DA1A0260-34D8-4474-8C33-ED80F83092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18642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FDCCA183-C630-4855-8BD6-0E4EEE59FCE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7436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Straight Connector 76">
              <a:extLst>
                <a:ext uri="{FF2B5EF4-FFF2-40B4-BE49-F238E27FC236}">
                  <a16:creationId xmlns:a16="http://schemas.microsoft.com/office/drawing/2014/main" id="{843E8B9F-C809-423A-ADAA-80CE5C0711C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Straight Connector 77">
              <a:extLst>
                <a:ext uri="{FF2B5EF4-FFF2-40B4-BE49-F238E27FC236}">
                  <a16:creationId xmlns:a16="http://schemas.microsoft.com/office/drawing/2014/main" id="{2621EBC9-CEB1-4BA5-82D6-9944A3C123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248400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EB68BB96-3C54-47CE-A559-16FC5968EE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6214" y="5014716"/>
            <a:ext cx="2800124" cy="1843284"/>
          </a:xfrm>
          <a:custGeom>
            <a:avLst/>
            <a:gdLst>
              <a:gd name="connsiteX0" fmla="*/ 375358 w 2800124"/>
              <a:gd name="connsiteY0" fmla="*/ 0 h 1843284"/>
              <a:gd name="connsiteX1" fmla="*/ 2781298 w 2800124"/>
              <a:gd name="connsiteY1" fmla="*/ 1770066 h 1843284"/>
              <a:gd name="connsiteX2" fmla="*/ 2800124 w 2800124"/>
              <a:gd name="connsiteY2" fmla="*/ 1843284 h 1843284"/>
              <a:gd name="connsiteX3" fmla="*/ 1987869 w 2800124"/>
              <a:gd name="connsiteY3" fmla="*/ 1843284 h 1843284"/>
              <a:gd name="connsiteX4" fmla="*/ 1986195 w 2800124"/>
              <a:gd name="connsiteY4" fmla="*/ 1838711 h 1843284"/>
              <a:gd name="connsiteX5" fmla="*/ 375357 w 2800124"/>
              <a:gd name="connsiteY5" fmla="*/ 770976 h 1843284"/>
              <a:gd name="connsiteX6" fmla="*/ 23030 w 2800124"/>
              <a:gd name="connsiteY6" fmla="*/ 806494 h 1843284"/>
              <a:gd name="connsiteX7" fmla="*/ 0 w 2800124"/>
              <a:gd name="connsiteY7" fmla="*/ 812415 h 1843284"/>
              <a:gd name="connsiteX8" fmla="*/ 0 w 2800124"/>
              <a:gd name="connsiteY8" fmla="*/ 30983 h 1843284"/>
              <a:gd name="connsiteX9" fmla="*/ 117785 w 2800124"/>
              <a:gd name="connsiteY9" fmla="*/ 13007 h 1843284"/>
              <a:gd name="connsiteX10" fmla="*/ 375358 w 2800124"/>
              <a:gd name="connsiteY10" fmla="*/ 0 h 18432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800124" h="1843284">
                <a:moveTo>
                  <a:pt x="375358" y="0"/>
                </a:moveTo>
                <a:cubicBezTo>
                  <a:pt x="1505802" y="0"/>
                  <a:pt x="2462339" y="744579"/>
                  <a:pt x="2781298" y="1770066"/>
                </a:cubicBezTo>
                <a:lnTo>
                  <a:pt x="2800124" y="1843284"/>
                </a:lnTo>
                <a:lnTo>
                  <a:pt x="1987869" y="1843284"/>
                </a:lnTo>
                <a:lnTo>
                  <a:pt x="1986195" y="1838711"/>
                </a:lnTo>
                <a:cubicBezTo>
                  <a:pt x="1720801" y="1211248"/>
                  <a:pt x="1099494" y="770976"/>
                  <a:pt x="375357" y="770976"/>
                </a:cubicBezTo>
                <a:cubicBezTo>
                  <a:pt x="254668" y="770976"/>
                  <a:pt x="136835" y="783206"/>
                  <a:pt x="23030" y="806494"/>
                </a:cubicBezTo>
                <a:lnTo>
                  <a:pt x="0" y="812415"/>
                </a:lnTo>
                <a:lnTo>
                  <a:pt x="0" y="30983"/>
                </a:lnTo>
                <a:lnTo>
                  <a:pt x="117785" y="13007"/>
                </a:lnTo>
                <a:cubicBezTo>
                  <a:pt x="202473" y="4406"/>
                  <a:pt x="288401" y="0"/>
                  <a:pt x="375358" y="0"/>
                </a:cubicBezTo>
                <a:close/>
              </a:path>
            </a:pathLst>
          </a:cu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grpSp>
        <p:nvGrpSpPr>
          <p:cNvPr id="82" name="Group 81">
            <a:extLst>
              <a:ext uri="{FF2B5EF4-FFF2-40B4-BE49-F238E27FC236}">
                <a16:creationId xmlns:a16="http://schemas.microsoft.com/office/drawing/2014/main" id="{BDDD9304-3AB6-4BE9-833E-9C1B3EC421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83" name="Straight Connector 82">
              <a:extLst>
                <a:ext uri="{FF2B5EF4-FFF2-40B4-BE49-F238E27FC236}">
                  <a16:creationId xmlns:a16="http://schemas.microsoft.com/office/drawing/2014/main" id="{C7756000-2285-4D38-AD2B-91F47CF8B54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2F7A36A8-4BBE-49D8-94DA-606561AC09A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Straight Connector 84">
              <a:extLst>
                <a:ext uri="{FF2B5EF4-FFF2-40B4-BE49-F238E27FC236}">
                  <a16:creationId xmlns:a16="http://schemas.microsoft.com/office/drawing/2014/main" id="{961EE45E-0342-4F26-8CD3-85CDDF7E5A4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89C5DC0E-03C0-4CEB-AD10-3A3C9999483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Straight Connector 86">
              <a:extLst>
                <a:ext uri="{FF2B5EF4-FFF2-40B4-BE49-F238E27FC236}">
                  <a16:creationId xmlns:a16="http://schemas.microsoft.com/office/drawing/2014/main" id="{2E1CE081-E685-46D4-BAF7-54C65BD823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196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Straight Connector 87">
              <a:extLst>
                <a:ext uri="{FF2B5EF4-FFF2-40B4-BE49-F238E27FC236}">
                  <a16:creationId xmlns:a16="http://schemas.microsoft.com/office/drawing/2014/main" id="{5486C88F-30DD-46C8-9B05-F885D4EB073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9140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Straight Connector 88">
              <a:extLst>
                <a:ext uri="{FF2B5EF4-FFF2-40B4-BE49-F238E27FC236}">
                  <a16:creationId xmlns:a16="http://schemas.microsoft.com/office/drawing/2014/main" id="{290BAD11-B30B-49DE-A566-E21BCDDCFA2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9084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Straight Connector 89">
              <a:extLst>
                <a:ext uri="{FF2B5EF4-FFF2-40B4-BE49-F238E27FC236}">
                  <a16:creationId xmlns:a16="http://schemas.microsoft.com/office/drawing/2014/main" id="{31F821CC-6C37-4415-8DA6-EF6B42D876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9028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C9ECD1FB-7FE8-477E-8E90-648AE4E932C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8971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Straight Connector 91">
              <a:extLst>
                <a:ext uri="{FF2B5EF4-FFF2-40B4-BE49-F238E27FC236}">
                  <a16:creationId xmlns:a16="http://schemas.microsoft.com/office/drawing/2014/main" id="{381C9DD8-7FF3-44E6-9887-1CE07DBD95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18915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654D87AF-08CE-4125-AF4B-8C8A9D340B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18859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F3C9C908-1A58-4E28-969E-48E9BA61BB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18803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Straight Connector 94">
              <a:extLst>
                <a:ext uri="{FF2B5EF4-FFF2-40B4-BE49-F238E27FC236}">
                  <a16:creationId xmlns:a16="http://schemas.microsoft.com/office/drawing/2014/main" id="{3530AEF7-35DB-44E3-93EB-B3F0FBA9E5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18747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6108D15E-72F2-45D7-9050-8322CB1F844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18690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CC764F43-FB23-49CB-B2CA-ACFBFB412A2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18634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Connector 97">
              <a:extLst>
                <a:ext uri="{FF2B5EF4-FFF2-40B4-BE49-F238E27FC236}">
                  <a16:creationId xmlns:a16="http://schemas.microsoft.com/office/drawing/2014/main" id="{64C60457-68FC-4E1F-9ABB-E79094AEB11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22C915FB-0611-4283-8EC1-88510A69FC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Straight Connector 99">
              <a:extLst>
                <a:ext uri="{FF2B5EF4-FFF2-40B4-BE49-F238E27FC236}">
                  <a16:creationId xmlns:a16="http://schemas.microsoft.com/office/drawing/2014/main" id="{3CF80AC6-E542-456F-BEE8-E9CF46AC219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2890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9EC6EED6-01FF-4941-A4AB-224D26EE11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8609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F8D16FF7-D5D7-4A97-BB5E-A069EF13A41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4328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Straight Connector 102">
              <a:extLst>
                <a:ext uri="{FF2B5EF4-FFF2-40B4-BE49-F238E27FC236}">
                  <a16:creationId xmlns:a16="http://schemas.microsoft.com/office/drawing/2014/main" id="{D703DF22-27D8-481B-95B5-A4A7A62066A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40047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Straight Connector 103">
              <a:extLst>
                <a:ext uri="{FF2B5EF4-FFF2-40B4-BE49-F238E27FC236}">
                  <a16:creationId xmlns:a16="http://schemas.microsoft.com/office/drawing/2014/main" id="{1F7256DA-C9DD-498F-A3B4-789819FE4C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95766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EBEBA9FF-8036-4656-B1F1-87953464DCE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51485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Straight Connector 105">
              <a:extLst>
                <a:ext uri="{FF2B5EF4-FFF2-40B4-BE49-F238E27FC236}">
                  <a16:creationId xmlns:a16="http://schemas.microsoft.com/office/drawing/2014/main" id="{575DABD2-EA79-4547-AFC6-53720AB60E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07204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Straight Connector 106">
              <a:extLst>
                <a:ext uri="{FF2B5EF4-FFF2-40B4-BE49-F238E27FC236}">
                  <a16:creationId xmlns:a16="http://schemas.microsoft.com/office/drawing/2014/main" id="{3060E1B5-52C7-4314-98B0-3AE8A0B6301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62923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Straight Connector 107">
              <a:extLst>
                <a:ext uri="{FF2B5EF4-FFF2-40B4-BE49-F238E27FC236}">
                  <a16:creationId xmlns:a16="http://schemas.microsoft.com/office/drawing/2014/main" id="{033D416E-D8B5-4097-B7F0-1BA0357D367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18642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Straight Connector 108">
              <a:extLst>
                <a:ext uri="{FF2B5EF4-FFF2-40B4-BE49-F238E27FC236}">
                  <a16:creationId xmlns:a16="http://schemas.microsoft.com/office/drawing/2014/main" id="{A5862DFC-3406-4DC9-AA41-0CE64748AF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7436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Straight Connector 109">
              <a:extLst>
                <a:ext uri="{FF2B5EF4-FFF2-40B4-BE49-F238E27FC236}">
                  <a16:creationId xmlns:a16="http://schemas.microsoft.com/office/drawing/2014/main" id="{3C908427-368C-4792-A5E5-313F77FF28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88CB189E-908B-495D-B023-05D3D2C1B41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248400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 useBgFill="1">
        <p:nvSpPr>
          <p:cNvPr id="113" name="Rectangle 112">
            <a:extLst>
              <a:ext uri="{FF2B5EF4-FFF2-40B4-BE49-F238E27FC236}">
                <a16:creationId xmlns:a16="http://schemas.microsoft.com/office/drawing/2014/main" id="{A173122F-D466-4F08-90FA-0038F7AC21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115" name="Rectangle 114">
            <a:extLst>
              <a:ext uri="{FF2B5EF4-FFF2-40B4-BE49-F238E27FC236}">
                <a16:creationId xmlns:a16="http://schemas.microsoft.com/office/drawing/2014/main" id="{4A929113-1368-4B1B-9C6F-140F47CBF4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bg2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117" name="Right Triangle 116">
            <a:extLst>
              <a:ext uri="{FF2B5EF4-FFF2-40B4-BE49-F238E27FC236}">
                <a16:creationId xmlns:a16="http://schemas.microsoft.com/office/drawing/2014/main" id="{C24346C5-B1C8-4C83-846B-122A3B4B2F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3500000">
            <a:off x="-265270" y="1555699"/>
            <a:ext cx="568289" cy="568289"/>
          </a:xfrm>
          <a:prstGeom prst="rtTriangle">
            <a:avLst/>
          </a:prstGeom>
          <a:solidFill>
            <a:schemeClr val="bg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Freeform: Shape 118">
            <a:extLst>
              <a:ext uri="{FF2B5EF4-FFF2-40B4-BE49-F238E27FC236}">
                <a16:creationId xmlns:a16="http://schemas.microsoft.com/office/drawing/2014/main" id="{0B6C48B2-8296-4312-8901-93BB7735D1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6215" y="4554328"/>
            <a:ext cx="12197917" cy="2303672"/>
          </a:xfrm>
          <a:custGeom>
            <a:avLst/>
            <a:gdLst>
              <a:gd name="connsiteX0" fmla="*/ 8951169 w 12178450"/>
              <a:gd name="connsiteY0" fmla="*/ 32 h 2001622"/>
              <a:gd name="connsiteX1" fmla="*/ 11653845 w 12178450"/>
              <a:gd name="connsiteY1" fmla="*/ 209874 h 2001622"/>
              <a:gd name="connsiteX2" fmla="*/ 12178450 w 12178450"/>
              <a:gd name="connsiteY2" fmla="*/ 286723 h 2001622"/>
              <a:gd name="connsiteX3" fmla="*/ 12178450 w 12178450"/>
              <a:gd name="connsiteY3" fmla="*/ 2001622 h 2001622"/>
              <a:gd name="connsiteX4" fmla="*/ 0 w 12178450"/>
              <a:gd name="connsiteY4" fmla="*/ 2001622 h 2001622"/>
              <a:gd name="connsiteX5" fmla="*/ 0 w 12178450"/>
              <a:gd name="connsiteY5" fmla="*/ 1010979 h 2001622"/>
              <a:gd name="connsiteX6" fmla="*/ 8951169 w 12178450"/>
              <a:gd name="connsiteY6" fmla="*/ 32 h 20016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78450" h="2001622">
                <a:moveTo>
                  <a:pt x="8951169" y="32"/>
                </a:moveTo>
                <a:cubicBezTo>
                  <a:pt x="9704520" y="1593"/>
                  <a:pt x="10578586" y="62133"/>
                  <a:pt x="11653845" y="209874"/>
                </a:cubicBezTo>
                <a:lnTo>
                  <a:pt x="12178450" y="286723"/>
                </a:lnTo>
                <a:lnTo>
                  <a:pt x="12178450" y="2001622"/>
                </a:lnTo>
                <a:lnTo>
                  <a:pt x="0" y="2001622"/>
                </a:lnTo>
                <a:lnTo>
                  <a:pt x="0" y="1010979"/>
                </a:lnTo>
                <a:cubicBezTo>
                  <a:pt x="4768989" y="1010979"/>
                  <a:pt x="5812206" y="-6472"/>
                  <a:pt x="8951169" y="32"/>
                </a:cubicBezTo>
                <a:close/>
              </a:path>
            </a:pathLst>
          </a:custGeom>
          <a:solidFill>
            <a:schemeClr val="accent6">
              <a:lumMod val="20000"/>
              <a:lumOff val="8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90F28F7A-4F2F-4C1B-AF1C-A6E7C79532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122" name="Straight Connector 121">
              <a:extLst>
                <a:ext uri="{FF2B5EF4-FFF2-40B4-BE49-F238E27FC236}">
                  <a16:creationId xmlns:a16="http://schemas.microsoft.com/office/drawing/2014/main" id="{B23CC870-B5E9-475F-A625-9E862A6295C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Straight Connector 122">
              <a:extLst>
                <a:ext uri="{FF2B5EF4-FFF2-40B4-BE49-F238E27FC236}">
                  <a16:creationId xmlns:a16="http://schemas.microsoft.com/office/drawing/2014/main" id="{42A6B08C-017D-4B4D-95EC-4BB83C5541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Straight Connector 123">
              <a:extLst>
                <a:ext uri="{FF2B5EF4-FFF2-40B4-BE49-F238E27FC236}">
                  <a16:creationId xmlns:a16="http://schemas.microsoft.com/office/drawing/2014/main" id="{94599402-E1B8-4E3B-A56D-68606FC1EF4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Straight Connector 124">
              <a:extLst>
                <a:ext uri="{FF2B5EF4-FFF2-40B4-BE49-F238E27FC236}">
                  <a16:creationId xmlns:a16="http://schemas.microsoft.com/office/drawing/2014/main" id="{B720C48A-E9A0-4B85-A954-39375E0996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Straight Connector 125">
              <a:extLst>
                <a:ext uri="{FF2B5EF4-FFF2-40B4-BE49-F238E27FC236}">
                  <a16:creationId xmlns:a16="http://schemas.microsoft.com/office/drawing/2014/main" id="{B0E26956-FF2A-412E-ACC4-29CCD025991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196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Straight Connector 126">
              <a:extLst>
                <a:ext uri="{FF2B5EF4-FFF2-40B4-BE49-F238E27FC236}">
                  <a16:creationId xmlns:a16="http://schemas.microsoft.com/office/drawing/2014/main" id="{FB31E652-49AC-4108-85B8-75122A48A5F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9140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Straight Connector 127">
              <a:extLst>
                <a:ext uri="{FF2B5EF4-FFF2-40B4-BE49-F238E27FC236}">
                  <a16:creationId xmlns:a16="http://schemas.microsoft.com/office/drawing/2014/main" id="{DC1DB29F-0624-4035-B188-640616D5DE1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9084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Straight Connector 128">
              <a:extLst>
                <a:ext uri="{FF2B5EF4-FFF2-40B4-BE49-F238E27FC236}">
                  <a16:creationId xmlns:a16="http://schemas.microsoft.com/office/drawing/2014/main" id="{1D27221C-2427-4C99-89DC-1A38A54058A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9028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Straight Connector 129">
              <a:extLst>
                <a:ext uri="{FF2B5EF4-FFF2-40B4-BE49-F238E27FC236}">
                  <a16:creationId xmlns:a16="http://schemas.microsoft.com/office/drawing/2014/main" id="{2DBF1D76-8076-4BAE-B627-F1861C9E08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8971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Straight Connector 130">
              <a:extLst>
                <a:ext uri="{FF2B5EF4-FFF2-40B4-BE49-F238E27FC236}">
                  <a16:creationId xmlns:a16="http://schemas.microsoft.com/office/drawing/2014/main" id="{8E930E41-FC2F-4319-9C28-32C27843008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18915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Straight Connector 131">
              <a:extLst>
                <a:ext uri="{FF2B5EF4-FFF2-40B4-BE49-F238E27FC236}">
                  <a16:creationId xmlns:a16="http://schemas.microsoft.com/office/drawing/2014/main" id="{C0936C1B-0C10-464B-85C8-345095AAB37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18859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Straight Connector 132">
              <a:extLst>
                <a:ext uri="{FF2B5EF4-FFF2-40B4-BE49-F238E27FC236}">
                  <a16:creationId xmlns:a16="http://schemas.microsoft.com/office/drawing/2014/main" id="{DB90EC61-FD0C-434A-9D1B-A20035C214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18803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Straight Connector 133">
              <a:extLst>
                <a:ext uri="{FF2B5EF4-FFF2-40B4-BE49-F238E27FC236}">
                  <a16:creationId xmlns:a16="http://schemas.microsoft.com/office/drawing/2014/main" id="{A5F5CC56-1FDA-4D3E-9C6E-8E996026C38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18747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Straight Connector 134">
              <a:extLst>
                <a:ext uri="{FF2B5EF4-FFF2-40B4-BE49-F238E27FC236}">
                  <a16:creationId xmlns:a16="http://schemas.microsoft.com/office/drawing/2014/main" id="{272B8FB2-B735-480F-9A88-48AADB2227E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18690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Straight Connector 135">
              <a:extLst>
                <a:ext uri="{FF2B5EF4-FFF2-40B4-BE49-F238E27FC236}">
                  <a16:creationId xmlns:a16="http://schemas.microsoft.com/office/drawing/2014/main" id="{85B46C1B-4FC4-4E24-AC43-07940BE1E6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18634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Straight Connector 136">
              <a:extLst>
                <a:ext uri="{FF2B5EF4-FFF2-40B4-BE49-F238E27FC236}">
                  <a16:creationId xmlns:a16="http://schemas.microsoft.com/office/drawing/2014/main" id="{C34915AF-0AE3-4EDD-8681-4C3F2C592B9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Straight Connector 137">
              <a:extLst>
                <a:ext uri="{FF2B5EF4-FFF2-40B4-BE49-F238E27FC236}">
                  <a16:creationId xmlns:a16="http://schemas.microsoft.com/office/drawing/2014/main" id="{5C35A3F3-714E-4F69-9BDF-8ED284EF29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Straight Connector 138">
              <a:extLst>
                <a:ext uri="{FF2B5EF4-FFF2-40B4-BE49-F238E27FC236}">
                  <a16:creationId xmlns:a16="http://schemas.microsoft.com/office/drawing/2014/main" id="{03D561AC-B0B1-47EB-BE05-209F5612B70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2890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Straight Connector 139">
              <a:extLst>
                <a:ext uri="{FF2B5EF4-FFF2-40B4-BE49-F238E27FC236}">
                  <a16:creationId xmlns:a16="http://schemas.microsoft.com/office/drawing/2014/main" id="{D3508E52-4FD9-4E6D-AFEA-69A88ED268E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8609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1" name="Straight Connector 140">
              <a:extLst>
                <a:ext uri="{FF2B5EF4-FFF2-40B4-BE49-F238E27FC236}">
                  <a16:creationId xmlns:a16="http://schemas.microsoft.com/office/drawing/2014/main" id="{C69DDE76-16F7-472F-B6D7-84AE8FFF31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4328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Straight Connector 141">
              <a:extLst>
                <a:ext uri="{FF2B5EF4-FFF2-40B4-BE49-F238E27FC236}">
                  <a16:creationId xmlns:a16="http://schemas.microsoft.com/office/drawing/2014/main" id="{B2D87BEF-8844-4A3E-B130-B7D26740CC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40047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Straight Connector 142">
              <a:extLst>
                <a:ext uri="{FF2B5EF4-FFF2-40B4-BE49-F238E27FC236}">
                  <a16:creationId xmlns:a16="http://schemas.microsoft.com/office/drawing/2014/main" id="{BB381129-2089-4EAA-AE6C-2BAA96BC82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95766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4" name="Straight Connector 143">
              <a:extLst>
                <a:ext uri="{FF2B5EF4-FFF2-40B4-BE49-F238E27FC236}">
                  <a16:creationId xmlns:a16="http://schemas.microsoft.com/office/drawing/2014/main" id="{5B69BF7A-FA63-4706-8066-DF15018E66F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51485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id="{6A3ECB71-0CCD-403F-B14B-ABC48D78CD4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07204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Straight Connector 145">
              <a:extLst>
                <a:ext uri="{FF2B5EF4-FFF2-40B4-BE49-F238E27FC236}">
                  <a16:creationId xmlns:a16="http://schemas.microsoft.com/office/drawing/2014/main" id="{D9095BBA-0FE1-49E5-89F7-22125BAF87A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62923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Straight Connector 146">
              <a:extLst>
                <a:ext uri="{FF2B5EF4-FFF2-40B4-BE49-F238E27FC236}">
                  <a16:creationId xmlns:a16="http://schemas.microsoft.com/office/drawing/2014/main" id="{B55351D8-6F27-4B82-968B-581B177CB4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18642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Straight Connector 147">
              <a:extLst>
                <a:ext uri="{FF2B5EF4-FFF2-40B4-BE49-F238E27FC236}">
                  <a16:creationId xmlns:a16="http://schemas.microsoft.com/office/drawing/2014/main" id="{351025A5-EB5A-4057-A85E-69AF0E6BE6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7436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Straight Connector 148">
              <a:extLst>
                <a:ext uri="{FF2B5EF4-FFF2-40B4-BE49-F238E27FC236}">
                  <a16:creationId xmlns:a16="http://schemas.microsoft.com/office/drawing/2014/main" id="{5030318B-EEB9-4D92-BC50-D115109898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0" name="Straight Connector 149">
              <a:extLst>
                <a:ext uri="{FF2B5EF4-FFF2-40B4-BE49-F238E27FC236}">
                  <a16:creationId xmlns:a16="http://schemas.microsoft.com/office/drawing/2014/main" id="{417FC0E3-7CC7-4188-BC7A-7E8FB55649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248400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BBE30FE8-4CEE-0EF2-8E99-8EF5F469E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3142" y="1049896"/>
            <a:ext cx="10847204" cy="811682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dirty="0">
                <a:solidFill>
                  <a:schemeClr val="tx2"/>
                </a:solidFill>
              </a:rPr>
              <a:t>Which </a:t>
            </a:r>
            <a:r>
              <a:rPr lang="en-US" sz="4000" dirty="0">
                <a:solidFill>
                  <a:schemeClr val="accent6"/>
                </a:solidFill>
              </a:rPr>
              <a:t>hotels</a:t>
            </a:r>
            <a:r>
              <a:rPr lang="en-US" sz="4000" dirty="0">
                <a:solidFill>
                  <a:schemeClr val="tx2"/>
                </a:solidFill>
              </a:rPr>
              <a:t> are guests actually </a:t>
            </a:r>
            <a:r>
              <a:rPr lang="en-US" sz="4000" dirty="0">
                <a:solidFill>
                  <a:srgbClr val="00B050"/>
                </a:solidFill>
              </a:rPr>
              <a:t>happy</a:t>
            </a:r>
            <a:r>
              <a:rPr lang="en-US" sz="4000" dirty="0">
                <a:solidFill>
                  <a:schemeClr val="tx2"/>
                </a:solidFill>
              </a:rPr>
              <a:t> with?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188360C-B01A-88D9-5431-A3647E82E0B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31076" y="2954226"/>
            <a:ext cx="8286743" cy="3293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7881319"/>
      </p:ext>
    </p:extLst>
  </p:cSld>
  <p:clrMapOvr>
    <a:masterClrMapping/>
  </p:clrMapOvr>
  <p:transition spd="slow">
    <p:push dir="u"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4798C7F-C8CA-4799-BF37-3AB4642CDB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7162F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1"/>
              </a:solidFill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7F0794B-55D3-4D2D-BDE7-4688ED321E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BE4C795B-1813-4CC6-B03F-8DD130BEAAB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E0F4C04D-5CD8-446B-BE3D-257172E6E4C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FDDC802E-606F-4F39-84B6-90DF0FE5446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2C5B0C75-0136-4A39-9AB6-0F02C452781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C5ED2B52-3D40-46DE-8B54-99A4071578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196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18BCEC75-1B6B-45B2-8041-8D933FCF60F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9140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6A2FC789-056A-43CC-807E-4262CDC3E0F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9084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48C32FD3-76B0-40E7-89F2-E9C523210A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9028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B82E9447-8362-426C-840A-B6F2231F7BC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8971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2F141DC8-83CE-4C21-A5BA-E2FFF3D866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18915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512A697C-ECBC-40A9-AC69-BF96A34B91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18859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D2E988AF-5EFB-43D3-B93F-6E4F41A2C90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18803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6B312C1B-AAE2-4A6D-ACC7-ABAA75D4285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18747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57B96146-61DA-44D6-A9DF-6DB41FCF2D8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18690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6B33F93D-4439-46EE-97C4-9CECAAFDCF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18634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5914B275-A3D7-4BA4-B8CB-E7657100F3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BD26EF3B-FBE7-4D57-8E01-553F50734A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6CC1E671-BA54-4B31-9A2E-8F50BC57A2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2890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836A704-3624-4ABF-9A67-0F52C2F3EFB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8609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5FDC385D-BA34-481F-A991-A776E0B193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4328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F1EF033A-D8FB-416B-AE51-4E098A27D68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40047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17C17B48-F458-4E9B-9331-56FCDC5B6A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95766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07E44A4B-D453-46F0-A83D-AF0B33D5C5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51485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346BEA9F-314B-440D-AE8D-21E1252EC5A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07204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F15EAFD0-4869-4612-ACDE-ABC703104E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62923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A0F26706-7F23-4FF0-9CAF-F3C4F47C11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18642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C0195A72-345A-4E88-8D71-14DB3D1B607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7436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0DBF51A6-A3BC-49FE-BB01-E8992811774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A78DF911-744C-419B-83DC-39F270BBF41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248400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216BB147-20D5-4D93-BDA5-1BC614D6A4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6214" y="5014716"/>
            <a:ext cx="2800124" cy="1843284"/>
          </a:xfrm>
          <a:custGeom>
            <a:avLst/>
            <a:gdLst>
              <a:gd name="connsiteX0" fmla="*/ 375358 w 2800124"/>
              <a:gd name="connsiteY0" fmla="*/ 0 h 1843284"/>
              <a:gd name="connsiteX1" fmla="*/ 2781298 w 2800124"/>
              <a:gd name="connsiteY1" fmla="*/ 1770066 h 1843284"/>
              <a:gd name="connsiteX2" fmla="*/ 2800124 w 2800124"/>
              <a:gd name="connsiteY2" fmla="*/ 1843284 h 1843284"/>
              <a:gd name="connsiteX3" fmla="*/ 1987869 w 2800124"/>
              <a:gd name="connsiteY3" fmla="*/ 1843284 h 1843284"/>
              <a:gd name="connsiteX4" fmla="*/ 1986195 w 2800124"/>
              <a:gd name="connsiteY4" fmla="*/ 1838711 h 1843284"/>
              <a:gd name="connsiteX5" fmla="*/ 375357 w 2800124"/>
              <a:gd name="connsiteY5" fmla="*/ 770976 h 1843284"/>
              <a:gd name="connsiteX6" fmla="*/ 23030 w 2800124"/>
              <a:gd name="connsiteY6" fmla="*/ 806494 h 1843284"/>
              <a:gd name="connsiteX7" fmla="*/ 0 w 2800124"/>
              <a:gd name="connsiteY7" fmla="*/ 812415 h 1843284"/>
              <a:gd name="connsiteX8" fmla="*/ 0 w 2800124"/>
              <a:gd name="connsiteY8" fmla="*/ 30983 h 1843284"/>
              <a:gd name="connsiteX9" fmla="*/ 117785 w 2800124"/>
              <a:gd name="connsiteY9" fmla="*/ 13007 h 1843284"/>
              <a:gd name="connsiteX10" fmla="*/ 375358 w 2800124"/>
              <a:gd name="connsiteY10" fmla="*/ 0 h 18432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800124" h="1843284">
                <a:moveTo>
                  <a:pt x="375358" y="0"/>
                </a:moveTo>
                <a:cubicBezTo>
                  <a:pt x="1505802" y="0"/>
                  <a:pt x="2462339" y="744579"/>
                  <a:pt x="2781298" y="1770066"/>
                </a:cubicBezTo>
                <a:lnTo>
                  <a:pt x="2800124" y="1843284"/>
                </a:lnTo>
                <a:lnTo>
                  <a:pt x="1987869" y="1843284"/>
                </a:lnTo>
                <a:lnTo>
                  <a:pt x="1986195" y="1838711"/>
                </a:lnTo>
                <a:cubicBezTo>
                  <a:pt x="1720801" y="1211248"/>
                  <a:pt x="1099494" y="770976"/>
                  <a:pt x="375357" y="770976"/>
                </a:cubicBezTo>
                <a:cubicBezTo>
                  <a:pt x="254668" y="770976"/>
                  <a:pt x="136835" y="783206"/>
                  <a:pt x="23030" y="806494"/>
                </a:cubicBezTo>
                <a:lnTo>
                  <a:pt x="0" y="812415"/>
                </a:lnTo>
                <a:lnTo>
                  <a:pt x="0" y="30983"/>
                </a:lnTo>
                <a:lnTo>
                  <a:pt x="117785" y="13007"/>
                </a:lnTo>
                <a:cubicBezTo>
                  <a:pt x="202473" y="4406"/>
                  <a:pt x="288401" y="0"/>
                  <a:pt x="375358" y="0"/>
                </a:cubicBezTo>
                <a:close/>
              </a:path>
            </a:pathLst>
          </a:custGeom>
          <a:solidFill>
            <a:schemeClr val="accent5">
              <a:lumMod val="75000"/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5" name="Freeform: Shape 44">
            <a:extLst>
              <a:ext uri="{FF2B5EF4-FFF2-40B4-BE49-F238E27FC236}">
                <a16:creationId xmlns:a16="http://schemas.microsoft.com/office/drawing/2014/main" id="{0A253F60-DE40-4508-A37A-61331DF1D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979728" y="0"/>
            <a:ext cx="4209224" cy="1650549"/>
          </a:xfrm>
          <a:custGeom>
            <a:avLst/>
            <a:gdLst>
              <a:gd name="connsiteX0" fmla="*/ 0 w 4209224"/>
              <a:gd name="connsiteY0" fmla="*/ 0 h 1650549"/>
              <a:gd name="connsiteX1" fmla="*/ 846445 w 4209224"/>
              <a:gd name="connsiteY1" fmla="*/ 0 h 1650549"/>
              <a:gd name="connsiteX2" fmla="*/ 912542 w 4209224"/>
              <a:gd name="connsiteY2" fmla="*/ 108799 h 1650549"/>
              <a:gd name="connsiteX3" fmla="*/ 2362195 w 4209224"/>
              <a:gd name="connsiteY3" fmla="*/ 879573 h 1650549"/>
              <a:gd name="connsiteX4" fmla="*/ 3811848 w 4209224"/>
              <a:gd name="connsiteY4" fmla="*/ 108799 h 1650549"/>
              <a:gd name="connsiteX5" fmla="*/ 3877945 w 4209224"/>
              <a:gd name="connsiteY5" fmla="*/ 0 h 1650549"/>
              <a:gd name="connsiteX6" fmla="*/ 4209224 w 4209224"/>
              <a:gd name="connsiteY6" fmla="*/ 0 h 1650549"/>
              <a:gd name="connsiteX7" fmla="*/ 4209224 w 4209224"/>
              <a:gd name="connsiteY7" fmla="*/ 840421 h 1650549"/>
              <a:gd name="connsiteX8" fmla="*/ 4143538 w 4209224"/>
              <a:gd name="connsiteY8" fmla="*/ 912693 h 1650549"/>
              <a:gd name="connsiteX9" fmla="*/ 2362196 w 4209224"/>
              <a:gd name="connsiteY9" fmla="*/ 1650549 h 1650549"/>
              <a:gd name="connsiteX10" fmla="*/ 40969 w 4209224"/>
              <a:gd name="connsiteY10" fmla="*/ 111937 h 16505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209224" h="1650549">
                <a:moveTo>
                  <a:pt x="0" y="0"/>
                </a:moveTo>
                <a:lnTo>
                  <a:pt x="846445" y="0"/>
                </a:lnTo>
                <a:lnTo>
                  <a:pt x="912542" y="108799"/>
                </a:lnTo>
                <a:cubicBezTo>
                  <a:pt x="1226710" y="573829"/>
                  <a:pt x="1758748" y="879573"/>
                  <a:pt x="2362195" y="879573"/>
                </a:cubicBezTo>
                <a:cubicBezTo>
                  <a:pt x="2965642" y="879573"/>
                  <a:pt x="3497680" y="573829"/>
                  <a:pt x="3811848" y="108799"/>
                </a:cubicBezTo>
                <a:lnTo>
                  <a:pt x="3877945" y="0"/>
                </a:lnTo>
                <a:lnTo>
                  <a:pt x="4209224" y="0"/>
                </a:lnTo>
                <a:lnTo>
                  <a:pt x="4209224" y="840421"/>
                </a:lnTo>
                <a:lnTo>
                  <a:pt x="4143538" y="912693"/>
                </a:lnTo>
                <a:cubicBezTo>
                  <a:pt x="3687653" y="1368578"/>
                  <a:pt x="3057854" y="1650549"/>
                  <a:pt x="2362196" y="1650549"/>
                </a:cubicBezTo>
                <a:cubicBezTo>
                  <a:pt x="1318710" y="1650549"/>
                  <a:pt x="423404" y="1016115"/>
                  <a:pt x="40969" y="111937"/>
                </a:cubicBezTo>
                <a:close/>
              </a:path>
            </a:pathLst>
          </a:custGeom>
          <a:solidFill>
            <a:schemeClr val="accent5">
              <a:lumMod val="60000"/>
              <a:lumOff val="4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3BBF3378-C49E-4B97-A883-6393FBF18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7162F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1"/>
              </a:solidFill>
            </a:endParaRPr>
          </a:p>
        </p:txBody>
      </p:sp>
      <p:grpSp>
        <p:nvGrpSpPr>
          <p:cNvPr id="49" name="Group 48">
            <a:extLst>
              <a:ext uri="{FF2B5EF4-FFF2-40B4-BE49-F238E27FC236}">
                <a16:creationId xmlns:a16="http://schemas.microsoft.com/office/drawing/2014/main" id="{DA3D4001-286E-4CB2-B293-3058BDDC82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F81F6D9A-C297-4D43-A56B-E097477E91F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BBD5299F-3CBD-431D-A276-1F6EBDE639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0579A460-D36C-4808-99FD-224968EC8DC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4FACC58E-31A5-41E4-BCE1-9A0FF26F19B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43EE866F-1BA5-4009-983D-0A270F2651C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196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1E7DADAE-DB0C-47E3-AE16-C7B09A32699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9140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EAB89127-DBEE-47FB-951F-C4FEBC41E9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9084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368F6061-E9B4-4C8B-B421-CB81EF37158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9028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54F431D3-EEE6-4416-BA2B-7B8942561C5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8971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C3A1230D-F162-470F-B26A-44F48789FC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18915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1128856B-8BFD-40E1-993B-93F4DDEEC05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18859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0AD4C0C2-878C-4A6F-998A-CDDC31ACDB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18803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7EE0349E-7D03-4F4E-BCAA-D6BAC3E057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18747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FD4A5BD7-7EA2-4F4A-A88B-240C626054D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18690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A5DE89C9-D993-4FE5-9E60-4816CB1A6F1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18634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3574CA6C-639F-41A6-AED3-15C0E0E1B63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B3864BFB-5F88-4311-A2A0-12D067F91EC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09B3E436-97A2-4763-9E55-2C470DF17D0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2890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8462A8CC-9918-4941-9B4A-36FB3F8531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8609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B0671973-544E-4370-8DB9-174DAB82F9E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4328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B5505BD9-45DD-4763-90CB-FB9DB066152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40047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3022B701-1894-49C5-A67C-6B8377C7C5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95766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90501CD9-45DC-4009-A410-08DB27A8742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51485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00BD35CA-BF52-4F44-B789-E3B98042D85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07204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25AED4B0-30B1-4E36-86A4-42C2A918100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62923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DA1A0260-34D8-4474-8C33-ED80F83092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18642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FDCCA183-C630-4855-8BD6-0E4EEE59FCE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7436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Straight Connector 76">
              <a:extLst>
                <a:ext uri="{FF2B5EF4-FFF2-40B4-BE49-F238E27FC236}">
                  <a16:creationId xmlns:a16="http://schemas.microsoft.com/office/drawing/2014/main" id="{843E8B9F-C809-423A-ADAA-80CE5C0711C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Straight Connector 77">
              <a:extLst>
                <a:ext uri="{FF2B5EF4-FFF2-40B4-BE49-F238E27FC236}">
                  <a16:creationId xmlns:a16="http://schemas.microsoft.com/office/drawing/2014/main" id="{2621EBC9-CEB1-4BA5-82D6-9944A3C123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248400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EB68BB96-3C54-47CE-A559-16FC5968EE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6214" y="5014716"/>
            <a:ext cx="2800124" cy="1843284"/>
          </a:xfrm>
          <a:custGeom>
            <a:avLst/>
            <a:gdLst>
              <a:gd name="connsiteX0" fmla="*/ 375358 w 2800124"/>
              <a:gd name="connsiteY0" fmla="*/ 0 h 1843284"/>
              <a:gd name="connsiteX1" fmla="*/ 2781298 w 2800124"/>
              <a:gd name="connsiteY1" fmla="*/ 1770066 h 1843284"/>
              <a:gd name="connsiteX2" fmla="*/ 2800124 w 2800124"/>
              <a:gd name="connsiteY2" fmla="*/ 1843284 h 1843284"/>
              <a:gd name="connsiteX3" fmla="*/ 1987869 w 2800124"/>
              <a:gd name="connsiteY3" fmla="*/ 1843284 h 1843284"/>
              <a:gd name="connsiteX4" fmla="*/ 1986195 w 2800124"/>
              <a:gd name="connsiteY4" fmla="*/ 1838711 h 1843284"/>
              <a:gd name="connsiteX5" fmla="*/ 375357 w 2800124"/>
              <a:gd name="connsiteY5" fmla="*/ 770976 h 1843284"/>
              <a:gd name="connsiteX6" fmla="*/ 23030 w 2800124"/>
              <a:gd name="connsiteY6" fmla="*/ 806494 h 1843284"/>
              <a:gd name="connsiteX7" fmla="*/ 0 w 2800124"/>
              <a:gd name="connsiteY7" fmla="*/ 812415 h 1843284"/>
              <a:gd name="connsiteX8" fmla="*/ 0 w 2800124"/>
              <a:gd name="connsiteY8" fmla="*/ 30983 h 1843284"/>
              <a:gd name="connsiteX9" fmla="*/ 117785 w 2800124"/>
              <a:gd name="connsiteY9" fmla="*/ 13007 h 1843284"/>
              <a:gd name="connsiteX10" fmla="*/ 375358 w 2800124"/>
              <a:gd name="connsiteY10" fmla="*/ 0 h 18432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800124" h="1843284">
                <a:moveTo>
                  <a:pt x="375358" y="0"/>
                </a:moveTo>
                <a:cubicBezTo>
                  <a:pt x="1505802" y="0"/>
                  <a:pt x="2462339" y="744579"/>
                  <a:pt x="2781298" y="1770066"/>
                </a:cubicBezTo>
                <a:lnTo>
                  <a:pt x="2800124" y="1843284"/>
                </a:lnTo>
                <a:lnTo>
                  <a:pt x="1987869" y="1843284"/>
                </a:lnTo>
                <a:lnTo>
                  <a:pt x="1986195" y="1838711"/>
                </a:lnTo>
                <a:cubicBezTo>
                  <a:pt x="1720801" y="1211248"/>
                  <a:pt x="1099494" y="770976"/>
                  <a:pt x="375357" y="770976"/>
                </a:cubicBezTo>
                <a:cubicBezTo>
                  <a:pt x="254668" y="770976"/>
                  <a:pt x="136835" y="783206"/>
                  <a:pt x="23030" y="806494"/>
                </a:cubicBezTo>
                <a:lnTo>
                  <a:pt x="0" y="812415"/>
                </a:lnTo>
                <a:lnTo>
                  <a:pt x="0" y="30983"/>
                </a:lnTo>
                <a:lnTo>
                  <a:pt x="117785" y="13007"/>
                </a:lnTo>
                <a:cubicBezTo>
                  <a:pt x="202473" y="4406"/>
                  <a:pt x="288401" y="0"/>
                  <a:pt x="375358" y="0"/>
                </a:cubicBezTo>
                <a:close/>
              </a:path>
            </a:pathLst>
          </a:cu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grpSp>
        <p:nvGrpSpPr>
          <p:cNvPr id="82" name="Group 81">
            <a:extLst>
              <a:ext uri="{FF2B5EF4-FFF2-40B4-BE49-F238E27FC236}">
                <a16:creationId xmlns:a16="http://schemas.microsoft.com/office/drawing/2014/main" id="{BDDD9304-3AB6-4BE9-833E-9C1B3EC421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83" name="Straight Connector 82">
              <a:extLst>
                <a:ext uri="{FF2B5EF4-FFF2-40B4-BE49-F238E27FC236}">
                  <a16:creationId xmlns:a16="http://schemas.microsoft.com/office/drawing/2014/main" id="{C7756000-2285-4D38-AD2B-91F47CF8B54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2F7A36A8-4BBE-49D8-94DA-606561AC09A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Straight Connector 84">
              <a:extLst>
                <a:ext uri="{FF2B5EF4-FFF2-40B4-BE49-F238E27FC236}">
                  <a16:creationId xmlns:a16="http://schemas.microsoft.com/office/drawing/2014/main" id="{961EE45E-0342-4F26-8CD3-85CDDF7E5A4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89C5DC0E-03C0-4CEB-AD10-3A3C9999483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Straight Connector 86">
              <a:extLst>
                <a:ext uri="{FF2B5EF4-FFF2-40B4-BE49-F238E27FC236}">
                  <a16:creationId xmlns:a16="http://schemas.microsoft.com/office/drawing/2014/main" id="{2E1CE081-E685-46D4-BAF7-54C65BD823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196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Straight Connector 87">
              <a:extLst>
                <a:ext uri="{FF2B5EF4-FFF2-40B4-BE49-F238E27FC236}">
                  <a16:creationId xmlns:a16="http://schemas.microsoft.com/office/drawing/2014/main" id="{5486C88F-30DD-46C8-9B05-F885D4EB073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9140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Straight Connector 88">
              <a:extLst>
                <a:ext uri="{FF2B5EF4-FFF2-40B4-BE49-F238E27FC236}">
                  <a16:creationId xmlns:a16="http://schemas.microsoft.com/office/drawing/2014/main" id="{290BAD11-B30B-49DE-A566-E21BCDDCFA2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9084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Straight Connector 89">
              <a:extLst>
                <a:ext uri="{FF2B5EF4-FFF2-40B4-BE49-F238E27FC236}">
                  <a16:creationId xmlns:a16="http://schemas.microsoft.com/office/drawing/2014/main" id="{31F821CC-6C37-4415-8DA6-EF6B42D876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9028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C9ECD1FB-7FE8-477E-8E90-648AE4E932C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8971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Straight Connector 91">
              <a:extLst>
                <a:ext uri="{FF2B5EF4-FFF2-40B4-BE49-F238E27FC236}">
                  <a16:creationId xmlns:a16="http://schemas.microsoft.com/office/drawing/2014/main" id="{381C9DD8-7FF3-44E6-9887-1CE07DBD95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18915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654D87AF-08CE-4125-AF4B-8C8A9D340B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18859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F3C9C908-1A58-4E28-969E-48E9BA61BB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18803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Straight Connector 94">
              <a:extLst>
                <a:ext uri="{FF2B5EF4-FFF2-40B4-BE49-F238E27FC236}">
                  <a16:creationId xmlns:a16="http://schemas.microsoft.com/office/drawing/2014/main" id="{3530AEF7-35DB-44E3-93EB-B3F0FBA9E5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18747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6108D15E-72F2-45D7-9050-8322CB1F844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18690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CC764F43-FB23-49CB-B2CA-ACFBFB412A2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18634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Connector 97">
              <a:extLst>
                <a:ext uri="{FF2B5EF4-FFF2-40B4-BE49-F238E27FC236}">
                  <a16:creationId xmlns:a16="http://schemas.microsoft.com/office/drawing/2014/main" id="{64C60457-68FC-4E1F-9ABB-E79094AEB11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22C915FB-0611-4283-8EC1-88510A69FC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Straight Connector 99">
              <a:extLst>
                <a:ext uri="{FF2B5EF4-FFF2-40B4-BE49-F238E27FC236}">
                  <a16:creationId xmlns:a16="http://schemas.microsoft.com/office/drawing/2014/main" id="{3CF80AC6-E542-456F-BEE8-E9CF46AC219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2890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9EC6EED6-01FF-4941-A4AB-224D26EE11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8609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F8D16FF7-D5D7-4A97-BB5E-A069EF13A41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4328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Straight Connector 102">
              <a:extLst>
                <a:ext uri="{FF2B5EF4-FFF2-40B4-BE49-F238E27FC236}">
                  <a16:creationId xmlns:a16="http://schemas.microsoft.com/office/drawing/2014/main" id="{D703DF22-27D8-481B-95B5-A4A7A62066A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40047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Straight Connector 103">
              <a:extLst>
                <a:ext uri="{FF2B5EF4-FFF2-40B4-BE49-F238E27FC236}">
                  <a16:creationId xmlns:a16="http://schemas.microsoft.com/office/drawing/2014/main" id="{1F7256DA-C9DD-498F-A3B4-789819FE4C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95766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EBEBA9FF-8036-4656-B1F1-87953464DCE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51485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Straight Connector 105">
              <a:extLst>
                <a:ext uri="{FF2B5EF4-FFF2-40B4-BE49-F238E27FC236}">
                  <a16:creationId xmlns:a16="http://schemas.microsoft.com/office/drawing/2014/main" id="{575DABD2-EA79-4547-AFC6-53720AB60E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07204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Straight Connector 106">
              <a:extLst>
                <a:ext uri="{FF2B5EF4-FFF2-40B4-BE49-F238E27FC236}">
                  <a16:creationId xmlns:a16="http://schemas.microsoft.com/office/drawing/2014/main" id="{3060E1B5-52C7-4314-98B0-3AE8A0B6301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62923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Straight Connector 107">
              <a:extLst>
                <a:ext uri="{FF2B5EF4-FFF2-40B4-BE49-F238E27FC236}">
                  <a16:creationId xmlns:a16="http://schemas.microsoft.com/office/drawing/2014/main" id="{033D416E-D8B5-4097-B7F0-1BA0357D367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18642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Straight Connector 108">
              <a:extLst>
                <a:ext uri="{FF2B5EF4-FFF2-40B4-BE49-F238E27FC236}">
                  <a16:creationId xmlns:a16="http://schemas.microsoft.com/office/drawing/2014/main" id="{A5862DFC-3406-4DC9-AA41-0CE64748AF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7436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Straight Connector 109">
              <a:extLst>
                <a:ext uri="{FF2B5EF4-FFF2-40B4-BE49-F238E27FC236}">
                  <a16:creationId xmlns:a16="http://schemas.microsoft.com/office/drawing/2014/main" id="{3C908427-368C-4792-A5E5-313F77FF28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88CB189E-908B-495D-B023-05D3D2C1B41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248400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 useBgFill="1">
        <p:nvSpPr>
          <p:cNvPr id="113" name="Rectangle 112">
            <a:extLst>
              <a:ext uri="{FF2B5EF4-FFF2-40B4-BE49-F238E27FC236}">
                <a16:creationId xmlns:a16="http://schemas.microsoft.com/office/drawing/2014/main" id="{A173122F-D466-4F08-90FA-0038F7AC21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115" name="Rectangle 114">
            <a:extLst>
              <a:ext uri="{FF2B5EF4-FFF2-40B4-BE49-F238E27FC236}">
                <a16:creationId xmlns:a16="http://schemas.microsoft.com/office/drawing/2014/main" id="{4A929113-1368-4B1B-9C6F-140F47CBF4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bg2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117" name="Right Triangle 116">
            <a:extLst>
              <a:ext uri="{FF2B5EF4-FFF2-40B4-BE49-F238E27FC236}">
                <a16:creationId xmlns:a16="http://schemas.microsoft.com/office/drawing/2014/main" id="{C24346C5-B1C8-4C83-846B-122A3B4B2F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3500000">
            <a:off x="-265270" y="1555699"/>
            <a:ext cx="568289" cy="568289"/>
          </a:xfrm>
          <a:prstGeom prst="rtTriangle">
            <a:avLst/>
          </a:prstGeom>
          <a:solidFill>
            <a:schemeClr val="bg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Freeform: Shape 118">
            <a:extLst>
              <a:ext uri="{FF2B5EF4-FFF2-40B4-BE49-F238E27FC236}">
                <a16:creationId xmlns:a16="http://schemas.microsoft.com/office/drawing/2014/main" id="{0B6C48B2-8296-4312-8901-93BB7735D1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6215" y="4554328"/>
            <a:ext cx="12197917" cy="2303672"/>
          </a:xfrm>
          <a:custGeom>
            <a:avLst/>
            <a:gdLst>
              <a:gd name="connsiteX0" fmla="*/ 8951169 w 12178450"/>
              <a:gd name="connsiteY0" fmla="*/ 32 h 2001622"/>
              <a:gd name="connsiteX1" fmla="*/ 11653845 w 12178450"/>
              <a:gd name="connsiteY1" fmla="*/ 209874 h 2001622"/>
              <a:gd name="connsiteX2" fmla="*/ 12178450 w 12178450"/>
              <a:gd name="connsiteY2" fmla="*/ 286723 h 2001622"/>
              <a:gd name="connsiteX3" fmla="*/ 12178450 w 12178450"/>
              <a:gd name="connsiteY3" fmla="*/ 2001622 h 2001622"/>
              <a:gd name="connsiteX4" fmla="*/ 0 w 12178450"/>
              <a:gd name="connsiteY4" fmla="*/ 2001622 h 2001622"/>
              <a:gd name="connsiteX5" fmla="*/ 0 w 12178450"/>
              <a:gd name="connsiteY5" fmla="*/ 1010979 h 2001622"/>
              <a:gd name="connsiteX6" fmla="*/ 8951169 w 12178450"/>
              <a:gd name="connsiteY6" fmla="*/ 32 h 20016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78450" h="2001622">
                <a:moveTo>
                  <a:pt x="8951169" y="32"/>
                </a:moveTo>
                <a:cubicBezTo>
                  <a:pt x="9704520" y="1593"/>
                  <a:pt x="10578586" y="62133"/>
                  <a:pt x="11653845" y="209874"/>
                </a:cubicBezTo>
                <a:lnTo>
                  <a:pt x="12178450" y="286723"/>
                </a:lnTo>
                <a:lnTo>
                  <a:pt x="12178450" y="2001622"/>
                </a:lnTo>
                <a:lnTo>
                  <a:pt x="0" y="2001622"/>
                </a:lnTo>
                <a:lnTo>
                  <a:pt x="0" y="1010979"/>
                </a:lnTo>
                <a:cubicBezTo>
                  <a:pt x="4768989" y="1010979"/>
                  <a:pt x="5812206" y="-6472"/>
                  <a:pt x="8951169" y="32"/>
                </a:cubicBezTo>
                <a:close/>
              </a:path>
            </a:pathLst>
          </a:custGeom>
          <a:solidFill>
            <a:schemeClr val="accent6">
              <a:lumMod val="20000"/>
              <a:lumOff val="8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90F28F7A-4F2F-4C1B-AF1C-A6E7C79532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122" name="Straight Connector 121">
              <a:extLst>
                <a:ext uri="{FF2B5EF4-FFF2-40B4-BE49-F238E27FC236}">
                  <a16:creationId xmlns:a16="http://schemas.microsoft.com/office/drawing/2014/main" id="{B23CC870-B5E9-475F-A625-9E862A6295C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Straight Connector 122">
              <a:extLst>
                <a:ext uri="{FF2B5EF4-FFF2-40B4-BE49-F238E27FC236}">
                  <a16:creationId xmlns:a16="http://schemas.microsoft.com/office/drawing/2014/main" id="{42A6B08C-017D-4B4D-95EC-4BB83C5541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Straight Connector 123">
              <a:extLst>
                <a:ext uri="{FF2B5EF4-FFF2-40B4-BE49-F238E27FC236}">
                  <a16:creationId xmlns:a16="http://schemas.microsoft.com/office/drawing/2014/main" id="{94599402-E1B8-4E3B-A56D-68606FC1EF4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Straight Connector 124">
              <a:extLst>
                <a:ext uri="{FF2B5EF4-FFF2-40B4-BE49-F238E27FC236}">
                  <a16:creationId xmlns:a16="http://schemas.microsoft.com/office/drawing/2014/main" id="{B720C48A-E9A0-4B85-A954-39375E0996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Straight Connector 125">
              <a:extLst>
                <a:ext uri="{FF2B5EF4-FFF2-40B4-BE49-F238E27FC236}">
                  <a16:creationId xmlns:a16="http://schemas.microsoft.com/office/drawing/2014/main" id="{B0E26956-FF2A-412E-ACC4-29CCD025991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196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Straight Connector 126">
              <a:extLst>
                <a:ext uri="{FF2B5EF4-FFF2-40B4-BE49-F238E27FC236}">
                  <a16:creationId xmlns:a16="http://schemas.microsoft.com/office/drawing/2014/main" id="{FB31E652-49AC-4108-85B8-75122A48A5F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9140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Straight Connector 127">
              <a:extLst>
                <a:ext uri="{FF2B5EF4-FFF2-40B4-BE49-F238E27FC236}">
                  <a16:creationId xmlns:a16="http://schemas.microsoft.com/office/drawing/2014/main" id="{DC1DB29F-0624-4035-B188-640616D5DE1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9084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Straight Connector 128">
              <a:extLst>
                <a:ext uri="{FF2B5EF4-FFF2-40B4-BE49-F238E27FC236}">
                  <a16:creationId xmlns:a16="http://schemas.microsoft.com/office/drawing/2014/main" id="{1D27221C-2427-4C99-89DC-1A38A54058A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9028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Straight Connector 129">
              <a:extLst>
                <a:ext uri="{FF2B5EF4-FFF2-40B4-BE49-F238E27FC236}">
                  <a16:creationId xmlns:a16="http://schemas.microsoft.com/office/drawing/2014/main" id="{2DBF1D76-8076-4BAE-B627-F1861C9E08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8971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Straight Connector 130">
              <a:extLst>
                <a:ext uri="{FF2B5EF4-FFF2-40B4-BE49-F238E27FC236}">
                  <a16:creationId xmlns:a16="http://schemas.microsoft.com/office/drawing/2014/main" id="{8E930E41-FC2F-4319-9C28-32C27843008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18915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Straight Connector 131">
              <a:extLst>
                <a:ext uri="{FF2B5EF4-FFF2-40B4-BE49-F238E27FC236}">
                  <a16:creationId xmlns:a16="http://schemas.microsoft.com/office/drawing/2014/main" id="{C0936C1B-0C10-464B-85C8-345095AAB37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18859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Straight Connector 132">
              <a:extLst>
                <a:ext uri="{FF2B5EF4-FFF2-40B4-BE49-F238E27FC236}">
                  <a16:creationId xmlns:a16="http://schemas.microsoft.com/office/drawing/2014/main" id="{DB90EC61-FD0C-434A-9D1B-A20035C214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18803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Straight Connector 133">
              <a:extLst>
                <a:ext uri="{FF2B5EF4-FFF2-40B4-BE49-F238E27FC236}">
                  <a16:creationId xmlns:a16="http://schemas.microsoft.com/office/drawing/2014/main" id="{A5F5CC56-1FDA-4D3E-9C6E-8E996026C38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18747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Straight Connector 134">
              <a:extLst>
                <a:ext uri="{FF2B5EF4-FFF2-40B4-BE49-F238E27FC236}">
                  <a16:creationId xmlns:a16="http://schemas.microsoft.com/office/drawing/2014/main" id="{272B8FB2-B735-480F-9A88-48AADB2227E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18690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Straight Connector 135">
              <a:extLst>
                <a:ext uri="{FF2B5EF4-FFF2-40B4-BE49-F238E27FC236}">
                  <a16:creationId xmlns:a16="http://schemas.microsoft.com/office/drawing/2014/main" id="{85B46C1B-4FC4-4E24-AC43-07940BE1E6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18634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Straight Connector 136">
              <a:extLst>
                <a:ext uri="{FF2B5EF4-FFF2-40B4-BE49-F238E27FC236}">
                  <a16:creationId xmlns:a16="http://schemas.microsoft.com/office/drawing/2014/main" id="{C34915AF-0AE3-4EDD-8681-4C3F2C592B9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Straight Connector 137">
              <a:extLst>
                <a:ext uri="{FF2B5EF4-FFF2-40B4-BE49-F238E27FC236}">
                  <a16:creationId xmlns:a16="http://schemas.microsoft.com/office/drawing/2014/main" id="{5C35A3F3-714E-4F69-9BDF-8ED284EF29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Straight Connector 138">
              <a:extLst>
                <a:ext uri="{FF2B5EF4-FFF2-40B4-BE49-F238E27FC236}">
                  <a16:creationId xmlns:a16="http://schemas.microsoft.com/office/drawing/2014/main" id="{03D561AC-B0B1-47EB-BE05-209F5612B70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2890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Straight Connector 139">
              <a:extLst>
                <a:ext uri="{FF2B5EF4-FFF2-40B4-BE49-F238E27FC236}">
                  <a16:creationId xmlns:a16="http://schemas.microsoft.com/office/drawing/2014/main" id="{D3508E52-4FD9-4E6D-AFEA-69A88ED268E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8609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1" name="Straight Connector 140">
              <a:extLst>
                <a:ext uri="{FF2B5EF4-FFF2-40B4-BE49-F238E27FC236}">
                  <a16:creationId xmlns:a16="http://schemas.microsoft.com/office/drawing/2014/main" id="{C69DDE76-16F7-472F-B6D7-84AE8FFF31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4328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Straight Connector 141">
              <a:extLst>
                <a:ext uri="{FF2B5EF4-FFF2-40B4-BE49-F238E27FC236}">
                  <a16:creationId xmlns:a16="http://schemas.microsoft.com/office/drawing/2014/main" id="{B2D87BEF-8844-4A3E-B130-B7D26740CC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40047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Straight Connector 142">
              <a:extLst>
                <a:ext uri="{FF2B5EF4-FFF2-40B4-BE49-F238E27FC236}">
                  <a16:creationId xmlns:a16="http://schemas.microsoft.com/office/drawing/2014/main" id="{BB381129-2089-4EAA-AE6C-2BAA96BC82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95766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4" name="Straight Connector 143">
              <a:extLst>
                <a:ext uri="{FF2B5EF4-FFF2-40B4-BE49-F238E27FC236}">
                  <a16:creationId xmlns:a16="http://schemas.microsoft.com/office/drawing/2014/main" id="{5B69BF7A-FA63-4706-8066-DF15018E66F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51485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id="{6A3ECB71-0CCD-403F-B14B-ABC48D78CD4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07204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Straight Connector 145">
              <a:extLst>
                <a:ext uri="{FF2B5EF4-FFF2-40B4-BE49-F238E27FC236}">
                  <a16:creationId xmlns:a16="http://schemas.microsoft.com/office/drawing/2014/main" id="{D9095BBA-0FE1-49E5-89F7-22125BAF87A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62923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Straight Connector 146">
              <a:extLst>
                <a:ext uri="{FF2B5EF4-FFF2-40B4-BE49-F238E27FC236}">
                  <a16:creationId xmlns:a16="http://schemas.microsoft.com/office/drawing/2014/main" id="{B55351D8-6F27-4B82-968B-581B177CB4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18642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Straight Connector 147">
              <a:extLst>
                <a:ext uri="{FF2B5EF4-FFF2-40B4-BE49-F238E27FC236}">
                  <a16:creationId xmlns:a16="http://schemas.microsoft.com/office/drawing/2014/main" id="{351025A5-EB5A-4057-A85E-69AF0E6BE6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7436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Straight Connector 148">
              <a:extLst>
                <a:ext uri="{FF2B5EF4-FFF2-40B4-BE49-F238E27FC236}">
                  <a16:creationId xmlns:a16="http://schemas.microsoft.com/office/drawing/2014/main" id="{5030318B-EEB9-4D92-BC50-D115109898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0" name="Straight Connector 149">
              <a:extLst>
                <a:ext uri="{FF2B5EF4-FFF2-40B4-BE49-F238E27FC236}">
                  <a16:creationId xmlns:a16="http://schemas.microsoft.com/office/drawing/2014/main" id="{417FC0E3-7CC7-4188-BC7A-7E8FB55649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248400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E1F55251-9559-5568-9189-1C878F698C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" y="781741"/>
            <a:ext cx="12197917" cy="996949"/>
          </a:xfrm>
          <a:noFill/>
        </p:spPr>
        <p:txBody>
          <a:bodyPr vert="horz" lIns="91440" tIns="45720" rIns="91440" bIns="45720" rtlCol="0" anchor="ctr">
            <a:noAutofit/>
          </a:bodyPr>
          <a:lstStyle/>
          <a:p>
            <a:pPr algn="ctr"/>
            <a:r>
              <a:rPr lang="en-US" sz="3600" dirty="0">
                <a:solidFill>
                  <a:schemeClr val="tx2"/>
                </a:solidFill>
              </a:rPr>
              <a:t>How much </a:t>
            </a:r>
            <a:r>
              <a:rPr lang="en-US" sz="3600" b="1" dirty="0">
                <a:solidFill>
                  <a:srgbClr val="00B050"/>
                </a:solidFill>
              </a:rPr>
              <a:t>came in </a:t>
            </a:r>
            <a:r>
              <a:rPr lang="en-US" sz="3600" dirty="0">
                <a:solidFill>
                  <a:schemeClr val="tx2"/>
                </a:solidFill>
              </a:rPr>
              <a:t>each month, split by </a:t>
            </a:r>
            <a:r>
              <a:rPr lang="en-US" sz="3600" dirty="0">
                <a:solidFill>
                  <a:schemeClr val="accent6"/>
                </a:solidFill>
              </a:rPr>
              <a:t>hotel</a:t>
            </a:r>
            <a:r>
              <a:rPr lang="en-US" sz="3600" dirty="0">
                <a:solidFill>
                  <a:schemeClr val="tx2"/>
                </a:solidFill>
              </a:rPr>
              <a:t> vs </a:t>
            </a:r>
            <a:r>
              <a:rPr lang="en-US" sz="3600" dirty="0">
                <a:solidFill>
                  <a:schemeClr val="accent5"/>
                </a:solidFill>
              </a:rPr>
              <a:t>flight</a:t>
            </a:r>
            <a:r>
              <a:rPr lang="en-US" sz="3600" dirty="0">
                <a:solidFill>
                  <a:schemeClr val="tx2"/>
                </a:solidFill>
              </a:rPr>
              <a:t>?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5E5F685-D419-21A3-ED9B-F584D3A0222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89576" y="2110901"/>
            <a:ext cx="6466251" cy="4429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3146329"/>
      </p:ext>
    </p:extLst>
  </p:cSld>
  <p:clrMapOvr>
    <a:masterClrMapping/>
  </p:clrMapOvr>
  <p:transition spd="slow">
    <p:push dir="u"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4798C7F-C8CA-4799-BF37-3AB4642CDB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7162F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1"/>
              </a:solidFill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7F0794B-55D3-4D2D-BDE7-4688ED321E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BE4C795B-1813-4CC6-B03F-8DD130BEAAB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E0F4C04D-5CD8-446B-BE3D-257172E6E4C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FDDC802E-606F-4F39-84B6-90DF0FE5446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2C5B0C75-0136-4A39-9AB6-0F02C452781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C5ED2B52-3D40-46DE-8B54-99A4071578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196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18BCEC75-1B6B-45B2-8041-8D933FCF60F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9140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6A2FC789-056A-43CC-807E-4262CDC3E0F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9084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48C32FD3-76B0-40E7-89F2-E9C523210A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9028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B82E9447-8362-426C-840A-B6F2231F7BC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8971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2F141DC8-83CE-4C21-A5BA-E2FFF3D866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18915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512A697C-ECBC-40A9-AC69-BF96A34B91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18859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D2E988AF-5EFB-43D3-B93F-6E4F41A2C90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18803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6B312C1B-AAE2-4A6D-ACC7-ABAA75D4285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18747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57B96146-61DA-44D6-A9DF-6DB41FCF2D8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18690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6B33F93D-4439-46EE-97C4-9CECAAFDCF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18634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5914B275-A3D7-4BA4-B8CB-E7657100F3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BD26EF3B-FBE7-4D57-8E01-553F50734A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6CC1E671-BA54-4B31-9A2E-8F50BC57A2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2890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836A704-3624-4ABF-9A67-0F52C2F3EFB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8609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5FDC385D-BA34-481F-A991-A776E0B193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4328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F1EF033A-D8FB-416B-AE51-4E098A27D68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40047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17C17B48-F458-4E9B-9331-56FCDC5B6A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95766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07E44A4B-D453-46F0-A83D-AF0B33D5C5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51485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346BEA9F-314B-440D-AE8D-21E1252EC5A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07204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F15EAFD0-4869-4612-ACDE-ABC703104E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62923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A0F26706-7F23-4FF0-9CAF-F3C4F47C11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18642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C0195A72-345A-4E88-8D71-14DB3D1B607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7436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0DBF51A6-A3BC-49FE-BB01-E8992811774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A78DF911-744C-419B-83DC-39F270BBF41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248400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216BB147-20D5-4D93-BDA5-1BC614D6A4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6214" y="5014716"/>
            <a:ext cx="2800124" cy="1843284"/>
          </a:xfrm>
          <a:custGeom>
            <a:avLst/>
            <a:gdLst>
              <a:gd name="connsiteX0" fmla="*/ 375358 w 2800124"/>
              <a:gd name="connsiteY0" fmla="*/ 0 h 1843284"/>
              <a:gd name="connsiteX1" fmla="*/ 2781298 w 2800124"/>
              <a:gd name="connsiteY1" fmla="*/ 1770066 h 1843284"/>
              <a:gd name="connsiteX2" fmla="*/ 2800124 w 2800124"/>
              <a:gd name="connsiteY2" fmla="*/ 1843284 h 1843284"/>
              <a:gd name="connsiteX3" fmla="*/ 1987869 w 2800124"/>
              <a:gd name="connsiteY3" fmla="*/ 1843284 h 1843284"/>
              <a:gd name="connsiteX4" fmla="*/ 1986195 w 2800124"/>
              <a:gd name="connsiteY4" fmla="*/ 1838711 h 1843284"/>
              <a:gd name="connsiteX5" fmla="*/ 375357 w 2800124"/>
              <a:gd name="connsiteY5" fmla="*/ 770976 h 1843284"/>
              <a:gd name="connsiteX6" fmla="*/ 23030 w 2800124"/>
              <a:gd name="connsiteY6" fmla="*/ 806494 h 1843284"/>
              <a:gd name="connsiteX7" fmla="*/ 0 w 2800124"/>
              <a:gd name="connsiteY7" fmla="*/ 812415 h 1843284"/>
              <a:gd name="connsiteX8" fmla="*/ 0 w 2800124"/>
              <a:gd name="connsiteY8" fmla="*/ 30983 h 1843284"/>
              <a:gd name="connsiteX9" fmla="*/ 117785 w 2800124"/>
              <a:gd name="connsiteY9" fmla="*/ 13007 h 1843284"/>
              <a:gd name="connsiteX10" fmla="*/ 375358 w 2800124"/>
              <a:gd name="connsiteY10" fmla="*/ 0 h 18432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800124" h="1843284">
                <a:moveTo>
                  <a:pt x="375358" y="0"/>
                </a:moveTo>
                <a:cubicBezTo>
                  <a:pt x="1505802" y="0"/>
                  <a:pt x="2462339" y="744579"/>
                  <a:pt x="2781298" y="1770066"/>
                </a:cubicBezTo>
                <a:lnTo>
                  <a:pt x="2800124" y="1843284"/>
                </a:lnTo>
                <a:lnTo>
                  <a:pt x="1987869" y="1843284"/>
                </a:lnTo>
                <a:lnTo>
                  <a:pt x="1986195" y="1838711"/>
                </a:lnTo>
                <a:cubicBezTo>
                  <a:pt x="1720801" y="1211248"/>
                  <a:pt x="1099494" y="770976"/>
                  <a:pt x="375357" y="770976"/>
                </a:cubicBezTo>
                <a:cubicBezTo>
                  <a:pt x="254668" y="770976"/>
                  <a:pt x="136835" y="783206"/>
                  <a:pt x="23030" y="806494"/>
                </a:cubicBezTo>
                <a:lnTo>
                  <a:pt x="0" y="812415"/>
                </a:lnTo>
                <a:lnTo>
                  <a:pt x="0" y="30983"/>
                </a:lnTo>
                <a:lnTo>
                  <a:pt x="117785" y="13007"/>
                </a:lnTo>
                <a:cubicBezTo>
                  <a:pt x="202473" y="4406"/>
                  <a:pt x="288401" y="0"/>
                  <a:pt x="375358" y="0"/>
                </a:cubicBezTo>
                <a:close/>
              </a:path>
            </a:pathLst>
          </a:custGeom>
          <a:solidFill>
            <a:schemeClr val="accent5">
              <a:lumMod val="75000"/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5" name="Freeform: Shape 44">
            <a:extLst>
              <a:ext uri="{FF2B5EF4-FFF2-40B4-BE49-F238E27FC236}">
                <a16:creationId xmlns:a16="http://schemas.microsoft.com/office/drawing/2014/main" id="{0A253F60-DE40-4508-A37A-61331DF1D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979728" y="0"/>
            <a:ext cx="4209224" cy="1650549"/>
          </a:xfrm>
          <a:custGeom>
            <a:avLst/>
            <a:gdLst>
              <a:gd name="connsiteX0" fmla="*/ 0 w 4209224"/>
              <a:gd name="connsiteY0" fmla="*/ 0 h 1650549"/>
              <a:gd name="connsiteX1" fmla="*/ 846445 w 4209224"/>
              <a:gd name="connsiteY1" fmla="*/ 0 h 1650549"/>
              <a:gd name="connsiteX2" fmla="*/ 912542 w 4209224"/>
              <a:gd name="connsiteY2" fmla="*/ 108799 h 1650549"/>
              <a:gd name="connsiteX3" fmla="*/ 2362195 w 4209224"/>
              <a:gd name="connsiteY3" fmla="*/ 879573 h 1650549"/>
              <a:gd name="connsiteX4" fmla="*/ 3811848 w 4209224"/>
              <a:gd name="connsiteY4" fmla="*/ 108799 h 1650549"/>
              <a:gd name="connsiteX5" fmla="*/ 3877945 w 4209224"/>
              <a:gd name="connsiteY5" fmla="*/ 0 h 1650549"/>
              <a:gd name="connsiteX6" fmla="*/ 4209224 w 4209224"/>
              <a:gd name="connsiteY6" fmla="*/ 0 h 1650549"/>
              <a:gd name="connsiteX7" fmla="*/ 4209224 w 4209224"/>
              <a:gd name="connsiteY7" fmla="*/ 840421 h 1650549"/>
              <a:gd name="connsiteX8" fmla="*/ 4143538 w 4209224"/>
              <a:gd name="connsiteY8" fmla="*/ 912693 h 1650549"/>
              <a:gd name="connsiteX9" fmla="*/ 2362196 w 4209224"/>
              <a:gd name="connsiteY9" fmla="*/ 1650549 h 1650549"/>
              <a:gd name="connsiteX10" fmla="*/ 40969 w 4209224"/>
              <a:gd name="connsiteY10" fmla="*/ 111937 h 16505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209224" h="1650549">
                <a:moveTo>
                  <a:pt x="0" y="0"/>
                </a:moveTo>
                <a:lnTo>
                  <a:pt x="846445" y="0"/>
                </a:lnTo>
                <a:lnTo>
                  <a:pt x="912542" y="108799"/>
                </a:lnTo>
                <a:cubicBezTo>
                  <a:pt x="1226710" y="573829"/>
                  <a:pt x="1758748" y="879573"/>
                  <a:pt x="2362195" y="879573"/>
                </a:cubicBezTo>
                <a:cubicBezTo>
                  <a:pt x="2965642" y="879573"/>
                  <a:pt x="3497680" y="573829"/>
                  <a:pt x="3811848" y="108799"/>
                </a:cubicBezTo>
                <a:lnTo>
                  <a:pt x="3877945" y="0"/>
                </a:lnTo>
                <a:lnTo>
                  <a:pt x="4209224" y="0"/>
                </a:lnTo>
                <a:lnTo>
                  <a:pt x="4209224" y="840421"/>
                </a:lnTo>
                <a:lnTo>
                  <a:pt x="4143538" y="912693"/>
                </a:lnTo>
                <a:cubicBezTo>
                  <a:pt x="3687653" y="1368578"/>
                  <a:pt x="3057854" y="1650549"/>
                  <a:pt x="2362196" y="1650549"/>
                </a:cubicBezTo>
                <a:cubicBezTo>
                  <a:pt x="1318710" y="1650549"/>
                  <a:pt x="423404" y="1016115"/>
                  <a:pt x="40969" y="111937"/>
                </a:cubicBezTo>
                <a:close/>
              </a:path>
            </a:pathLst>
          </a:custGeom>
          <a:solidFill>
            <a:schemeClr val="accent5">
              <a:lumMod val="60000"/>
              <a:lumOff val="4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3BBF3378-C49E-4B97-A883-6393FBF18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7162F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1"/>
              </a:solidFill>
            </a:endParaRPr>
          </a:p>
        </p:txBody>
      </p:sp>
      <p:grpSp>
        <p:nvGrpSpPr>
          <p:cNvPr id="49" name="Group 48">
            <a:extLst>
              <a:ext uri="{FF2B5EF4-FFF2-40B4-BE49-F238E27FC236}">
                <a16:creationId xmlns:a16="http://schemas.microsoft.com/office/drawing/2014/main" id="{DA3D4001-286E-4CB2-B293-3058BDDC82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F81F6D9A-C297-4D43-A56B-E097477E91F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BBD5299F-3CBD-431D-A276-1F6EBDE639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0579A460-D36C-4808-99FD-224968EC8DC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4FACC58E-31A5-41E4-BCE1-9A0FF26F19B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43EE866F-1BA5-4009-983D-0A270F2651C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196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1E7DADAE-DB0C-47E3-AE16-C7B09A32699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9140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EAB89127-DBEE-47FB-951F-C4FEBC41E9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9084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368F6061-E9B4-4C8B-B421-CB81EF37158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9028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54F431D3-EEE6-4416-BA2B-7B8942561C5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8971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C3A1230D-F162-470F-B26A-44F48789FC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18915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1128856B-8BFD-40E1-993B-93F4DDEEC05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18859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0AD4C0C2-878C-4A6F-998A-CDDC31ACDB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18803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7EE0349E-7D03-4F4E-BCAA-D6BAC3E057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18747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FD4A5BD7-7EA2-4F4A-A88B-240C626054D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18690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A5DE89C9-D993-4FE5-9E60-4816CB1A6F1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18634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3574CA6C-639F-41A6-AED3-15C0E0E1B63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B3864BFB-5F88-4311-A2A0-12D067F91EC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09B3E436-97A2-4763-9E55-2C470DF17D0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2890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8462A8CC-9918-4941-9B4A-36FB3F8531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8609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B0671973-544E-4370-8DB9-174DAB82F9E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4328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B5505BD9-45DD-4763-90CB-FB9DB066152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40047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3022B701-1894-49C5-A67C-6B8377C7C5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95766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90501CD9-45DC-4009-A410-08DB27A8742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51485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00BD35CA-BF52-4F44-B789-E3B98042D85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07204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25AED4B0-30B1-4E36-86A4-42C2A918100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62923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DA1A0260-34D8-4474-8C33-ED80F83092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18642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FDCCA183-C630-4855-8BD6-0E4EEE59FCE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7436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Straight Connector 76">
              <a:extLst>
                <a:ext uri="{FF2B5EF4-FFF2-40B4-BE49-F238E27FC236}">
                  <a16:creationId xmlns:a16="http://schemas.microsoft.com/office/drawing/2014/main" id="{843E8B9F-C809-423A-ADAA-80CE5C0711C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Straight Connector 77">
              <a:extLst>
                <a:ext uri="{FF2B5EF4-FFF2-40B4-BE49-F238E27FC236}">
                  <a16:creationId xmlns:a16="http://schemas.microsoft.com/office/drawing/2014/main" id="{2621EBC9-CEB1-4BA5-82D6-9944A3C123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248400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EB68BB96-3C54-47CE-A559-16FC5968EE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6214" y="5014716"/>
            <a:ext cx="2800124" cy="1843284"/>
          </a:xfrm>
          <a:custGeom>
            <a:avLst/>
            <a:gdLst>
              <a:gd name="connsiteX0" fmla="*/ 375358 w 2800124"/>
              <a:gd name="connsiteY0" fmla="*/ 0 h 1843284"/>
              <a:gd name="connsiteX1" fmla="*/ 2781298 w 2800124"/>
              <a:gd name="connsiteY1" fmla="*/ 1770066 h 1843284"/>
              <a:gd name="connsiteX2" fmla="*/ 2800124 w 2800124"/>
              <a:gd name="connsiteY2" fmla="*/ 1843284 h 1843284"/>
              <a:gd name="connsiteX3" fmla="*/ 1987869 w 2800124"/>
              <a:gd name="connsiteY3" fmla="*/ 1843284 h 1843284"/>
              <a:gd name="connsiteX4" fmla="*/ 1986195 w 2800124"/>
              <a:gd name="connsiteY4" fmla="*/ 1838711 h 1843284"/>
              <a:gd name="connsiteX5" fmla="*/ 375357 w 2800124"/>
              <a:gd name="connsiteY5" fmla="*/ 770976 h 1843284"/>
              <a:gd name="connsiteX6" fmla="*/ 23030 w 2800124"/>
              <a:gd name="connsiteY6" fmla="*/ 806494 h 1843284"/>
              <a:gd name="connsiteX7" fmla="*/ 0 w 2800124"/>
              <a:gd name="connsiteY7" fmla="*/ 812415 h 1843284"/>
              <a:gd name="connsiteX8" fmla="*/ 0 w 2800124"/>
              <a:gd name="connsiteY8" fmla="*/ 30983 h 1843284"/>
              <a:gd name="connsiteX9" fmla="*/ 117785 w 2800124"/>
              <a:gd name="connsiteY9" fmla="*/ 13007 h 1843284"/>
              <a:gd name="connsiteX10" fmla="*/ 375358 w 2800124"/>
              <a:gd name="connsiteY10" fmla="*/ 0 h 18432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800124" h="1843284">
                <a:moveTo>
                  <a:pt x="375358" y="0"/>
                </a:moveTo>
                <a:cubicBezTo>
                  <a:pt x="1505802" y="0"/>
                  <a:pt x="2462339" y="744579"/>
                  <a:pt x="2781298" y="1770066"/>
                </a:cubicBezTo>
                <a:lnTo>
                  <a:pt x="2800124" y="1843284"/>
                </a:lnTo>
                <a:lnTo>
                  <a:pt x="1987869" y="1843284"/>
                </a:lnTo>
                <a:lnTo>
                  <a:pt x="1986195" y="1838711"/>
                </a:lnTo>
                <a:cubicBezTo>
                  <a:pt x="1720801" y="1211248"/>
                  <a:pt x="1099494" y="770976"/>
                  <a:pt x="375357" y="770976"/>
                </a:cubicBezTo>
                <a:cubicBezTo>
                  <a:pt x="254668" y="770976"/>
                  <a:pt x="136835" y="783206"/>
                  <a:pt x="23030" y="806494"/>
                </a:cubicBezTo>
                <a:lnTo>
                  <a:pt x="0" y="812415"/>
                </a:lnTo>
                <a:lnTo>
                  <a:pt x="0" y="30983"/>
                </a:lnTo>
                <a:lnTo>
                  <a:pt x="117785" y="13007"/>
                </a:lnTo>
                <a:cubicBezTo>
                  <a:pt x="202473" y="4406"/>
                  <a:pt x="288401" y="0"/>
                  <a:pt x="375358" y="0"/>
                </a:cubicBezTo>
                <a:close/>
              </a:path>
            </a:pathLst>
          </a:cu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grpSp>
        <p:nvGrpSpPr>
          <p:cNvPr id="82" name="Group 81">
            <a:extLst>
              <a:ext uri="{FF2B5EF4-FFF2-40B4-BE49-F238E27FC236}">
                <a16:creationId xmlns:a16="http://schemas.microsoft.com/office/drawing/2014/main" id="{BDDD9304-3AB6-4BE9-833E-9C1B3EC421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83" name="Straight Connector 82">
              <a:extLst>
                <a:ext uri="{FF2B5EF4-FFF2-40B4-BE49-F238E27FC236}">
                  <a16:creationId xmlns:a16="http://schemas.microsoft.com/office/drawing/2014/main" id="{C7756000-2285-4D38-AD2B-91F47CF8B54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2F7A36A8-4BBE-49D8-94DA-606561AC09A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Straight Connector 84">
              <a:extLst>
                <a:ext uri="{FF2B5EF4-FFF2-40B4-BE49-F238E27FC236}">
                  <a16:creationId xmlns:a16="http://schemas.microsoft.com/office/drawing/2014/main" id="{961EE45E-0342-4F26-8CD3-85CDDF7E5A4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89C5DC0E-03C0-4CEB-AD10-3A3C9999483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Straight Connector 86">
              <a:extLst>
                <a:ext uri="{FF2B5EF4-FFF2-40B4-BE49-F238E27FC236}">
                  <a16:creationId xmlns:a16="http://schemas.microsoft.com/office/drawing/2014/main" id="{2E1CE081-E685-46D4-BAF7-54C65BD823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196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Straight Connector 87">
              <a:extLst>
                <a:ext uri="{FF2B5EF4-FFF2-40B4-BE49-F238E27FC236}">
                  <a16:creationId xmlns:a16="http://schemas.microsoft.com/office/drawing/2014/main" id="{5486C88F-30DD-46C8-9B05-F885D4EB073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9140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Straight Connector 88">
              <a:extLst>
                <a:ext uri="{FF2B5EF4-FFF2-40B4-BE49-F238E27FC236}">
                  <a16:creationId xmlns:a16="http://schemas.microsoft.com/office/drawing/2014/main" id="{290BAD11-B30B-49DE-A566-E21BCDDCFA2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9084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Straight Connector 89">
              <a:extLst>
                <a:ext uri="{FF2B5EF4-FFF2-40B4-BE49-F238E27FC236}">
                  <a16:creationId xmlns:a16="http://schemas.microsoft.com/office/drawing/2014/main" id="{31F821CC-6C37-4415-8DA6-EF6B42D876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9028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C9ECD1FB-7FE8-477E-8E90-648AE4E932C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8971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Straight Connector 91">
              <a:extLst>
                <a:ext uri="{FF2B5EF4-FFF2-40B4-BE49-F238E27FC236}">
                  <a16:creationId xmlns:a16="http://schemas.microsoft.com/office/drawing/2014/main" id="{381C9DD8-7FF3-44E6-9887-1CE07DBD95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18915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654D87AF-08CE-4125-AF4B-8C8A9D340B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18859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F3C9C908-1A58-4E28-969E-48E9BA61BB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18803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Straight Connector 94">
              <a:extLst>
                <a:ext uri="{FF2B5EF4-FFF2-40B4-BE49-F238E27FC236}">
                  <a16:creationId xmlns:a16="http://schemas.microsoft.com/office/drawing/2014/main" id="{3530AEF7-35DB-44E3-93EB-B3F0FBA9E5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18747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6108D15E-72F2-45D7-9050-8322CB1F844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18690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CC764F43-FB23-49CB-B2CA-ACFBFB412A2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18634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Connector 97">
              <a:extLst>
                <a:ext uri="{FF2B5EF4-FFF2-40B4-BE49-F238E27FC236}">
                  <a16:creationId xmlns:a16="http://schemas.microsoft.com/office/drawing/2014/main" id="{64C60457-68FC-4E1F-9ABB-E79094AEB11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22C915FB-0611-4283-8EC1-88510A69FC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Straight Connector 99">
              <a:extLst>
                <a:ext uri="{FF2B5EF4-FFF2-40B4-BE49-F238E27FC236}">
                  <a16:creationId xmlns:a16="http://schemas.microsoft.com/office/drawing/2014/main" id="{3CF80AC6-E542-456F-BEE8-E9CF46AC219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2890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9EC6EED6-01FF-4941-A4AB-224D26EE11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8609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F8D16FF7-D5D7-4A97-BB5E-A069EF13A41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4328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Straight Connector 102">
              <a:extLst>
                <a:ext uri="{FF2B5EF4-FFF2-40B4-BE49-F238E27FC236}">
                  <a16:creationId xmlns:a16="http://schemas.microsoft.com/office/drawing/2014/main" id="{D703DF22-27D8-481B-95B5-A4A7A62066A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40047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Straight Connector 103">
              <a:extLst>
                <a:ext uri="{FF2B5EF4-FFF2-40B4-BE49-F238E27FC236}">
                  <a16:creationId xmlns:a16="http://schemas.microsoft.com/office/drawing/2014/main" id="{1F7256DA-C9DD-498F-A3B4-789819FE4C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95766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EBEBA9FF-8036-4656-B1F1-87953464DCE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51485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Straight Connector 105">
              <a:extLst>
                <a:ext uri="{FF2B5EF4-FFF2-40B4-BE49-F238E27FC236}">
                  <a16:creationId xmlns:a16="http://schemas.microsoft.com/office/drawing/2014/main" id="{575DABD2-EA79-4547-AFC6-53720AB60E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07204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Straight Connector 106">
              <a:extLst>
                <a:ext uri="{FF2B5EF4-FFF2-40B4-BE49-F238E27FC236}">
                  <a16:creationId xmlns:a16="http://schemas.microsoft.com/office/drawing/2014/main" id="{3060E1B5-52C7-4314-98B0-3AE8A0B6301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62923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Straight Connector 107">
              <a:extLst>
                <a:ext uri="{FF2B5EF4-FFF2-40B4-BE49-F238E27FC236}">
                  <a16:creationId xmlns:a16="http://schemas.microsoft.com/office/drawing/2014/main" id="{033D416E-D8B5-4097-B7F0-1BA0357D367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18642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Straight Connector 108">
              <a:extLst>
                <a:ext uri="{FF2B5EF4-FFF2-40B4-BE49-F238E27FC236}">
                  <a16:creationId xmlns:a16="http://schemas.microsoft.com/office/drawing/2014/main" id="{A5862DFC-3406-4DC9-AA41-0CE64748AF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7436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Straight Connector 109">
              <a:extLst>
                <a:ext uri="{FF2B5EF4-FFF2-40B4-BE49-F238E27FC236}">
                  <a16:creationId xmlns:a16="http://schemas.microsoft.com/office/drawing/2014/main" id="{3C908427-368C-4792-A5E5-313F77FF28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88CB189E-908B-495D-B023-05D3D2C1B41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248400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 useBgFill="1">
        <p:nvSpPr>
          <p:cNvPr id="113" name="Rectangle 112">
            <a:extLst>
              <a:ext uri="{FF2B5EF4-FFF2-40B4-BE49-F238E27FC236}">
                <a16:creationId xmlns:a16="http://schemas.microsoft.com/office/drawing/2014/main" id="{A173122F-D466-4F08-90FA-0038F7AC21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115" name="Rectangle 114">
            <a:extLst>
              <a:ext uri="{FF2B5EF4-FFF2-40B4-BE49-F238E27FC236}">
                <a16:creationId xmlns:a16="http://schemas.microsoft.com/office/drawing/2014/main" id="{4A929113-1368-4B1B-9C6F-140F47CBF4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bg2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117" name="Right Triangle 116">
            <a:extLst>
              <a:ext uri="{FF2B5EF4-FFF2-40B4-BE49-F238E27FC236}">
                <a16:creationId xmlns:a16="http://schemas.microsoft.com/office/drawing/2014/main" id="{C24346C5-B1C8-4C83-846B-122A3B4B2F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3500000">
            <a:off x="-265270" y="1555699"/>
            <a:ext cx="568289" cy="568289"/>
          </a:xfrm>
          <a:prstGeom prst="rtTriangle">
            <a:avLst/>
          </a:prstGeom>
          <a:solidFill>
            <a:schemeClr val="bg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Freeform: Shape 118">
            <a:extLst>
              <a:ext uri="{FF2B5EF4-FFF2-40B4-BE49-F238E27FC236}">
                <a16:creationId xmlns:a16="http://schemas.microsoft.com/office/drawing/2014/main" id="{0B6C48B2-8296-4312-8901-93BB7735D1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6215" y="4554328"/>
            <a:ext cx="12197917" cy="2303672"/>
          </a:xfrm>
          <a:custGeom>
            <a:avLst/>
            <a:gdLst>
              <a:gd name="connsiteX0" fmla="*/ 8951169 w 12178450"/>
              <a:gd name="connsiteY0" fmla="*/ 32 h 2001622"/>
              <a:gd name="connsiteX1" fmla="*/ 11653845 w 12178450"/>
              <a:gd name="connsiteY1" fmla="*/ 209874 h 2001622"/>
              <a:gd name="connsiteX2" fmla="*/ 12178450 w 12178450"/>
              <a:gd name="connsiteY2" fmla="*/ 286723 h 2001622"/>
              <a:gd name="connsiteX3" fmla="*/ 12178450 w 12178450"/>
              <a:gd name="connsiteY3" fmla="*/ 2001622 h 2001622"/>
              <a:gd name="connsiteX4" fmla="*/ 0 w 12178450"/>
              <a:gd name="connsiteY4" fmla="*/ 2001622 h 2001622"/>
              <a:gd name="connsiteX5" fmla="*/ 0 w 12178450"/>
              <a:gd name="connsiteY5" fmla="*/ 1010979 h 2001622"/>
              <a:gd name="connsiteX6" fmla="*/ 8951169 w 12178450"/>
              <a:gd name="connsiteY6" fmla="*/ 32 h 20016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78450" h="2001622">
                <a:moveTo>
                  <a:pt x="8951169" y="32"/>
                </a:moveTo>
                <a:cubicBezTo>
                  <a:pt x="9704520" y="1593"/>
                  <a:pt x="10578586" y="62133"/>
                  <a:pt x="11653845" y="209874"/>
                </a:cubicBezTo>
                <a:lnTo>
                  <a:pt x="12178450" y="286723"/>
                </a:lnTo>
                <a:lnTo>
                  <a:pt x="12178450" y="2001622"/>
                </a:lnTo>
                <a:lnTo>
                  <a:pt x="0" y="2001622"/>
                </a:lnTo>
                <a:lnTo>
                  <a:pt x="0" y="1010979"/>
                </a:lnTo>
                <a:cubicBezTo>
                  <a:pt x="4768989" y="1010979"/>
                  <a:pt x="5812206" y="-6472"/>
                  <a:pt x="8951169" y="32"/>
                </a:cubicBezTo>
                <a:close/>
              </a:path>
            </a:pathLst>
          </a:custGeom>
          <a:solidFill>
            <a:schemeClr val="accent6">
              <a:lumMod val="20000"/>
              <a:lumOff val="8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90F28F7A-4F2F-4C1B-AF1C-A6E7C79532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122" name="Straight Connector 121">
              <a:extLst>
                <a:ext uri="{FF2B5EF4-FFF2-40B4-BE49-F238E27FC236}">
                  <a16:creationId xmlns:a16="http://schemas.microsoft.com/office/drawing/2014/main" id="{B23CC870-B5E9-475F-A625-9E862A6295C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Straight Connector 122">
              <a:extLst>
                <a:ext uri="{FF2B5EF4-FFF2-40B4-BE49-F238E27FC236}">
                  <a16:creationId xmlns:a16="http://schemas.microsoft.com/office/drawing/2014/main" id="{42A6B08C-017D-4B4D-95EC-4BB83C5541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Straight Connector 123">
              <a:extLst>
                <a:ext uri="{FF2B5EF4-FFF2-40B4-BE49-F238E27FC236}">
                  <a16:creationId xmlns:a16="http://schemas.microsoft.com/office/drawing/2014/main" id="{94599402-E1B8-4E3B-A56D-68606FC1EF4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Straight Connector 124">
              <a:extLst>
                <a:ext uri="{FF2B5EF4-FFF2-40B4-BE49-F238E27FC236}">
                  <a16:creationId xmlns:a16="http://schemas.microsoft.com/office/drawing/2014/main" id="{B720C48A-E9A0-4B85-A954-39375E0996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Straight Connector 125">
              <a:extLst>
                <a:ext uri="{FF2B5EF4-FFF2-40B4-BE49-F238E27FC236}">
                  <a16:creationId xmlns:a16="http://schemas.microsoft.com/office/drawing/2014/main" id="{B0E26956-FF2A-412E-ACC4-29CCD025991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196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Straight Connector 126">
              <a:extLst>
                <a:ext uri="{FF2B5EF4-FFF2-40B4-BE49-F238E27FC236}">
                  <a16:creationId xmlns:a16="http://schemas.microsoft.com/office/drawing/2014/main" id="{FB31E652-49AC-4108-85B8-75122A48A5F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9140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Straight Connector 127">
              <a:extLst>
                <a:ext uri="{FF2B5EF4-FFF2-40B4-BE49-F238E27FC236}">
                  <a16:creationId xmlns:a16="http://schemas.microsoft.com/office/drawing/2014/main" id="{DC1DB29F-0624-4035-B188-640616D5DE1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9084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Straight Connector 128">
              <a:extLst>
                <a:ext uri="{FF2B5EF4-FFF2-40B4-BE49-F238E27FC236}">
                  <a16:creationId xmlns:a16="http://schemas.microsoft.com/office/drawing/2014/main" id="{1D27221C-2427-4C99-89DC-1A38A54058A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9028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Straight Connector 129">
              <a:extLst>
                <a:ext uri="{FF2B5EF4-FFF2-40B4-BE49-F238E27FC236}">
                  <a16:creationId xmlns:a16="http://schemas.microsoft.com/office/drawing/2014/main" id="{2DBF1D76-8076-4BAE-B627-F1861C9E08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8971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Straight Connector 130">
              <a:extLst>
                <a:ext uri="{FF2B5EF4-FFF2-40B4-BE49-F238E27FC236}">
                  <a16:creationId xmlns:a16="http://schemas.microsoft.com/office/drawing/2014/main" id="{8E930E41-FC2F-4319-9C28-32C27843008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18915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Straight Connector 131">
              <a:extLst>
                <a:ext uri="{FF2B5EF4-FFF2-40B4-BE49-F238E27FC236}">
                  <a16:creationId xmlns:a16="http://schemas.microsoft.com/office/drawing/2014/main" id="{C0936C1B-0C10-464B-85C8-345095AAB37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18859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Straight Connector 132">
              <a:extLst>
                <a:ext uri="{FF2B5EF4-FFF2-40B4-BE49-F238E27FC236}">
                  <a16:creationId xmlns:a16="http://schemas.microsoft.com/office/drawing/2014/main" id="{DB90EC61-FD0C-434A-9D1B-A20035C214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18803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Straight Connector 133">
              <a:extLst>
                <a:ext uri="{FF2B5EF4-FFF2-40B4-BE49-F238E27FC236}">
                  <a16:creationId xmlns:a16="http://schemas.microsoft.com/office/drawing/2014/main" id="{A5F5CC56-1FDA-4D3E-9C6E-8E996026C38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18747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Straight Connector 134">
              <a:extLst>
                <a:ext uri="{FF2B5EF4-FFF2-40B4-BE49-F238E27FC236}">
                  <a16:creationId xmlns:a16="http://schemas.microsoft.com/office/drawing/2014/main" id="{272B8FB2-B735-480F-9A88-48AADB2227E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18690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Straight Connector 135">
              <a:extLst>
                <a:ext uri="{FF2B5EF4-FFF2-40B4-BE49-F238E27FC236}">
                  <a16:creationId xmlns:a16="http://schemas.microsoft.com/office/drawing/2014/main" id="{85B46C1B-4FC4-4E24-AC43-07940BE1E6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18634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Straight Connector 136">
              <a:extLst>
                <a:ext uri="{FF2B5EF4-FFF2-40B4-BE49-F238E27FC236}">
                  <a16:creationId xmlns:a16="http://schemas.microsoft.com/office/drawing/2014/main" id="{C34915AF-0AE3-4EDD-8681-4C3F2C592B9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Straight Connector 137">
              <a:extLst>
                <a:ext uri="{FF2B5EF4-FFF2-40B4-BE49-F238E27FC236}">
                  <a16:creationId xmlns:a16="http://schemas.microsoft.com/office/drawing/2014/main" id="{5C35A3F3-714E-4F69-9BDF-8ED284EF29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Straight Connector 138">
              <a:extLst>
                <a:ext uri="{FF2B5EF4-FFF2-40B4-BE49-F238E27FC236}">
                  <a16:creationId xmlns:a16="http://schemas.microsoft.com/office/drawing/2014/main" id="{03D561AC-B0B1-47EB-BE05-209F5612B70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2890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Straight Connector 139">
              <a:extLst>
                <a:ext uri="{FF2B5EF4-FFF2-40B4-BE49-F238E27FC236}">
                  <a16:creationId xmlns:a16="http://schemas.microsoft.com/office/drawing/2014/main" id="{D3508E52-4FD9-4E6D-AFEA-69A88ED268E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8609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1" name="Straight Connector 140">
              <a:extLst>
                <a:ext uri="{FF2B5EF4-FFF2-40B4-BE49-F238E27FC236}">
                  <a16:creationId xmlns:a16="http://schemas.microsoft.com/office/drawing/2014/main" id="{C69DDE76-16F7-472F-B6D7-84AE8FFF31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4328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Straight Connector 141">
              <a:extLst>
                <a:ext uri="{FF2B5EF4-FFF2-40B4-BE49-F238E27FC236}">
                  <a16:creationId xmlns:a16="http://schemas.microsoft.com/office/drawing/2014/main" id="{B2D87BEF-8844-4A3E-B130-B7D26740CC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40047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Straight Connector 142">
              <a:extLst>
                <a:ext uri="{FF2B5EF4-FFF2-40B4-BE49-F238E27FC236}">
                  <a16:creationId xmlns:a16="http://schemas.microsoft.com/office/drawing/2014/main" id="{BB381129-2089-4EAA-AE6C-2BAA96BC82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95766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4" name="Straight Connector 143">
              <a:extLst>
                <a:ext uri="{FF2B5EF4-FFF2-40B4-BE49-F238E27FC236}">
                  <a16:creationId xmlns:a16="http://schemas.microsoft.com/office/drawing/2014/main" id="{5B69BF7A-FA63-4706-8066-DF15018E66F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51485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id="{6A3ECB71-0CCD-403F-B14B-ABC48D78CD4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07204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Straight Connector 145">
              <a:extLst>
                <a:ext uri="{FF2B5EF4-FFF2-40B4-BE49-F238E27FC236}">
                  <a16:creationId xmlns:a16="http://schemas.microsoft.com/office/drawing/2014/main" id="{D9095BBA-0FE1-49E5-89F7-22125BAF87A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62923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Straight Connector 146">
              <a:extLst>
                <a:ext uri="{FF2B5EF4-FFF2-40B4-BE49-F238E27FC236}">
                  <a16:creationId xmlns:a16="http://schemas.microsoft.com/office/drawing/2014/main" id="{B55351D8-6F27-4B82-968B-581B177CB4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18642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Straight Connector 147">
              <a:extLst>
                <a:ext uri="{FF2B5EF4-FFF2-40B4-BE49-F238E27FC236}">
                  <a16:creationId xmlns:a16="http://schemas.microsoft.com/office/drawing/2014/main" id="{351025A5-EB5A-4057-A85E-69AF0E6BE6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7436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Straight Connector 148">
              <a:extLst>
                <a:ext uri="{FF2B5EF4-FFF2-40B4-BE49-F238E27FC236}">
                  <a16:creationId xmlns:a16="http://schemas.microsoft.com/office/drawing/2014/main" id="{5030318B-EEB9-4D92-BC50-D115109898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0" name="Straight Connector 149">
              <a:extLst>
                <a:ext uri="{FF2B5EF4-FFF2-40B4-BE49-F238E27FC236}">
                  <a16:creationId xmlns:a16="http://schemas.microsoft.com/office/drawing/2014/main" id="{417FC0E3-7CC7-4188-BC7A-7E8FB55649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248400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E68972B1-B007-EF64-FA00-39F6E5A78F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5889" y="341196"/>
            <a:ext cx="11173708" cy="163381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600" dirty="0">
                <a:solidFill>
                  <a:schemeClr val="tx2"/>
                </a:solidFill>
              </a:rPr>
              <a:t>Which routes get the most </a:t>
            </a:r>
            <a:r>
              <a:rPr lang="en-US" sz="3600" dirty="0">
                <a:solidFill>
                  <a:schemeClr val="accent2"/>
                </a:solidFill>
              </a:rPr>
              <a:t>bookings</a:t>
            </a:r>
            <a:r>
              <a:rPr lang="en-US" sz="3600" dirty="0">
                <a:solidFill>
                  <a:schemeClr val="tx2"/>
                </a:solidFill>
              </a:rPr>
              <a:t> and </a:t>
            </a:r>
            <a:r>
              <a:rPr lang="en-US" sz="3600" dirty="0">
                <a:solidFill>
                  <a:srgbClr val="00B050"/>
                </a:solidFill>
              </a:rPr>
              <a:t>revenue</a:t>
            </a:r>
            <a:r>
              <a:rPr lang="en-US" sz="3600" dirty="0">
                <a:solidFill>
                  <a:schemeClr val="tx2"/>
                </a:solidFill>
              </a:rPr>
              <a:t>?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DEEBD04-64A2-398C-8025-BA111CB6242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240818" y="1962905"/>
            <a:ext cx="7477706" cy="40005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4166775"/>
      </p:ext>
    </p:extLst>
  </p:cSld>
  <p:clrMapOvr>
    <a:masterClrMapping/>
  </p:clrMapOvr>
  <p:transition spd="slow">
    <p:push dir="u"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Rectangle 151">
            <a:extLst>
              <a:ext uri="{FF2B5EF4-FFF2-40B4-BE49-F238E27FC236}">
                <a16:creationId xmlns:a16="http://schemas.microsoft.com/office/drawing/2014/main" id="{A4798C7F-C8CA-4799-BF37-3AB4642CDB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7162F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1"/>
              </a:solidFill>
            </a:endParaRPr>
          </a:p>
        </p:txBody>
      </p:sp>
      <p:grpSp>
        <p:nvGrpSpPr>
          <p:cNvPr id="153" name="Group 152">
            <a:extLst>
              <a:ext uri="{FF2B5EF4-FFF2-40B4-BE49-F238E27FC236}">
                <a16:creationId xmlns:a16="http://schemas.microsoft.com/office/drawing/2014/main" id="{87F0794B-55D3-4D2D-BDE7-4688ED321E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BE4C795B-1813-4CC6-B03F-8DD130BEAAB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E0F4C04D-5CD8-446B-BE3D-257172E6E4C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FDDC802E-606F-4F39-84B6-90DF0FE5446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2C5B0C75-0136-4A39-9AB6-0F02C452781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C5ED2B52-3D40-46DE-8B54-99A4071578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196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18BCEC75-1B6B-45B2-8041-8D933FCF60F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9140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6A2FC789-056A-43CC-807E-4262CDC3E0F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9084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48C32FD3-76B0-40E7-89F2-E9C523210A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9028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B82E9447-8362-426C-840A-B6F2231F7BC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8971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2F141DC8-83CE-4C21-A5BA-E2FFF3D866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18915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512A697C-ECBC-40A9-AC69-BF96A34B91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18859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D2E988AF-5EFB-43D3-B93F-6E4F41A2C90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18803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6B312C1B-AAE2-4A6D-ACC7-ABAA75D4285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18747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57B96146-61DA-44D6-A9DF-6DB41FCF2D8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18690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6B33F93D-4439-46EE-97C4-9CECAAFDCF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18634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5914B275-A3D7-4BA4-B8CB-E7657100F3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BD26EF3B-FBE7-4D57-8E01-553F50734A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6CC1E671-BA54-4B31-9A2E-8F50BC57A2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2890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836A704-3624-4ABF-9A67-0F52C2F3EFB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8609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5FDC385D-BA34-481F-A991-A776E0B193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4328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F1EF033A-D8FB-416B-AE51-4E098A27D68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40047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17C17B48-F458-4E9B-9331-56FCDC5B6A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95766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07E44A4B-D453-46F0-A83D-AF0B33D5C5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51485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346BEA9F-314B-440D-AE8D-21E1252EC5A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07204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F15EAFD0-4869-4612-ACDE-ABC703104E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62923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A0F26706-7F23-4FF0-9CAF-F3C4F47C11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18642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C0195A72-345A-4E88-8D71-14DB3D1B607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7436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0DBF51A6-A3BC-49FE-BB01-E8992811774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A78DF911-744C-419B-83DC-39F270BBF41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248400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4" name="Freeform: Shape 153">
            <a:extLst>
              <a:ext uri="{FF2B5EF4-FFF2-40B4-BE49-F238E27FC236}">
                <a16:creationId xmlns:a16="http://schemas.microsoft.com/office/drawing/2014/main" id="{216BB147-20D5-4D93-BDA5-1BC614D6A4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6214" y="5014716"/>
            <a:ext cx="2800124" cy="1843284"/>
          </a:xfrm>
          <a:custGeom>
            <a:avLst/>
            <a:gdLst>
              <a:gd name="connsiteX0" fmla="*/ 375358 w 2800124"/>
              <a:gd name="connsiteY0" fmla="*/ 0 h 1843284"/>
              <a:gd name="connsiteX1" fmla="*/ 2781298 w 2800124"/>
              <a:gd name="connsiteY1" fmla="*/ 1770066 h 1843284"/>
              <a:gd name="connsiteX2" fmla="*/ 2800124 w 2800124"/>
              <a:gd name="connsiteY2" fmla="*/ 1843284 h 1843284"/>
              <a:gd name="connsiteX3" fmla="*/ 1987869 w 2800124"/>
              <a:gd name="connsiteY3" fmla="*/ 1843284 h 1843284"/>
              <a:gd name="connsiteX4" fmla="*/ 1986195 w 2800124"/>
              <a:gd name="connsiteY4" fmla="*/ 1838711 h 1843284"/>
              <a:gd name="connsiteX5" fmla="*/ 375357 w 2800124"/>
              <a:gd name="connsiteY5" fmla="*/ 770976 h 1843284"/>
              <a:gd name="connsiteX6" fmla="*/ 23030 w 2800124"/>
              <a:gd name="connsiteY6" fmla="*/ 806494 h 1843284"/>
              <a:gd name="connsiteX7" fmla="*/ 0 w 2800124"/>
              <a:gd name="connsiteY7" fmla="*/ 812415 h 1843284"/>
              <a:gd name="connsiteX8" fmla="*/ 0 w 2800124"/>
              <a:gd name="connsiteY8" fmla="*/ 30983 h 1843284"/>
              <a:gd name="connsiteX9" fmla="*/ 117785 w 2800124"/>
              <a:gd name="connsiteY9" fmla="*/ 13007 h 1843284"/>
              <a:gd name="connsiteX10" fmla="*/ 375358 w 2800124"/>
              <a:gd name="connsiteY10" fmla="*/ 0 h 18432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800124" h="1843284">
                <a:moveTo>
                  <a:pt x="375358" y="0"/>
                </a:moveTo>
                <a:cubicBezTo>
                  <a:pt x="1505802" y="0"/>
                  <a:pt x="2462339" y="744579"/>
                  <a:pt x="2781298" y="1770066"/>
                </a:cubicBezTo>
                <a:lnTo>
                  <a:pt x="2800124" y="1843284"/>
                </a:lnTo>
                <a:lnTo>
                  <a:pt x="1987869" y="1843284"/>
                </a:lnTo>
                <a:lnTo>
                  <a:pt x="1986195" y="1838711"/>
                </a:lnTo>
                <a:cubicBezTo>
                  <a:pt x="1720801" y="1211248"/>
                  <a:pt x="1099494" y="770976"/>
                  <a:pt x="375357" y="770976"/>
                </a:cubicBezTo>
                <a:cubicBezTo>
                  <a:pt x="254668" y="770976"/>
                  <a:pt x="136835" y="783206"/>
                  <a:pt x="23030" y="806494"/>
                </a:cubicBezTo>
                <a:lnTo>
                  <a:pt x="0" y="812415"/>
                </a:lnTo>
                <a:lnTo>
                  <a:pt x="0" y="30983"/>
                </a:lnTo>
                <a:lnTo>
                  <a:pt x="117785" y="13007"/>
                </a:lnTo>
                <a:cubicBezTo>
                  <a:pt x="202473" y="4406"/>
                  <a:pt x="288401" y="0"/>
                  <a:pt x="375358" y="0"/>
                </a:cubicBezTo>
                <a:close/>
              </a:path>
            </a:pathLst>
          </a:custGeom>
          <a:solidFill>
            <a:schemeClr val="accent5">
              <a:lumMod val="75000"/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55" name="Freeform: Shape 154">
            <a:extLst>
              <a:ext uri="{FF2B5EF4-FFF2-40B4-BE49-F238E27FC236}">
                <a16:creationId xmlns:a16="http://schemas.microsoft.com/office/drawing/2014/main" id="{0A253F60-DE40-4508-A37A-61331DF1D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979728" y="0"/>
            <a:ext cx="4209224" cy="1650549"/>
          </a:xfrm>
          <a:custGeom>
            <a:avLst/>
            <a:gdLst>
              <a:gd name="connsiteX0" fmla="*/ 0 w 4209224"/>
              <a:gd name="connsiteY0" fmla="*/ 0 h 1650549"/>
              <a:gd name="connsiteX1" fmla="*/ 846445 w 4209224"/>
              <a:gd name="connsiteY1" fmla="*/ 0 h 1650549"/>
              <a:gd name="connsiteX2" fmla="*/ 912542 w 4209224"/>
              <a:gd name="connsiteY2" fmla="*/ 108799 h 1650549"/>
              <a:gd name="connsiteX3" fmla="*/ 2362195 w 4209224"/>
              <a:gd name="connsiteY3" fmla="*/ 879573 h 1650549"/>
              <a:gd name="connsiteX4" fmla="*/ 3811848 w 4209224"/>
              <a:gd name="connsiteY4" fmla="*/ 108799 h 1650549"/>
              <a:gd name="connsiteX5" fmla="*/ 3877945 w 4209224"/>
              <a:gd name="connsiteY5" fmla="*/ 0 h 1650549"/>
              <a:gd name="connsiteX6" fmla="*/ 4209224 w 4209224"/>
              <a:gd name="connsiteY6" fmla="*/ 0 h 1650549"/>
              <a:gd name="connsiteX7" fmla="*/ 4209224 w 4209224"/>
              <a:gd name="connsiteY7" fmla="*/ 840421 h 1650549"/>
              <a:gd name="connsiteX8" fmla="*/ 4143538 w 4209224"/>
              <a:gd name="connsiteY8" fmla="*/ 912693 h 1650549"/>
              <a:gd name="connsiteX9" fmla="*/ 2362196 w 4209224"/>
              <a:gd name="connsiteY9" fmla="*/ 1650549 h 1650549"/>
              <a:gd name="connsiteX10" fmla="*/ 40969 w 4209224"/>
              <a:gd name="connsiteY10" fmla="*/ 111937 h 16505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209224" h="1650549">
                <a:moveTo>
                  <a:pt x="0" y="0"/>
                </a:moveTo>
                <a:lnTo>
                  <a:pt x="846445" y="0"/>
                </a:lnTo>
                <a:lnTo>
                  <a:pt x="912542" y="108799"/>
                </a:lnTo>
                <a:cubicBezTo>
                  <a:pt x="1226710" y="573829"/>
                  <a:pt x="1758748" y="879573"/>
                  <a:pt x="2362195" y="879573"/>
                </a:cubicBezTo>
                <a:cubicBezTo>
                  <a:pt x="2965642" y="879573"/>
                  <a:pt x="3497680" y="573829"/>
                  <a:pt x="3811848" y="108799"/>
                </a:cubicBezTo>
                <a:lnTo>
                  <a:pt x="3877945" y="0"/>
                </a:lnTo>
                <a:lnTo>
                  <a:pt x="4209224" y="0"/>
                </a:lnTo>
                <a:lnTo>
                  <a:pt x="4209224" y="840421"/>
                </a:lnTo>
                <a:lnTo>
                  <a:pt x="4143538" y="912693"/>
                </a:lnTo>
                <a:cubicBezTo>
                  <a:pt x="3687653" y="1368578"/>
                  <a:pt x="3057854" y="1650549"/>
                  <a:pt x="2362196" y="1650549"/>
                </a:cubicBezTo>
                <a:cubicBezTo>
                  <a:pt x="1318710" y="1650549"/>
                  <a:pt x="423404" y="1016115"/>
                  <a:pt x="40969" y="111937"/>
                </a:cubicBezTo>
                <a:close/>
              </a:path>
            </a:pathLst>
          </a:custGeom>
          <a:solidFill>
            <a:schemeClr val="accent5">
              <a:lumMod val="60000"/>
              <a:lumOff val="4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3BBF3378-C49E-4B97-A883-6393FBF18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7162F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1"/>
              </a:solidFill>
            </a:endParaRPr>
          </a:p>
        </p:txBody>
      </p:sp>
      <p:grpSp>
        <p:nvGrpSpPr>
          <p:cNvPr id="157" name="Group 156">
            <a:extLst>
              <a:ext uri="{FF2B5EF4-FFF2-40B4-BE49-F238E27FC236}">
                <a16:creationId xmlns:a16="http://schemas.microsoft.com/office/drawing/2014/main" id="{DA3D4001-286E-4CB2-B293-3058BDDC82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F81F6D9A-C297-4D43-A56B-E097477E91F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BBD5299F-3CBD-431D-A276-1F6EBDE639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0579A460-D36C-4808-99FD-224968EC8DC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4FACC58E-31A5-41E4-BCE1-9A0FF26F19B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43EE866F-1BA5-4009-983D-0A270F2651C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196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1E7DADAE-DB0C-47E3-AE16-C7B09A32699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9140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EAB89127-DBEE-47FB-951F-C4FEBC41E9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9084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368F6061-E9B4-4C8B-B421-CB81EF37158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9028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54F431D3-EEE6-4416-BA2B-7B8942561C5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8971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C3A1230D-F162-470F-B26A-44F48789FC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18915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1128856B-8BFD-40E1-993B-93F4DDEEC05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18859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0AD4C0C2-878C-4A6F-998A-CDDC31ACDB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18803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7EE0349E-7D03-4F4E-BCAA-D6BAC3E057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18747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FD4A5BD7-7EA2-4F4A-A88B-240C626054D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18690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A5DE89C9-D993-4FE5-9E60-4816CB1A6F1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18634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3574CA6C-639F-41A6-AED3-15C0E0E1B63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B3864BFB-5F88-4311-A2A0-12D067F91EC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09B3E436-97A2-4763-9E55-2C470DF17D0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2890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8462A8CC-9918-4941-9B4A-36FB3F8531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8609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B0671973-544E-4370-8DB9-174DAB82F9E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4328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B5505BD9-45DD-4763-90CB-FB9DB066152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40047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3022B701-1894-49C5-A67C-6B8377C7C5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95766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90501CD9-45DC-4009-A410-08DB27A8742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51485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00BD35CA-BF52-4F44-B789-E3B98042D85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07204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25AED4B0-30B1-4E36-86A4-42C2A918100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62923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DA1A0260-34D8-4474-8C33-ED80F83092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18642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FDCCA183-C630-4855-8BD6-0E4EEE59FCE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7436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Straight Connector 76">
              <a:extLst>
                <a:ext uri="{FF2B5EF4-FFF2-40B4-BE49-F238E27FC236}">
                  <a16:creationId xmlns:a16="http://schemas.microsoft.com/office/drawing/2014/main" id="{843E8B9F-C809-423A-ADAA-80CE5C0711C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Straight Connector 77">
              <a:extLst>
                <a:ext uri="{FF2B5EF4-FFF2-40B4-BE49-F238E27FC236}">
                  <a16:creationId xmlns:a16="http://schemas.microsoft.com/office/drawing/2014/main" id="{2621EBC9-CEB1-4BA5-82D6-9944A3C123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248400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8" name="Freeform: Shape 157">
            <a:extLst>
              <a:ext uri="{FF2B5EF4-FFF2-40B4-BE49-F238E27FC236}">
                <a16:creationId xmlns:a16="http://schemas.microsoft.com/office/drawing/2014/main" id="{EB68BB96-3C54-47CE-A559-16FC5968EE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6214" y="5014716"/>
            <a:ext cx="2800124" cy="1843284"/>
          </a:xfrm>
          <a:custGeom>
            <a:avLst/>
            <a:gdLst>
              <a:gd name="connsiteX0" fmla="*/ 375358 w 2800124"/>
              <a:gd name="connsiteY0" fmla="*/ 0 h 1843284"/>
              <a:gd name="connsiteX1" fmla="*/ 2781298 w 2800124"/>
              <a:gd name="connsiteY1" fmla="*/ 1770066 h 1843284"/>
              <a:gd name="connsiteX2" fmla="*/ 2800124 w 2800124"/>
              <a:gd name="connsiteY2" fmla="*/ 1843284 h 1843284"/>
              <a:gd name="connsiteX3" fmla="*/ 1987869 w 2800124"/>
              <a:gd name="connsiteY3" fmla="*/ 1843284 h 1843284"/>
              <a:gd name="connsiteX4" fmla="*/ 1986195 w 2800124"/>
              <a:gd name="connsiteY4" fmla="*/ 1838711 h 1843284"/>
              <a:gd name="connsiteX5" fmla="*/ 375357 w 2800124"/>
              <a:gd name="connsiteY5" fmla="*/ 770976 h 1843284"/>
              <a:gd name="connsiteX6" fmla="*/ 23030 w 2800124"/>
              <a:gd name="connsiteY6" fmla="*/ 806494 h 1843284"/>
              <a:gd name="connsiteX7" fmla="*/ 0 w 2800124"/>
              <a:gd name="connsiteY7" fmla="*/ 812415 h 1843284"/>
              <a:gd name="connsiteX8" fmla="*/ 0 w 2800124"/>
              <a:gd name="connsiteY8" fmla="*/ 30983 h 1843284"/>
              <a:gd name="connsiteX9" fmla="*/ 117785 w 2800124"/>
              <a:gd name="connsiteY9" fmla="*/ 13007 h 1843284"/>
              <a:gd name="connsiteX10" fmla="*/ 375358 w 2800124"/>
              <a:gd name="connsiteY10" fmla="*/ 0 h 18432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800124" h="1843284">
                <a:moveTo>
                  <a:pt x="375358" y="0"/>
                </a:moveTo>
                <a:cubicBezTo>
                  <a:pt x="1505802" y="0"/>
                  <a:pt x="2462339" y="744579"/>
                  <a:pt x="2781298" y="1770066"/>
                </a:cubicBezTo>
                <a:lnTo>
                  <a:pt x="2800124" y="1843284"/>
                </a:lnTo>
                <a:lnTo>
                  <a:pt x="1987869" y="1843284"/>
                </a:lnTo>
                <a:lnTo>
                  <a:pt x="1986195" y="1838711"/>
                </a:lnTo>
                <a:cubicBezTo>
                  <a:pt x="1720801" y="1211248"/>
                  <a:pt x="1099494" y="770976"/>
                  <a:pt x="375357" y="770976"/>
                </a:cubicBezTo>
                <a:cubicBezTo>
                  <a:pt x="254668" y="770976"/>
                  <a:pt x="136835" y="783206"/>
                  <a:pt x="23030" y="806494"/>
                </a:cubicBezTo>
                <a:lnTo>
                  <a:pt x="0" y="812415"/>
                </a:lnTo>
                <a:lnTo>
                  <a:pt x="0" y="30983"/>
                </a:lnTo>
                <a:lnTo>
                  <a:pt x="117785" y="13007"/>
                </a:lnTo>
                <a:cubicBezTo>
                  <a:pt x="202473" y="4406"/>
                  <a:pt x="288401" y="0"/>
                  <a:pt x="375358" y="0"/>
                </a:cubicBezTo>
                <a:close/>
              </a:path>
            </a:pathLst>
          </a:cu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grpSp>
        <p:nvGrpSpPr>
          <p:cNvPr id="159" name="Group 158">
            <a:extLst>
              <a:ext uri="{FF2B5EF4-FFF2-40B4-BE49-F238E27FC236}">
                <a16:creationId xmlns:a16="http://schemas.microsoft.com/office/drawing/2014/main" id="{BDDD9304-3AB6-4BE9-833E-9C1B3EC421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83" name="Straight Connector 82">
              <a:extLst>
                <a:ext uri="{FF2B5EF4-FFF2-40B4-BE49-F238E27FC236}">
                  <a16:creationId xmlns:a16="http://schemas.microsoft.com/office/drawing/2014/main" id="{C7756000-2285-4D38-AD2B-91F47CF8B54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2F7A36A8-4BBE-49D8-94DA-606561AC09A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Straight Connector 84">
              <a:extLst>
                <a:ext uri="{FF2B5EF4-FFF2-40B4-BE49-F238E27FC236}">
                  <a16:creationId xmlns:a16="http://schemas.microsoft.com/office/drawing/2014/main" id="{961EE45E-0342-4F26-8CD3-85CDDF7E5A4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89C5DC0E-03C0-4CEB-AD10-3A3C9999483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Straight Connector 86">
              <a:extLst>
                <a:ext uri="{FF2B5EF4-FFF2-40B4-BE49-F238E27FC236}">
                  <a16:creationId xmlns:a16="http://schemas.microsoft.com/office/drawing/2014/main" id="{2E1CE081-E685-46D4-BAF7-54C65BD823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196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Straight Connector 87">
              <a:extLst>
                <a:ext uri="{FF2B5EF4-FFF2-40B4-BE49-F238E27FC236}">
                  <a16:creationId xmlns:a16="http://schemas.microsoft.com/office/drawing/2014/main" id="{5486C88F-30DD-46C8-9B05-F885D4EB073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9140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Straight Connector 88">
              <a:extLst>
                <a:ext uri="{FF2B5EF4-FFF2-40B4-BE49-F238E27FC236}">
                  <a16:creationId xmlns:a16="http://schemas.microsoft.com/office/drawing/2014/main" id="{290BAD11-B30B-49DE-A566-E21BCDDCFA2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9084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Straight Connector 89">
              <a:extLst>
                <a:ext uri="{FF2B5EF4-FFF2-40B4-BE49-F238E27FC236}">
                  <a16:creationId xmlns:a16="http://schemas.microsoft.com/office/drawing/2014/main" id="{31F821CC-6C37-4415-8DA6-EF6B42D876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9028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C9ECD1FB-7FE8-477E-8E90-648AE4E932C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8971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Straight Connector 91">
              <a:extLst>
                <a:ext uri="{FF2B5EF4-FFF2-40B4-BE49-F238E27FC236}">
                  <a16:creationId xmlns:a16="http://schemas.microsoft.com/office/drawing/2014/main" id="{381C9DD8-7FF3-44E6-9887-1CE07DBD95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18915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654D87AF-08CE-4125-AF4B-8C8A9D340B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18859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F3C9C908-1A58-4E28-969E-48E9BA61BB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18803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Straight Connector 94">
              <a:extLst>
                <a:ext uri="{FF2B5EF4-FFF2-40B4-BE49-F238E27FC236}">
                  <a16:creationId xmlns:a16="http://schemas.microsoft.com/office/drawing/2014/main" id="{3530AEF7-35DB-44E3-93EB-B3F0FBA9E5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18747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6108D15E-72F2-45D7-9050-8322CB1F844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18690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CC764F43-FB23-49CB-B2CA-ACFBFB412A2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18634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Connector 97">
              <a:extLst>
                <a:ext uri="{FF2B5EF4-FFF2-40B4-BE49-F238E27FC236}">
                  <a16:creationId xmlns:a16="http://schemas.microsoft.com/office/drawing/2014/main" id="{64C60457-68FC-4E1F-9ABB-E79094AEB11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22C915FB-0611-4283-8EC1-88510A69FC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Straight Connector 99">
              <a:extLst>
                <a:ext uri="{FF2B5EF4-FFF2-40B4-BE49-F238E27FC236}">
                  <a16:creationId xmlns:a16="http://schemas.microsoft.com/office/drawing/2014/main" id="{3CF80AC6-E542-456F-BEE8-E9CF46AC219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2890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9EC6EED6-01FF-4941-A4AB-224D26EE11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8609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F8D16FF7-D5D7-4A97-BB5E-A069EF13A41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4328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Straight Connector 102">
              <a:extLst>
                <a:ext uri="{FF2B5EF4-FFF2-40B4-BE49-F238E27FC236}">
                  <a16:creationId xmlns:a16="http://schemas.microsoft.com/office/drawing/2014/main" id="{D703DF22-27D8-481B-95B5-A4A7A62066A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40047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Straight Connector 103">
              <a:extLst>
                <a:ext uri="{FF2B5EF4-FFF2-40B4-BE49-F238E27FC236}">
                  <a16:creationId xmlns:a16="http://schemas.microsoft.com/office/drawing/2014/main" id="{1F7256DA-C9DD-498F-A3B4-789819FE4C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95766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EBEBA9FF-8036-4656-B1F1-87953464DCE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51485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Straight Connector 105">
              <a:extLst>
                <a:ext uri="{FF2B5EF4-FFF2-40B4-BE49-F238E27FC236}">
                  <a16:creationId xmlns:a16="http://schemas.microsoft.com/office/drawing/2014/main" id="{575DABD2-EA79-4547-AFC6-53720AB60E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07204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Straight Connector 106">
              <a:extLst>
                <a:ext uri="{FF2B5EF4-FFF2-40B4-BE49-F238E27FC236}">
                  <a16:creationId xmlns:a16="http://schemas.microsoft.com/office/drawing/2014/main" id="{3060E1B5-52C7-4314-98B0-3AE8A0B6301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62923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Straight Connector 107">
              <a:extLst>
                <a:ext uri="{FF2B5EF4-FFF2-40B4-BE49-F238E27FC236}">
                  <a16:creationId xmlns:a16="http://schemas.microsoft.com/office/drawing/2014/main" id="{033D416E-D8B5-4097-B7F0-1BA0357D367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18642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Straight Connector 108">
              <a:extLst>
                <a:ext uri="{FF2B5EF4-FFF2-40B4-BE49-F238E27FC236}">
                  <a16:creationId xmlns:a16="http://schemas.microsoft.com/office/drawing/2014/main" id="{A5862DFC-3406-4DC9-AA41-0CE64748AF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7436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Straight Connector 109">
              <a:extLst>
                <a:ext uri="{FF2B5EF4-FFF2-40B4-BE49-F238E27FC236}">
                  <a16:creationId xmlns:a16="http://schemas.microsoft.com/office/drawing/2014/main" id="{3C908427-368C-4792-A5E5-313F77FF28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88CB189E-908B-495D-B023-05D3D2C1B41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248400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 useBgFill="1">
        <p:nvSpPr>
          <p:cNvPr id="160" name="Rectangle 159">
            <a:extLst>
              <a:ext uri="{FF2B5EF4-FFF2-40B4-BE49-F238E27FC236}">
                <a16:creationId xmlns:a16="http://schemas.microsoft.com/office/drawing/2014/main" id="{A173122F-D466-4F08-90FA-0038F7AC21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161" name="Rectangle 160">
            <a:extLst>
              <a:ext uri="{FF2B5EF4-FFF2-40B4-BE49-F238E27FC236}">
                <a16:creationId xmlns:a16="http://schemas.microsoft.com/office/drawing/2014/main" id="{4A929113-1368-4B1B-9C6F-140F47CBF4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bg2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162" name="Right Triangle 161">
            <a:extLst>
              <a:ext uri="{FF2B5EF4-FFF2-40B4-BE49-F238E27FC236}">
                <a16:creationId xmlns:a16="http://schemas.microsoft.com/office/drawing/2014/main" id="{C24346C5-B1C8-4C83-846B-122A3B4B2F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3500000">
            <a:off x="-265270" y="1555699"/>
            <a:ext cx="568289" cy="568289"/>
          </a:xfrm>
          <a:prstGeom prst="rtTriangle">
            <a:avLst/>
          </a:prstGeom>
          <a:solidFill>
            <a:schemeClr val="bg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" name="Freeform: Shape 162">
            <a:extLst>
              <a:ext uri="{FF2B5EF4-FFF2-40B4-BE49-F238E27FC236}">
                <a16:creationId xmlns:a16="http://schemas.microsoft.com/office/drawing/2014/main" id="{0B6C48B2-8296-4312-8901-93BB7735D1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6215" y="4554328"/>
            <a:ext cx="12197917" cy="2303672"/>
          </a:xfrm>
          <a:custGeom>
            <a:avLst/>
            <a:gdLst>
              <a:gd name="connsiteX0" fmla="*/ 8951169 w 12178450"/>
              <a:gd name="connsiteY0" fmla="*/ 32 h 2001622"/>
              <a:gd name="connsiteX1" fmla="*/ 11653845 w 12178450"/>
              <a:gd name="connsiteY1" fmla="*/ 209874 h 2001622"/>
              <a:gd name="connsiteX2" fmla="*/ 12178450 w 12178450"/>
              <a:gd name="connsiteY2" fmla="*/ 286723 h 2001622"/>
              <a:gd name="connsiteX3" fmla="*/ 12178450 w 12178450"/>
              <a:gd name="connsiteY3" fmla="*/ 2001622 h 2001622"/>
              <a:gd name="connsiteX4" fmla="*/ 0 w 12178450"/>
              <a:gd name="connsiteY4" fmla="*/ 2001622 h 2001622"/>
              <a:gd name="connsiteX5" fmla="*/ 0 w 12178450"/>
              <a:gd name="connsiteY5" fmla="*/ 1010979 h 2001622"/>
              <a:gd name="connsiteX6" fmla="*/ 8951169 w 12178450"/>
              <a:gd name="connsiteY6" fmla="*/ 32 h 20016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78450" h="2001622">
                <a:moveTo>
                  <a:pt x="8951169" y="32"/>
                </a:moveTo>
                <a:cubicBezTo>
                  <a:pt x="9704520" y="1593"/>
                  <a:pt x="10578586" y="62133"/>
                  <a:pt x="11653845" y="209874"/>
                </a:cubicBezTo>
                <a:lnTo>
                  <a:pt x="12178450" y="286723"/>
                </a:lnTo>
                <a:lnTo>
                  <a:pt x="12178450" y="2001622"/>
                </a:lnTo>
                <a:lnTo>
                  <a:pt x="0" y="2001622"/>
                </a:lnTo>
                <a:lnTo>
                  <a:pt x="0" y="1010979"/>
                </a:lnTo>
                <a:cubicBezTo>
                  <a:pt x="4768989" y="1010979"/>
                  <a:pt x="5812206" y="-6472"/>
                  <a:pt x="8951169" y="32"/>
                </a:cubicBezTo>
                <a:close/>
              </a:path>
            </a:pathLst>
          </a:custGeom>
          <a:solidFill>
            <a:schemeClr val="accent6">
              <a:lumMod val="20000"/>
              <a:lumOff val="8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grpSp>
        <p:nvGrpSpPr>
          <p:cNvPr id="164" name="Group 163">
            <a:extLst>
              <a:ext uri="{FF2B5EF4-FFF2-40B4-BE49-F238E27FC236}">
                <a16:creationId xmlns:a16="http://schemas.microsoft.com/office/drawing/2014/main" id="{90F28F7A-4F2F-4C1B-AF1C-A6E7C79532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122" name="Straight Connector 121">
              <a:extLst>
                <a:ext uri="{FF2B5EF4-FFF2-40B4-BE49-F238E27FC236}">
                  <a16:creationId xmlns:a16="http://schemas.microsoft.com/office/drawing/2014/main" id="{B23CC870-B5E9-475F-A625-9E862A6295C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Straight Connector 122">
              <a:extLst>
                <a:ext uri="{FF2B5EF4-FFF2-40B4-BE49-F238E27FC236}">
                  <a16:creationId xmlns:a16="http://schemas.microsoft.com/office/drawing/2014/main" id="{42A6B08C-017D-4B4D-95EC-4BB83C5541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Straight Connector 123">
              <a:extLst>
                <a:ext uri="{FF2B5EF4-FFF2-40B4-BE49-F238E27FC236}">
                  <a16:creationId xmlns:a16="http://schemas.microsoft.com/office/drawing/2014/main" id="{94599402-E1B8-4E3B-A56D-68606FC1EF4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Straight Connector 124">
              <a:extLst>
                <a:ext uri="{FF2B5EF4-FFF2-40B4-BE49-F238E27FC236}">
                  <a16:creationId xmlns:a16="http://schemas.microsoft.com/office/drawing/2014/main" id="{B720C48A-E9A0-4B85-A954-39375E0996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Straight Connector 125">
              <a:extLst>
                <a:ext uri="{FF2B5EF4-FFF2-40B4-BE49-F238E27FC236}">
                  <a16:creationId xmlns:a16="http://schemas.microsoft.com/office/drawing/2014/main" id="{B0E26956-FF2A-412E-ACC4-29CCD025991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196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Straight Connector 126">
              <a:extLst>
                <a:ext uri="{FF2B5EF4-FFF2-40B4-BE49-F238E27FC236}">
                  <a16:creationId xmlns:a16="http://schemas.microsoft.com/office/drawing/2014/main" id="{FB31E652-49AC-4108-85B8-75122A48A5F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9140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Straight Connector 127">
              <a:extLst>
                <a:ext uri="{FF2B5EF4-FFF2-40B4-BE49-F238E27FC236}">
                  <a16:creationId xmlns:a16="http://schemas.microsoft.com/office/drawing/2014/main" id="{DC1DB29F-0624-4035-B188-640616D5DE1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9084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Straight Connector 128">
              <a:extLst>
                <a:ext uri="{FF2B5EF4-FFF2-40B4-BE49-F238E27FC236}">
                  <a16:creationId xmlns:a16="http://schemas.microsoft.com/office/drawing/2014/main" id="{1D27221C-2427-4C99-89DC-1A38A54058A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9028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Straight Connector 129">
              <a:extLst>
                <a:ext uri="{FF2B5EF4-FFF2-40B4-BE49-F238E27FC236}">
                  <a16:creationId xmlns:a16="http://schemas.microsoft.com/office/drawing/2014/main" id="{2DBF1D76-8076-4BAE-B627-F1861C9E08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8971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Straight Connector 130">
              <a:extLst>
                <a:ext uri="{FF2B5EF4-FFF2-40B4-BE49-F238E27FC236}">
                  <a16:creationId xmlns:a16="http://schemas.microsoft.com/office/drawing/2014/main" id="{8E930E41-FC2F-4319-9C28-32C27843008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18915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Straight Connector 131">
              <a:extLst>
                <a:ext uri="{FF2B5EF4-FFF2-40B4-BE49-F238E27FC236}">
                  <a16:creationId xmlns:a16="http://schemas.microsoft.com/office/drawing/2014/main" id="{C0936C1B-0C10-464B-85C8-345095AAB37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18859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Straight Connector 132">
              <a:extLst>
                <a:ext uri="{FF2B5EF4-FFF2-40B4-BE49-F238E27FC236}">
                  <a16:creationId xmlns:a16="http://schemas.microsoft.com/office/drawing/2014/main" id="{DB90EC61-FD0C-434A-9D1B-A20035C214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18803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Straight Connector 133">
              <a:extLst>
                <a:ext uri="{FF2B5EF4-FFF2-40B4-BE49-F238E27FC236}">
                  <a16:creationId xmlns:a16="http://schemas.microsoft.com/office/drawing/2014/main" id="{A5F5CC56-1FDA-4D3E-9C6E-8E996026C38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18747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Straight Connector 134">
              <a:extLst>
                <a:ext uri="{FF2B5EF4-FFF2-40B4-BE49-F238E27FC236}">
                  <a16:creationId xmlns:a16="http://schemas.microsoft.com/office/drawing/2014/main" id="{272B8FB2-B735-480F-9A88-48AADB2227E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18690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Straight Connector 135">
              <a:extLst>
                <a:ext uri="{FF2B5EF4-FFF2-40B4-BE49-F238E27FC236}">
                  <a16:creationId xmlns:a16="http://schemas.microsoft.com/office/drawing/2014/main" id="{85B46C1B-4FC4-4E24-AC43-07940BE1E6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18634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Straight Connector 136">
              <a:extLst>
                <a:ext uri="{FF2B5EF4-FFF2-40B4-BE49-F238E27FC236}">
                  <a16:creationId xmlns:a16="http://schemas.microsoft.com/office/drawing/2014/main" id="{C34915AF-0AE3-4EDD-8681-4C3F2C592B9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Straight Connector 137">
              <a:extLst>
                <a:ext uri="{FF2B5EF4-FFF2-40B4-BE49-F238E27FC236}">
                  <a16:creationId xmlns:a16="http://schemas.microsoft.com/office/drawing/2014/main" id="{5C35A3F3-714E-4F69-9BDF-8ED284EF29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Straight Connector 138">
              <a:extLst>
                <a:ext uri="{FF2B5EF4-FFF2-40B4-BE49-F238E27FC236}">
                  <a16:creationId xmlns:a16="http://schemas.microsoft.com/office/drawing/2014/main" id="{03D561AC-B0B1-47EB-BE05-209F5612B70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2890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Straight Connector 139">
              <a:extLst>
                <a:ext uri="{FF2B5EF4-FFF2-40B4-BE49-F238E27FC236}">
                  <a16:creationId xmlns:a16="http://schemas.microsoft.com/office/drawing/2014/main" id="{D3508E52-4FD9-4E6D-AFEA-69A88ED268E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8609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1" name="Straight Connector 140">
              <a:extLst>
                <a:ext uri="{FF2B5EF4-FFF2-40B4-BE49-F238E27FC236}">
                  <a16:creationId xmlns:a16="http://schemas.microsoft.com/office/drawing/2014/main" id="{C69DDE76-16F7-472F-B6D7-84AE8FFF31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4328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Straight Connector 141">
              <a:extLst>
                <a:ext uri="{FF2B5EF4-FFF2-40B4-BE49-F238E27FC236}">
                  <a16:creationId xmlns:a16="http://schemas.microsoft.com/office/drawing/2014/main" id="{B2D87BEF-8844-4A3E-B130-B7D26740CC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40047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Straight Connector 142">
              <a:extLst>
                <a:ext uri="{FF2B5EF4-FFF2-40B4-BE49-F238E27FC236}">
                  <a16:creationId xmlns:a16="http://schemas.microsoft.com/office/drawing/2014/main" id="{BB381129-2089-4EAA-AE6C-2BAA96BC82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95766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4" name="Straight Connector 143">
              <a:extLst>
                <a:ext uri="{FF2B5EF4-FFF2-40B4-BE49-F238E27FC236}">
                  <a16:creationId xmlns:a16="http://schemas.microsoft.com/office/drawing/2014/main" id="{5B69BF7A-FA63-4706-8066-DF15018E66F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51485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id="{6A3ECB71-0CCD-403F-B14B-ABC48D78CD4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07204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Straight Connector 145">
              <a:extLst>
                <a:ext uri="{FF2B5EF4-FFF2-40B4-BE49-F238E27FC236}">
                  <a16:creationId xmlns:a16="http://schemas.microsoft.com/office/drawing/2014/main" id="{D9095BBA-0FE1-49E5-89F7-22125BAF87A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62923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Straight Connector 146">
              <a:extLst>
                <a:ext uri="{FF2B5EF4-FFF2-40B4-BE49-F238E27FC236}">
                  <a16:creationId xmlns:a16="http://schemas.microsoft.com/office/drawing/2014/main" id="{B55351D8-6F27-4B82-968B-581B177CB4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18642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Straight Connector 147">
              <a:extLst>
                <a:ext uri="{FF2B5EF4-FFF2-40B4-BE49-F238E27FC236}">
                  <a16:creationId xmlns:a16="http://schemas.microsoft.com/office/drawing/2014/main" id="{351025A5-EB5A-4057-A85E-69AF0E6BE6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7436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Straight Connector 148">
              <a:extLst>
                <a:ext uri="{FF2B5EF4-FFF2-40B4-BE49-F238E27FC236}">
                  <a16:creationId xmlns:a16="http://schemas.microsoft.com/office/drawing/2014/main" id="{5030318B-EEB9-4D92-BC50-D115109898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0" name="Straight Connector 149">
              <a:extLst>
                <a:ext uri="{FF2B5EF4-FFF2-40B4-BE49-F238E27FC236}">
                  <a16:creationId xmlns:a16="http://schemas.microsoft.com/office/drawing/2014/main" id="{417FC0E3-7CC7-4188-BC7A-7E8FB55649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248400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B7C66285-8A62-FC2E-9F5C-E2FC98850D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3142" y="669788"/>
            <a:ext cx="11542008" cy="157189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600" dirty="0">
                <a:solidFill>
                  <a:schemeClr val="tx2"/>
                </a:solidFill>
              </a:rPr>
              <a:t>Which customers booked both a </a:t>
            </a:r>
            <a:r>
              <a:rPr lang="en-US" sz="3600" dirty="0">
                <a:solidFill>
                  <a:schemeClr val="accent6"/>
                </a:solidFill>
              </a:rPr>
              <a:t>hotel</a:t>
            </a:r>
            <a:r>
              <a:rPr lang="en-US" sz="3600" dirty="0">
                <a:solidFill>
                  <a:schemeClr val="tx2"/>
                </a:solidFill>
              </a:rPr>
              <a:t> and a </a:t>
            </a:r>
            <a:r>
              <a:rPr lang="en-US" sz="3600" dirty="0">
                <a:solidFill>
                  <a:schemeClr val="accent5"/>
                </a:solidFill>
              </a:rPr>
              <a:t>flight</a:t>
            </a:r>
            <a:r>
              <a:rPr lang="en-US" sz="3600" dirty="0">
                <a:solidFill>
                  <a:schemeClr val="tx2"/>
                </a:solidFill>
              </a:rPr>
              <a:t>?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68F939E-C993-83CC-04AC-484F6D1D53A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187198" y="2198355"/>
            <a:ext cx="7817604" cy="40065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8534490"/>
      </p:ext>
    </p:extLst>
  </p:cSld>
  <p:clrMapOvr>
    <a:masterClrMapping/>
  </p:clrMapOvr>
  <p:transition spd="slow">
    <p:push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4798C7F-C8CA-4799-BF37-3AB4642CDB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7162F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1"/>
              </a:solidFill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7F0794B-55D3-4D2D-BDE7-4688ED321E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BE4C795B-1813-4CC6-B03F-8DD130BEAAB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E0F4C04D-5CD8-446B-BE3D-257172E6E4C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FDDC802E-606F-4F39-84B6-90DF0FE5446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2C5B0C75-0136-4A39-9AB6-0F02C452781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C5ED2B52-3D40-46DE-8B54-99A4071578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196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18BCEC75-1B6B-45B2-8041-8D933FCF60F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9140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6A2FC789-056A-43CC-807E-4262CDC3E0F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9084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48C32FD3-76B0-40E7-89F2-E9C523210A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9028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B82E9447-8362-426C-840A-B6F2231F7BC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8971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2F141DC8-83CE-4C21-A5BA-E2FFF3D866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18915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512A697C-ECBC-40A9-AC69-BF96A34B91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18859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D2E988AF-5EFB-43D3-B93F-6E4F41A2C90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18803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6B312C1B-AAE2-4A6D-ACC7-ABAA75D4285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18747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57B96146-61DA-44D6-A9DF-6DB41FCF2D8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18690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6B33F93D-4439-46EE-97C4-9CECAAFDCF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18634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5914B275-A3D7-4BA4-B8CB-E7657100F3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BD26EF3B-FBE7-4D57-8E01-553F50734A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6CC1E671-BA54-4B31-9A2E-8F50BC57A2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2890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836A704-3624-4ABF-9A67-0F52C2F3EFB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8609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5FDC385D-BA34-481F-A991-A776E0B193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4328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F1EF033A-D8FB-416B-AE51-4E098A27D68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40047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17C17B48-F458-4E9B-9331-56FCDC5B6A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95766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07E44A4B-D453-46F0-A83D-AF0B33D5C5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51485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346BEA9F-314B-440D-AE8D-21E1252EC5A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07204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F15EAFD0-4869-4612-ACDE-ABC703104E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62923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A0F26706-7F23-4FF0-9CAF-F3C4F47C11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18642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C0195A72-345A-4E88-8D71-14DB3D1B607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7436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0DBF51A6-A3BC-49FE-BB01-E8992811774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A78DF911-744C-419B-83DC-39F270BBF41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248400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216BB147-20D5-4D93-BDA5-1BC614D6A4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6214" y="5014716"/>
            <a:ext cx="2800124" cy="1843284"/>
          </a:xfrm>
          <a:custGeom>
            <a:avLst/>
            <a:gdLst>
              <a:gd name="connsiteX0" fmla="*/ 375358 w 2800124"/>
              <a:gd name="connsiteY0" fmla="*/ 0 h 1843284"/>
              <a:gd name="connsiteX1" fmla="*/ 2781298 w 2800124"/>
              <a:gd name="connsiteY1" fmla="*/ 1770066 h 1843284"/>
              <a:gd name="connsiteX2" fmla="*/ 2800124 w 2800124"/>
              <a:gd name="connsiteY2" fmla="*/ 1843284 h 1843284"/>
              <a:gd name="connsiteX3" fmla="*/ 1987869 w 2800124"/>
              <a:gd name="connsiteY3" fmla="*/ 1843284 h 1843284"/>
              <a:gd name="connsiteX4" fmla="*/ 1986195 w 2800124"/>
              <a:gd name="connsiteY4" fmla="*/ 1838711 h 1843284"/>
              <a:gd name="connsiteX5" fmla="*/ 375357 w 2800124"/>
              <a:gd name="connsiteY5" fmla="*/ 770976 h 1843284"/>
              <a:gd name="connsiteX6" fmla="*/ 23030 w 2800124"/>
              <a:gd name="connsiteY6" fmla="*/ 806494 h 1843284"/>
              <a:gd name="connsiteX7" fmla="*/ 0 w 2800124"/>
              <a:gd name="connsiteY7" fmla="*/ 812415 h 1843284"/>
              <a:gd name="connsiteX8" fmla="*/ 0 w 2800124"/>
              <a:gd name="connsiteY8" fmla="*/ 30983 h 1843284"/>
              <a:gd name="connsiteX9" fmla="*/ 117785 w 2800124"/>
              <a:gd name="connsiteY9" fmla="*/ 13007 h 1843284"/>
              <a:gd name="connsiteX10" fmla="*/ 375358 w 2800124"/>
              <a:gd name="connsiteY10" fmla="*/ 0 h 18432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800124" h="1843284">
                <a:moveTo>
                  <a:pt x="375358" y="0"/>
                </a:moveTo>
                <a:cubicBezTo>
                  <a:pt x="1505802" y="0"/>
                  <a:pt x="2462339" y="744579"/>
                  <a:pt x="2781298" y="1770066"/>
                </a:cubicBezTo>
                <a:lnTo>
                  <a:pt x="2800124" y="1843284"/>
                </a:lnTo>
                <a:lnTo>
                  <a:pt x="1987869" y="1843284"/>
                </a:lnTo>
                <a:lnTo>
                  <a:pt x="1986195" y="1838711"/>
                </a:lnTo>
                <a:cubicBezTo>
                  <a:pt x="1720801" y="1211248"/>
                  <a:pt x="1099494" y="770976"/>
                  <a:pt x="375357" y="770976"/>
                </a:cubicBezTo>
                <a:cubicBezTo>
                  <a:pt x="254668" y="770976"/>
                  <a:pt x="136835" y="783206"/>
                  <a:pt x="23030" y="806494"/>
                </a:cubicBezTo>
                <a:lnTo>
                  <a:pt x="0" y="812415"/>
                </a:lnTo>
                <a:lnTo>
                  <a:pt x="0" y="30983"/>
                </a:lnTo>
                <a:lnTo>
                  <a:pt x="117785" y="13007"/>
                </a:lnTo>
                <a:cubicBezTo>
                  <a:pt x="202473" y="4406"/>
                  <a:pt x="288401" y="0"/>
                  <a:pt x="375358" y="0"/>
                </a:cubicBezTo>
                <a:close/>
              </a:path>
            </a:pathLst>
          </a:custGeom>
          <a:solidFill>
            <a:schemeClr val="accent5">
              <a:lumMod val="75000"/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5" name="Freeform: Shape 44">
            <a:extLst>
              <a:ext uri="{FF2B5EF4-FFF2-40B4-BE49-F238E27FC236}">
                <a16:creationId xmlns:a16="http://schemas.microsoft.com/office/drawing/2014/main" id="{0A253F60-DE40-4508-A37A-61331DF1D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979728" y="0"/>
            <a:ext cx="4209224" cy="1650549"/>
          </a:xfrm>
          <a:custGeom>
            <a:avLst/>
            <a:gdLst>
              <a:gd name="connsiteX0" fmla="*/ 0 w 4209224"/>
              <a:gd name="connsiteY0" fmla="*/ 0 h 1650549"/>
              <a:gd name="connsiteX1" fmla="*/ 846445 w 4209224"/>
              <a:gd name="connsiteY1" fmla="*/ 0 h 1650549"/>
              <a:gd name="connsiteX2" fmla="*/ 912542 w 4209224"/>
              <a:gd name="connsiteY2" fmla="*/ 108799 h 1650549"/>
              <a:gd name="connsiteX3" fmla="*/ 2362195 w 4209224"/>
              <a:gd name="connsiteY3" fmla="*/ 879573 h 1650549"/>
              <a:gd name="connsiteX4" fmla="*/ 3811848 w 4209224"/>
              <a:gd name="connsiteY4" fmla="*/ 108799 h 1650549"/>
              <a:gd name="connsiteX5" fmla="*/ 3877945 w 4209224"/>
              <a:gd name="connsiteY5" fmla="*/ 0 h 1650549"/>
              <a:gd name="connsiteX6" fmla="*/ 4209224 w 4209224"/>
              <a:gd name="connsiteY6" fmla="*/ 0 h 1650549"/>
              <a:gd name="connsiteX7" fmla="*/ 4209224 w 4209224"/>
              <a:gd name="connsiteY7" fmla="*/ 840421 h 1650549"/>
              <a:gd name="connsiteX8" fmla="*/ 4143538 w 4209224"/>
              <a:gd name="connsiteY8" fmla="*/ 912693 h 1650549"/>
              <a:gd name="connsiteX9" fmla="*/ 2362196 w 4209224"/>
              <a:gd name="connsiteY9" fmla="*/ 1650549 h 1650549"/>
              <a:gd name="connsiteX10" fmla="*/ 40969 w 4209224"/>
              <a:gd name="connsiteY10" fmla="*/ 111937 h 16505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209224" h="1650549">
                <a:moveTo>
                  <a:pt x="0" y="0"/>
                </a:moveTo>
                <a:lnTo>
                  <a:pt x="846445" y="0"/>
                </a:lnTo>
                <a:lnTo>
                  <a:pt x="912542" y="108799"/>
                </a:lnTo>
                <a:cubicBezTo>
                  <a:pt x="1226710" y="573829"/>
                  <a:pt x="1758748" y="879573"/>
                  <a:pt x="2362195" y="879573"/>
                </a:cubicBezTo>
                <a:cubicBezTo>
                  <a:pt x="2965642" y="879573"/>
                  <a:pt x="3497680" y="573829"/>
                  <a:pt x="3811848" y="108799"/>
                </a:cubicBezTo>
                <a:lnTo>
                  <a:pt x="3877945" y="0"/>
                </a:lnTo>
                <a:lnTo>
                  <a:pt x="4209224" y="0"/>
                </a:lnTo>
                <a:lnTo>
                  <a:pt x="4209224" y="840421"/>
                </a:lnTo>
                <a:lnTo>
                  <a:pt x="4143538" y="912693"/>
                </a:lnTo>
                <a:cubicBezTo>
                  <a:pt x="3687653" y="1368578"/>
                  <a:pt x="3057854" y="1650549"/>
                  <a:pt x="2362196" y="1650549"/>
                </a:cubicBezTo>
                <a:cubicBezTo>
                  <a:pt x="1318710" y="1650549"/>
                  <a:pt x="423404" y="1016115"/>
                  <a:pt x="40969" y="111937"/>
                </a:cubicBezTo>
                <a:close/>
              </a:path>
            </a:pathLst>
          </a:custGeom>
          <a:solidFill>
            <a:schemeClr val="accent5">
              <a:lumMod val="60000"/>
              <a:lumOff val="4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3BBF3378-C49E-4B97-A883-6393FBF18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7162F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1"/>
              </a:solidFill>
            </a:endParaRPr>
          </a:p>
        </p:txBody>
      </p:sp>
      <p:grpSp>
        <p:nvGrpSpPr>
          <p:cNvPr id="49" name="Group 48">
            <a:extLst>
              <a:ext uri="{FF2B5EF4-FFF2-40B4-BE49-F238E27FC236}">
                <a16:creationId xmlns:a16="http://schemas.microsoft.com/office/drawing/2014/main" id="{DA3D4001-286E-4CB2-B293-3058BDDC82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F81F6D9A-C297-4D43-A56B-E097477E91F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BBD5299F-3CBD-431D-A276-1F6EBDE639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0579A460-D36C-4808-99FD-224968EC8DC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4FACC58E-31A5-41E4-BCE1-9A0FF26F19B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43EE866F-1BA5-4009-983D-0A270F2651C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196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1E7DADAE-DB0C-47E3-AE16-C7B09A32699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9140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EAB89127-DBEE-47FB-951F-C4FEBC41E9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9084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368F6061-E9B4-4C8B-B421-CB81EF37158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9028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54F431D3-EEE6-4416-BA2B-7B8942561C5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8971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C3A1230D-F162-470F-B26A-44F48789FC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18915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1128856B-8BFD-40E1-993B-93F4DDEEC05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18859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0AD4C0C2-878C-4A6F-998A-CDDC31ACDB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18803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7EE0349E-7D03-4F4E-BCAA-D6BAC3E057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18747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FD4A5BD7-7EA2-4F4A-A88B-240C626054D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18690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A5DE89C9-D993-4FE5-9E60-4816CB1A6F1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18634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3574CA6C-639F-41A6-AED3-15C0E0E1B63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B3864BFB-5F88-4311-A2A0-12D067F91EC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09B3E436-97A2-4763-9E55-2C470DF17D0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2890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8462A8CC-9918-4941-9B4A-36FB3F8531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8609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B0671973-544E-4370-8DB9-174DAB82F9E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4328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B5505BD9-45DD-4763-90CB-FB9DB066152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40047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3022B701-1894-49C5-A67C-6B8377C7C5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95766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90501CD9-45DC-4009-A410-08DB27A8742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51485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00BD35CA-BF52-4F44-B789-E3B98042D85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07204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25AED4B0-30B1-4E36-86A4-42C2A918100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62923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DA1A0260-34D8-4474-8C33-ED80F83092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18642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FDCCA183-C630-4855-8BD6-0E4EEE59FCE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7436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Straight Connector 76">
              <a:extLst>
                <a:ext uri="{FF2B5EF4-FFF2-40B4-BE49-F238E27FC236}">
                  <a16:creationId xmlns:a16="http://schemas.microsoft.com/office/drawing/2014/main" id="{843E8B9F-C809-423A-ADAA-80CE5C0711C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Straight Connector 77">
              <a:extLst>
                <a:ext uri="{FF2B5EF4-FFF2-40B4-BE49-F238E27FC236}">
                  <a16:creationId xmlns:a16="http://schemas.microsoft.com/office/drawing/2014/main" id="{2621EBC9-CEB1-4BA5-82D6-9944A3C123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248400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EB68BB96-3C54-47CE-A559-16FC5968EE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6214" y="5014716"/>
            <a:ext cx="2800124" cy="1843284"/>
          </a:xfrm>
          <a:custGeom>
            <a:avLst/>
            <a:gdLst>
              <a:gd name="connsiteX0" fmla="*/ 375358 w 2800124"/>
              <a:gd name="connsiteY0" fmla="*/ 0 h 1843284"/>
              <a:gd name="connsiteX1" fmla="*/ 2781298 w 2800124"/>
              <a:gd name="connsiteY1" fmla="*/ 1770066 h 1843284"/>
              <a:gd name="connsiteX2" fmla="*/ 2800124 w 2800124"/>
              <a:gd name="connsiteY2" fmla="*/ 1843284 h 1843284"/>
              <a:gd name="connsiteX3" fmla="*/ 1987869 w 2800124"/>
              <a:gd name="connsiteY3" fmla="*/ 1843284 h 1843284"/>
              <a:gd name="connsiteX4" fmla="*/ 1986195 w 2800124"/>
              <a:gd name="connsiteY4" fmla="*/ 1838711 h 1843284"/>
              <a:gd name="connsiteX5" fmla="*/ 375357 w 2800124"/>
              <a:gd name="connsiteY5" fmla="*/ 770976 h 1843284"/>
              <a:gd name="connsiteX6" fmla="*/ 23030 w 2800124"/>
              <a:gd name="connsiteY6" fmla="*/ 806494 h 1843284"/>
              <a:gd name="connsiteX7" fmla="*/ 0 w 2800124"/>
              <a:gd name="connsiteY7" fmla="*/ 812415 h 1843284"/>
              <a:gd name="connsiteX8" fmla="*/ 0 w 2800124"/>
              <a:gd name="connsiteY8" fmla="*/ 30983 h 1843284"/>
              <a:gd name="connsiteX9" fmla="*/ 117785 w 2800124"/>
              <a:gd name="connsiteY9" fmla="*/ 13007 h 1843284"/>
              <a:gd name="connsiteX10" fmla="*/ 375358 w 2800124"/>
              <a:gd name="connsiteY10" fmla="*/ 0 h 18432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800124" h="1843284">
                <a:moveTo>
                  <a:pt x="375358" y="0"/>
                </a:moveTo>
                <a:cubicBezTo>
                  <a:pt x="1505802" y="0"/>
                  <a:pt x="2462339" y="744579"/>
                  <a:pt x="2781298" y="1770066"/>
                </a:cubicBezTo>
                <a:lnTo>
                  <a:pt x="2800124" y="1843284"/>
                </a:lnTo>
                <a:lnTo>
                  <a:pt x="1987869" y="1843284"/>
                </a:lnTo>
                <a:lnTo>
                  <a:pt x="1986195" y="1838711"/>
                </a:lnTo>
                <a:cubicBezTo>
                  <a:pt x="1720801" y="1211248"/>
                  <a:pt x="1099494" y="770976"/>
                  <a:pt x="375357" y="770976"/>
                </a:cubicBezTo>
                <a:cubicBezTo>
                  <a:pt x="254668" y="770976"/>
                  <a:pt x="136835" y="783206"/>
                  <a:pt x="23030" y="806494"/>
                </a:cubicBezTo>
                <a:lnTo>
                  <a:pt x="0" y="812415"/>
                </a:lnTo>
                <a:lnTo>
                  <a:pt x="0" y="30983"/>
                </a:lnTo>
                <a:lnTo>
                  <a:pt x="117785" y="13007"/>
                </a:lnTo>
                <a:cubicBezTo>
                  <a:pt x="202473" y="4406"/>
                  <a:pt x="288401" y="0"/>
                  <a:pt x="375358" y="0"/>
                </a:cubicBezTo>
                <a:close/>
              </a:path>
            </a:pathLst>
          </a:cu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grpSp>
        <p:nvGrpSpPr>
          <p:cNvPr id="82" name="Group 81">
            <a:extLst>
              <a:ext uri="{FF2B5EF4-FFF2-40B4-BE49-F238E27FC236}">
                <a16:creationId xmlns:a16="http://schemas.microsoft.com/office/drawing/2014/main" id="{BDDD9304-3AB6-4BE9-833E-9C1B3EC421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83" name="Straight Connector 82">
              <a:extLst>
                <a:ext uri="{FF2B5EF4-FFF2-40B4-BE49-F238E27FC236}">
                  <a16:creationId xmlns:a16="http://schemas.microsoft.com/office/drawing/2014/main" id="{C7756000-2285-4D38-AD2B-91F47CF8B54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2F7A36A8-4BBE-49D8-94DA-606561AC09A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Straight Connector 84">
              <a:extLst>
                <a:ext uri="{FF2B5EF4-FFF2-40B4-BE49-F238E27FC236}">
                  <a16:creationId xmlns:a16="http://schemas.microsoft.com/office/drawing/2014/main" id="{961EE45E-0342-4F26-8CD3-85CDDF7E5A4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89C5DC0E-03C0-4CEB-AD10-3A3C9999483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Straight Connector 86">
              <a:extLst>
                <a:ext uri="{FF2B5EF4-FFF2-40B4-BE49-F238E27FC236}">
                  <a16:creationId xmlns:a16="http://schemas.microsoft.com/office/drawing/2014/main" id="{2E1CE081-E685-46D4-BAF7-54C65BD823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196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Straight Connector 87">
              <a:extLst>
                <a:ext uri="{FF2B5EF4-FFF2-40B4-BE49-F238E27FC236}">
                  <a16:creationId xmlns:a16="http://schemas.microsoft.com/office/drawing/2014/main" id="{5486C88F-30DD-46C8-9B05-F885D4EB073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9140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Straight Connector 88">
              <a:extLst>
                <a:ext uri="{FF2B5EF4-FFF2-40B4-BE49-F238E27FC236}">
                  <a16:creationId xmlns:a16="http://schemas.microsoft.com/office/drawing/2014/main" id="{290BAD11-B30B-49DE-A566-E21BCDDCFA2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9084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Straight Connector 89">
              <a:extLst>
                <a:ext uri="{FF2B5EF4-FFF2-40B4-BE49-F238E27FC236}">
                  <a16:creationId xmlns:a16="http://schemas.microsoft.com/office/drawing/2014/main" id="{31F821CC-6C37-4415-8DA6-EF6B42D876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9028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C9ECD1FB-7FE8-477E-8E90-648AE4E932C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8971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Straight Connector 91">
              <a:extLst>
                <a:ext uri="{FF2B5EF4-FFF2-40B4-BE49-F238E27FC236}">
                  <a16:creationId xmlns:a16="http://schemas.microsoft.com/office/drawing/2014/main" id="{381C9DD8-7FF3-44E6-9887-1CE07DBD95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18915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654D87AF-08CE-4125-AF4B-8C8A9D340B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18859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F3C9C908-1A58-4E28-969E-48E9BA61BB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18803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Straight Connector 94">
              <a:extLst>
                <a:ext uri="{FF2B5EF4-FFF2-40B4-BE49-F238E27FC236}">
                  <a16:creationId xmlns:a16="http://schemas.microsoft.com/office/drawing/2014/main" id="{3530AEF7-35DB-44E3-93EB-B3F0FBA9E5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18747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6108D15E-72F2-45D7-9050-8322CB1F844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18690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CC764F43-FB23-49CB-B2CA-ACFBFB412A2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18634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Connector 97">
              <a:extLst>
                <a:ext uri="{FF2B5EF4-FFF2-40B4-BE49-F238E27FC236}">
                  <a16:creationId xmlns:a16="http://schemas.microsoft.com/office/drawing/2014/main" id="{64C60457-68FC-4E1F-9ABB-E79094AEB11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22C915FB-0611-4283-8EC1-88510A69FC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Straight Connector 99">
              <a:extLst>
                <a:ext uri="{FF2B5EF4-FFF2-40B4-BE49-F238E27FC236}">
                  <a16:creationId xmlns:a16="http://schemas.microsoft.com/office/drawing/2014/main" id="{3CF80AC6-E542-456F-BEE8-E9CF46AC219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2890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9EC6EED6-01FF-4941-A4AB-224D26EE11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8609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F8D16FF7-D5D7-4A97-BB5E-A069EF13A41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4328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Straight Connector 102">
              <a:extLst>
                <a:ext uri="{FF2B5EF4-FFF2-40B4-BE49-F238E27FC236}">
                  <a16:creationId xmlns:a16="http://schemas.microsoft.com/office/drawing/2014/main" id="{D703DF22-27D8-481B-95B5-A4A7A62066A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40047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Straight Connector 103">
              <a:extLst>
                <a:ext uri="{FF2B5EF4-FFF2-40B4-BE49-F238E27FC236}">
                  <a16:creationId xmlns:a16="http://schemas.microsoft.com/office/drawing/2014/main" id="{1F7256DA-C9DD-498F-A3B4-789819FE4C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95766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EBEBA9FF-8036-4656-B1F1-87953464DCE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51485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Straight Connector 105">
              <a:extLst>
                <a:ext uri="{FF2B5EF4-FFF2-40B4-BE49-F238E27FC236}">
                  <a16:creationId xmlns:a16="http://schemas.microsoft.com/office/drawing/2014/main" id="{575DABD2-EA79-4547-AFC6-53720AB60E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07204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Straight Connector 106">
              <a:extLst>
                <a:ext uri="{FF2B5EF4-FFF2-40B4-BE49-F238E27FC236}">
                  <a16:creationId xmlns:a16="http://schemas.microsoft.com/office/drawing/2014/main" id="{3060E1B5-52C7-4314-98B0-3AE8A0B6301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62923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Straight Connector 107">
              <a:extLst>
                <a:ext uri="{FF2B5EF4-FFF2-40B4-BE49-F238E27FC236}">
                  <a16:creationId xmlns:a16="http://schemas.microsoft.com/office/drawing/2014/main" id="{033D416E-D8B5-4097-B7F0-1BA0357D367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18642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Straight Connector 108">
              <a:extLst>
                <a:ext uri="{FF2B5EF4-FFF2-40B4-BE49-F238E27FC236}">
                  <a16:creationId xmlns:a16="http://schemas.microsoft.com/office/drawing/2014/main" id="{A5862DFC-3406-4DC9-AA41-0CE64748AF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7436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Straight Connector 109">
              <a:extLst>
                <a:ext uri="{FF2B5EF4-FFF2-40B4-BE49-F238E27FC236}">
                  <a16:creationId xmlns:a16="http://schemas.microsoft.com/office/drawing/2014/main" id="{3C908427-368C-4792-A5E5-313F77FF28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88CB189E-908B-495D-B023-05D3D2C1B41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248400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 useBgFill="1">
        <p:nvSpPr>
          <p:cNvPr id="113" name="Rectangle 112">
            <a:extLst>
              <a:ext uri="{FF2B5EF4-FFF2-40B4-BE49-F238E27FC236}">
                <a16:creationId xmlns:a16="http://schemas.microsoft.com/office/drawing/2014/main" id="{A173122F-D466-4F08-90FA-0038F7AC21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115" name="Rectangle 114">
            <a:extLst>
              <a:ext uri="{FF2B5EF4-FFF2-40B4-BE49-F238E27FC236}">
                <a16:creationId xmlns:a16="http://schemas.microsoft.com/office/drawing/2014/main" id="{4A929113-1368-4B1B-9C6F-140F47CBF4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bg2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117" name="Right Triangle 116">
            <a:extLst>
              <a:ext uri="{FF2B5EF4-FFF2-40B4-BE49-F238E27FC236}">
                <a16:creationId xmlns:a16="http://schemas.microsoft.com/office/drawing/2014/main" id="{C24346C5-B1C8-4C83-846B-122A3B4B2F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3500000">
            <a:off x="-265270" y="1555699"/>
            <a:ext cx="568289" cy="568289"/>
          </a:xfrm>
          <a:prstGeom prst="rtTriangle">
            <a:avLst/>
          </a:prstGeom>
          <a:solidFill>
            <a:schemeClr val="bg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Freeform: Shape 118">
            <a:extLst>
              <a:ext uri="{FF2B5EF4-FFF2-40B4-BE49-F238E27FC236}">
                <a16:creationId xmlns:a16="http://schemas.microsoft.com/office/drawing/2014/main" id="{0B6C48B2-8296-4312-8901-93BB7735D1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6215" y="4554328"/>
            <a:ext cx="12197917" cy="2303672"/>
          </a:xfrm>
          <a:custGeom>
            <a:avLst/>
            <a:gdLst>
              <a:gd name="connsiteX0" fmla="*/ 8951169 w 12178450"/>
              <a:gd name="connsiteY0" fmla="*/ 32 h 2001622"/>
              <a:gd name="connsiteX1" fmla="*/ 11653845 w 12178450"/>
              <a:gd name="connsiteY1" fmla="*/ 209874 h 2001622"/>
              <a:gd name="connsiteX2" fmla="*/ 12178450 w 12178450"/>
              <a:gd name="connsiteY2" fmla="*/ 286723 h 2001622"/>
              <a:gd name="connsiteX3" fmla="*/ 12178450 w 12178450"/>
              <a:gd name="connsiteY3" fmla="*/ 2001622 h 2001622"/>
              <a:gd name="connsiteX4" fmla="*/ 0 w 12178450"/>
              <a:gd name="connsiteY4" fmla="*/ 2001622 h 2001622"/>
              <a:gd name="connsiteX5" fmla="*/ 0 w 12178450"/>
              <a:gd name="connsiteY5" fmla="*/ 1010979 h 2001622"/>
              <a:gd name="connsiteX6" fmla="*/ 8951169 w 12178450"/>
              <a:gd name="connsiteY6" fmla="*/ 32 h 20016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78450" h="2001622">
                <a:moveTo>
                  <a:pt x="8951169" y="32"/>
                </a:moveTo>
                <a:cubicBezTo>
                  <a:pt x="9704520" y="1593"/>
                  <a:pt x="10578586" y="62133"/>
                  <a:pt x="11653845" y="209874"/>
                </a:cubicBezTo>
                <a:lnTo>
                  <a:pt x="12178450" y="286723"/>
                </a:lnTo>
                <a:lnTo>
                  <a:pt x="12178450" y="2001622"/>
                </a:lnTo>
                <a:lnTo>
                  <a:pt x="0" y="2001622"/>
                </a:lnTo>
                <a:lnTo>
                  <a:pt x="0" y="1010979"/>
                </a:lnTo>
                <a:cubicBezTo>
                  <a:pt x="4768989" y="1010979"/>
                  <a:pt x="5812206" y="-6472"/>
                  <a:pt x="8951169" y="32"/>
                </a:cubicBezTo>
                <a:close/>
              </a:path>
            </a:pathLst>
          </a:custGeom>
          <a:solidFill>
            <a:schemeClr val="accent6">
              <a:lumMod val="20000"/>
              <a:lumOff val="8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90F28F7A-4F2F-4C1B-AF1C-A6E7C79532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122" name="Straight Connector 121">
              <a:extLst>
                <a:ext uri="{FF2B5EF4-FFF2-40B4-BE49-F238E27FC236}">
                  <a16:creationId xmlns:a16="http://schemas.microsoft.com/office/drawing/2014/main" id="{B23CC870-B5E9-475F-A625-9E862A6295C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Straight Connector 122">
              <a:extLst>
                <a:ext uri="{FF2B5EF4-FFF2-40B4-BE49-F238E27FC236}">
                  <a16:creationId xmlns:a16="http://schemas.microsoft.com/office/drawing/2014/main" id="{42A6B08C-017D-4B4D-95EC-4BB83C5541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Straight Connector 123">
              <a:extLst>
                <a:ext uri="{FF2B5EF4-FFF2-40B4-BE49-F238E27FC236}">
                  <a16:creationId xmlns:a16="http://schemas.microsoft.com/office/drawing/2014/main" id="{94599402-E1B8-4E3B-A56D-68606FC1EF4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Straight Connector 124">
              <a:extLst>
                <a:ext uri="{FF2B5EF4-FFF2-40B4-BE49-F238E27FC236}">
                  <a16:creationId xmlns:a16="http://schemas.microsoft.com/office/drawing/2014/main" id="{B720C48A-E9A0-4B85-A954-39375E0996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Straight Connector 125">
              <a:extLst>
                <a:ext uri="{FF2B5EF4-FFF2-40B4-BE49-F238E27FC236}">
                  <a16:creationId xmlns:a16="http://schemas.microsoft.com/office/drawing/2014/main" id="{B0E26956-FF2A-412E-ACC4-29CCD025991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196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Straight Connector 126">
              <a:extLst>
                <a:ext uri="{FF2B5EF4-FFF2-40B4-BE49-F238E27FC236}">
                  <a16:creationId xmlns:a16="http://schemas.microsoft.com/office/drawing/2014/main" id="{FB31E652-49AC-4108-85B8-75122A48A5F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9140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Straight Connector 127">
              <a:extLst>
                <a:ext uri="{FF2B5EF4-FFF2-40B4-BE49-F238E27FC236}">
                  <a16:creationId xmlns:a16="http://schemas.microsoft.com/office/drawing/2014/main" id="{DC1DB29F-0624-4035-B188-640616D5DE1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9084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Straight Connector 128">
              <a:extLst>
                <a:ext uri="{FF2B5EF4-FFF2-40B4-BE49-F238E27FC236}">
                  <a16:creationId xmlns:a16="http://schemas.microsoft.com/office/drawing/2014/main" id="{1D27221C-2427-4C99-89DC-1A38A54058A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9028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Straight Connector 129">
              <a:extLst>
                <a:ext uri="{FF2B5EF4-FFF2-40B4-BE49-F238E27FC236}">
                  <a16:creationId xmlns:a16="http://schemas.microsoft.com/office/drawing/2014/main" id="{2DBF1D76-8076-4BAE-B627-F1861C9E08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8971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Straight Connector 130">
              <a:extLst>
                <a:ext uri="{FF2B5EF4-FFF2-40B4-BE49-F238E27FC236}">
                  <a16:creationId xmlns:a16="http://schemas.microsoft.com/office/drawing/2014/main" id="{8E930E41-FC2F-4319-9C28-32C27843008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18915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Straight Connector 131">
              <a:extLst>
                <a:ext uri="{FF2B5EF4-FFF2-40B4-BE49-F238E27FC236}">
                  <a16:creationId xmlns:a16="http://schemas.microsoft.com/office/drawing/2014/main" id="{C0936C1B-0C10-464B-85C8-345095AAB37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18859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Straight Connector 132">
              <a:extLst>
                <a:ext uri="{FF2B5EF4-FFF2-40B4-BE49-F238E27FC236}">
                  <a16:creationId xmlns:a16="http://schemas.microsoft.com/office/drawing/2014/main" id="{DB90EC61-FD0C-434A-9D1B-A20035C214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18803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Straight Connector 133">
              <a:extLst>
                <a:ext uri="{FF2B5EF4-FFF2-40B4-BE49-F238E27FC236}">
                  <a16:creationId xmlns:a16="http://schemas.microsoft.com/office/drawing/2014/main" id="{A5F5CC56-1FDA-4D3E-9C6E-8E996026C38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18747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Straight Connector 134">
              <a:extLst>
                <a:ext uri="{FF2B5EF4-FFF2-40B4-BE49-F238E27FC236}">
                  <a16:creationId xmlns:a16="http://schemas.microsoft.com/office/drawing/2014/main" id="{272B8FB2-B735-480F-9A88-48AADB2227E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18690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Straight Connector 135">
              <a:extLst>
                <a:ext uri="{FF2B5EF4-FFF2-40B4-BE49-F238E27FC236}">
                  <a16:creationId xmlns:a16="http://schemas.microsoft.com/office/drawing/2014/main" id="{85B46C1B-4FC4-4E24-AC43-07940BE1E6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18634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Straight Connector 136">
              <a:extLst>
                <a:ext uri="{FF2B5EF4-FFF2-40B4-BE49-F238E27FC236}">
                  <a16:creationId xmlns:a16="http://schemas.microsoft.com/office/drawing/2014/main" id="{C34915AF-0AE3-4EDD-8681-4C3F2C592B9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Straight Connector 137">
              <a:extLst>
                <a:ext uri="{FF2B5EF4-FFF2-40B4-BE49-F238E27FC236}">
                  <a16:creationId xmlns:a16="http://schemas.microsoft.com/office/drawing/2014/main" id="{5C35A3F3-714E-4F69-9BDF-8ED284EF29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Straight Connector 138">
              <a:extLst>
                <a:ext uri="{FF2B5EF4-FFF2-40B4-BE49-F238E27FC236}">
                  <a16:creationId xmlns:a16="http://schemas.microsoft.com/office/drawing/2014/main" id="{03D561AC-B0B1-47EB-BE05-209F5612B70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2890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Straight Connector 139">
              <a:extLst>
                <a:ext uri="{FF2B5EF4-FFF2-40B4-BE49-F238E27FC236}">
                  <a16:creationId xmlns:a16="http://schemas.microsoft.com/office/drawing/2014/main" id="{D3508E52-4FD9-4E6D-AFEA-69A88ED268E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8609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1" name="Straight Connector 140">
              <a:extLst>
                <a:ext uri="{FF2B5EF4-FFF2-40B4-BE49-F238E27FC236}">
                  <a16:creationId xmlns:a16="http://schemas.microsoft.com/office/drawing/2014/main" id="{C69DDE76-16F7-472F-B6D7-84AE8FFF31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4328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Straight Connector 141">
              <a:extLst>
                <a:ext uri="{FF2B5EF4-FFF2-40B4-BE49-F238E27FC236}">
                  <a16:creationId xmlns:a16="http://schemas.microsoft.com/office/drawing/2014/main" id="{B2D87BEF-8844-4A3E-B130-B7D26740CC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40047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Straight Connector 142">
              <a:extLst>
                <a:ext uri="{FF2B5EF4-FFF2-40B4-BE49-F238E27FC236}">
                  <a16:creationId xmlns:a16="http://schemas.microsoft.com/office/drawing/2014/main" id="{BB381129-2089-4EAA-AE6C-2BAA96BC82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95766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4" name="Straight Connector 143">
              <a:extLst>
                <a:ext uri="{FF2B5EF4-FFF2-40B4-BE49-F238E27FC236}">
                  <a16:creationId xmlns:a16="http://schemas.microsoft.com/office/drawing/2014/main" id="{5B69BF7A-FA63-4706-8066-DF15018E66F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51485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id="{6A3ECB71-0CCD-403F-B14B-ABC48D78CD4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07204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Straight Connector 145">
              <a:extLst>
                <a:ext uri="{FF2B5EF4-FFF2-40B4-BE49-F238E27FC236}">
                  <a16:creationId xmlns:a16="http://schemas.microsoft.com/office/drawing/2014/main" id="{D9095BBA-0FE1-49E5-89F7-22125BAF87A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62923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Straight Connector 146">
              <a:extLst>
                <a:ext uri="{FF2B5EF4-FFF2-40B4-BE49-F238E27FC236}">
                  <a16:creationId xmlns:a16="http://schemas.microsoft.com/office/drawing/2014/main" id="{B55351D8-6F27-4B82-968B-581B177CB4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18642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Straight Connector 147">
              <a:extLst>
                <a:ext uri="{FF2B5EF4-FFF2-40B4-BE49-F238E27FC236}">
                  <a16:creationId xmlns:a16="http://schemas.microsoft.com/office/drawing/2014/main" id="{351025A5-EB5A-4057-A85E-69AF0E6BE6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7436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Straight Connector 148">
              <a:extLst>
                <a:ext uri="{FF2B5EF4-FFF2-40B4-BE49-F238E27FC236}">
                  <a16:creationId xmlns:a16="http://schemas.microsoft.com/office/drawing/2014/main" id="{5030318B-EEB9-4D92-BC50-D115109898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0" name="Straight Connector 149">
              <a:extLst>
                <a:ext uri="{FF2B5EF4-FFF2-40B4-BE49-F238E27FC236}">
                  <a16:creationId xmlns:a16="http://schemas.microsoft.com/office/drawing/2014/main" id="{417FC0E3-7CC7-4188-BC7A-7E8FB55649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248400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701F83A8-FC02-310D-5E48-F0334E7BA4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0200" y="485773"/>
            <a:ext cx="11607800" cy="193992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2400" dirty="0">
                <a:solidFill>
                  <a:schemeClr val="tx2"/>
                </a:solidFill>
              </a:rPr>
              <a:t>What's the ratio of </a:t>
            </a:r>
            <a:r>
              <a:rPr lang="en-US" sz="2400" b="1" dirty="0">
                <a:solidFill>
                  <a:schemeClr val="tx2"/>
                </a:solidFill>
              </a:rPr>
              <a:t>(</a:t>
            </a:r>
            <a:r>
              <a:rPr lang="en-US" sz="2400" dirty="0">
                <a:solidFill>
                  <a:srgbClr val="00B050"/>
                </a:solidFill>
              </a:rPr>
              <a:t>confirmed</a:t>
            </a:r>
            <a:r>
              <a:rPr lang="en-US" sz="2400" b="1" dirty="0">
                <a:solidFill>
                  <a:schemeClr val="tx2"/>
                </a:solidFill>
              </a:rPr>
              <a:t>/</a:t>
            </a:r>
            <a:r>
              <a:rPr lang="en-US" sz="2400" dirty="0">
                <a:solidFill>
                  <a:srgbClr val="FFC000"/>
                </a:solidFill>
              </a:rPr>
              <a:t>pending</a:t>
            </a:r>
            <a:r>
              <a:rPr lang="en-US" sz="2400" b="1" dirty="0">
                <a:solidFill>
                  <a:schemeClr val="tx2"/>
                </a:solidFill>
              </a:rPr>
              <a:t>/</a:t>
            </a:r>
            <a:r>
              <a:rPr lang="en-US" sz="2400" dirty="0">
                <a:solidFill>
                  <a:schemeClr val="accent1">
                    <a:lumMod val="75000"/>
                  </a:schemeClr>
                </a:solidFill>
              </a:rPr>
              <a:t>cancelled</a:t>
            </a:r>
            <a:r>
              <a:rPr lang="en-US" sz="2400" b="1" dirty="0">
                <a:solidFill>
                  <a:schemeClr val="tx2"/>
                </a:solidFill>
              </a:rPr>
              <a:t>)</a:t>
            </a:r>
            <a:r>
              <a:rPr lang="en-US" sz="2400" dirty="0">
                <a:solidFill>
                  <a:schemeClr val="accent1"/>
                </a:solidFill>
              </a:rPr>
              <a:t> </a:t>
            </a:r>
            <a:r>
              <a:rPr lang="en-US" sz="2400" dirty="0">
                <a:solidFill>
                  <a:schemeClr val="tx2"/>
                </a:solidFill>
              </a:rPr>
              <a:t>across both booking types?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2ED46D4-16F7-6F95-DF6E-53A4ED6EBAC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187198" y="2198355"/>
            <a:ext cx="7817604" cy="40065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4080421"/>
      </p:ext>
    </p:extLst>
  </p:cSld>
  <p:clrMapOvr>
    <a:masterClrMapping/>
  </p:clrMapOvr>
  <p:transition spd="slow">
    <p:push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4798C7F-C8CA-4799-BF37-3AB4642CDB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7162F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1"/>
              </a:solidFill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7F0794B-55D3-4D2D-BDE7-4688ED321E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BE4C795B-1813-4CC6-B03F-8DD130BEAAB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E0F4C04D-5CD8-446B-BE3D-257172E6E4C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FDDC802E-606F-4F39-84B6-90DF0FE5446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2C5B0C75-0136-4A39-9AB6-0F02C452781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C5ED2B52-3D40-46DE-8B54-99A4071578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196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18BCEC75-1B6B-45B2-8041-8D933FCF60F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9140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6A2FC789-056A-43CC-807E-4262CDC3E0F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9084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48C32FD3-76B0-40E7-89F2-E9C523210A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9028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B82E9447-8362-426C-840A-B6F2231F7BC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8971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2F141DC8-83CE-4C21-A5BA-E2FFF3D866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18915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512A697C-ECBC-40A9-AC69-BF96A34B91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18859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D2E988AF-5EFB-43D3-B93F-6E4F41A2C90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18803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6B312C1B-AAE2-4A6D-ACC7-ABAA75D4285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18747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57B96146-61DA-44D6-A9DF-6DB41FCF2D8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18690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6B33F93D-4439-46EE-97C4-9CECAAFDCF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18634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5914B275-A3D7-4BA4-B8CB-E7657100F3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BD26EF3B-FBE7-4D57-8E01-553F50734A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6CC1E671-BA54-4B31-9A2E-8F50BC57A2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2890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836A704-3624-4ABF-9A67-0F52C2F3EFB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8609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5FDC385D-BA34-481F-A991-A776E0B193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4328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F1EF033A-D8FB-416B-AE51-4E098A27D68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40047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17C17B48-F458-4E9B-9331-56FCDC5B6A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95766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07E44A4B-D453-46F0-A83D-AF0B33D5C5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51485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346BEA9F-314B-440D-AE8D-21E1252EC5A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07204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F15EAFD0-4869-4612-ACDE-ABC703104E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62923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A0F26706-7F23-4FF0-9CAF-F3C4F47C11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18642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C0195A72-345A-4E88-8D71-14DB3D1B607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7436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0DBF51A6-A3BC-49FE-BB01-E8992811774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A78DF911-744C-419B-83DC-39F270BBF41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248400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216BB147-20D5-4D93-BDA5-1BC614D6A4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6214" y="5014716"/>
            <a:ext cx="2800124" cy="1843284"/>
          </a:xfrm>
          <a:custGeom>
            <a:avLst/>
            <a:gdLst>
              <a:gd name="connsiteX0" fmla="*/ 375358 w 2800124"/>
              <a:gd name="connsiteY0" fmla="*/ 0 h 1843284"/>
              <a:gd name="connsiteX1" fmla="*/ 2781298 w 2800124"/>
              <a:gd name="connsiteY1" fmla="*/ 1770066 h 1843284"/>
              <a:gd name="connsiteX2" fmla="*/ 2800124 w 2800124"/>
              <a:gd name="connsiteY2" fmla="*/ 1843284 h 1843284"/>
              <a:gd name="connsiteX3" fmla="*/ 1987869 w 2800124"/>
              <a:gd name="connsiteY3" fmla="*/ 1843284 h 1843284"/>
              <a:gd name="connsiteX4" fmla="*/ 1986195 w 2800124"/>
              <a:gd name="connsiteY4" fmla="*/ 1838711 h 1843284"/>
              <a:gd name="connsiteX5" fmla="*/ 375357 w 2800124"/>
              <a:gd name="connsiteY5" fmla="*/ 770976 h 1843284"/>
              <a:gd name="connsiteX6" fmla="*/ 23030 w 2800124"/>
              <a:gd name="connsiteY6" fmla="*/ 806494 h 1843284"/>
              <a:gd name="connsiteX7" fmla="*/ 0 w 2800124"/>
              <a:gd name="connsiteY7" fmla="*/ 812415 h 1843284"/>
              <a:gd name="connsiteX8" fmla="*/ 0 w 2800124"/>
              <a:gd name="connsiteY8" fmla="*/ 30983 h 1843284"/>
              <a:gd name="connsiteX9" fmla="*/ 117785 w 2800124"/>
              <a:gd name="connsiteY9" fmla="*/ 13007 h 1843284"/>
              <a:gd name="connsiteX10" fmla="*/ 375358 w 2800124"/>
              <a:gd name="connsiteY10" fmla="*/ 0 h 18432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800124" h="1843284">
                <a:moveTo>
                  <a:pt x="375358" y="0"/>
                </a:moveTo>
                <a:cubicBezTo>
                  <a:pt x="1505802" y="0"/>
                  <a:pt x="2462339" y="744579"/>
                  <a:pt x="2781298" y="1770066"/>
                </a:cubicBezTo>
                <a:lnTo>
                  <a:pt x="2800124" y="1843284"/>
                </a:lnTo>
                <a:lnTo>
                  <a:pt x="1987869" y="1843284"/>
                </a:lnTo>
                <a:lnTo>
                  <a:pt x="1986195" y="1838711"/>
                </a:lnTo>
                <a:cubicBezTo>
                  <a:pt x="1720801" y="1211248"/>
                  <a:pt x="1099494" y="770976"/>
                  <a:pt x="375357" y="770976"/>
                </a:cubicBezTo>
                <a:cubicBezTo>
                  <a:pt x="254668" y="770976"/>
                  <a:pt x="136835" y="783206"/>
                  <a:pt x="23030" y="806494"/>
                </a:cubicBezTo>
                <a:lnTo>
                  <a:pt x="0" y="812415"/>
                </a:lnTo>
                <a:lnTo>
                  <a:pt x="0" y="30983"/>
                </a:lnTo>
                <a:lnTo>
                  <a:pt x="117785" y="13007"/>
                </a:lnTo>
                <a:cubicBezTo>
                  <a:pt x="202473" y="4406"/>
                  <a:pt x="288401" y="0"/>
                  <a:pt x="375358" y="0"/>
                </a:cubicBezTo>
                <a:close/>
              </a:path>
            </a:pathLst>
          </a:custGeom>
          <a:solidFill>
            <a:schemeClr val="accent5">
              <a:lumMod val="75000"/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5" name="Freeform: Shape 44">
            <a:extLst>
              <a:ext uri="{FF2B5EF4-FFF2-40B4-BE49-F238E27FC236}">
                <a16:creationId xmlns:a16="http://schemas.microsoft.com/office/drawing/2014/main" id="{0A253F60-DE40-4508-A37A-61331DF1D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979728" y="0"/>
            <a:ext cx="4209224" cy="1650549"/>
          </a:xfrm>
          <a:custGeom>
            <a:avLst/>
            <a:gdLst>
              <a:gd name="connsiteX0" fmla="*/ 0 w 4209224"/>
              <a:gd name="connsiteY0" fmla="*/ 0 h 1650549"/>
              <a:gd name="connsiteX1" fmla="*/ 846445 w 4209224"/>
              <a:gd name="connsiteY1" fmla="*/ 0 h 1650549"/>
              <a:gd name="connsiteX2" fmla="*/ 912542 w 4209224"/>
              <a:gd name="connsiteY2" fmla="*/ 108799 h 1650549"/>
              <a:gd name="connsiteX3" fmla="*/ 2362195 w 4209224"/>
              <a:gd name="connsiteY3" fmla="*/ 879573 h 1650549"/>
              <a:gd name="connsiteX4" fmla="*/ 3811848 w 4209224"/>
              <a:gd name="connsiteY4" fmla="*/ 108799 h 1650549"/>
              <a:gd name="connsiteX5" fmla="*/ 3877945 w 4209224"/>
              <a:gd name="connsiteY5" fmla="*/ 0 h 1650549"/>
              <a:gd name="connsiteX6" fmla="*/ 4209224 w 4209224"/>
              <a:gd name="connsiteY6" fmla="*/ 0 h 1650549"/>
              <a:gd name="connsiteX7" fmla="*/ 4209224 w 4209224"/>
              <a:gd name="connsiteY7" fmla="*/ 840421 h 1650549"/>
              <a:gd name="connsiteX8" fmla="*/ 4143538 w 4209224"/>
              <a:gd name="connsiteY8" fmla="*/ 912693 h 1650549"/>
              <a:gd name="connsiteX9" fmla="*/ 2362196 w 4209224"/>
              <a:gd name="connsiteY9" fmla="*/ 1650549 h 1650549"/>
              <a:gd name="connsiteX10" fmla="*/ 40969 w 4209224"/>
              <a:gd name="connsiteY10" fmla="*/ 111937 h 16505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209224" h="1650549">
                <a:moveTo>
                  <a:pt x="0" y="0"/>
                </a:moveTo>
                <a:lnTo>
                  <a:pt x="846445" y="0"/>
                </a:lnTo>
                <a:lnTo>
                  <a:pt x="912542" y="108799"/>
                </a:lnTo>
                <a:cubicBezTo>
                  <a:pt x="1226710" y="573829"/>
                  <a:pt x="1758748" y="879573"/>
                  <a:pt x="2362195" y="879573"/>
                </a:cubicBezTo>
                <a:cubicBezTo>
                  <a:pt x="2965642" y="879573"/>
                  <a:pt x="3497680" y="573829"/>
                  <a:pt x="3811848" y="108799"/>
                </a:cubicBezTo>
                <a:lnTo>
                  <a:pt x="3877945" y="0"/>
                </a:lnTo>
                <a:lnTo>
                  <a:pt x="4209224" y="0"/>
                </a:lnTo>
                <a:lnTo>
                  <a:pt x="4209224" y="840421"/>
                </a:lnTo>
                <a:lnTo>
                  <a:pt x="4143538" y="912693"/>
                </a:lnTo>
                <a:cubicBezTo>
                  <a:pt x="3687653" y="1368578"/>
                  <a:pt x="3057854" y="1650549"/>
                  <a:pt x="2362196" y="1650549"/>
                </a:cubicBezTo>
                <a:cubicBezTo>
                  <a:pt x="1318710" y="1650549"/>
                  <a:pt x="423404" y="1016115"/>
                  <a:pt x="40969" y="111937"/>
                </a:cubicBezTo>
                <a:close/>
              </a:path>
            </a:pathLst>
          </a:custGeom>
          <a:solidFill>
            <a:schemeClr val="accent5">
              <a:lumMod val="60000"/>
              <a:lumOff val="4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3BBF3378-C49E-4B97-A883-6393FBF18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7162F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1"/>
              </a:solidFill>
            </a:endParaRPr>
          </a:p>
        </p:txBody>
      </p:sp>
      <p:grpSp>
        <p:nvGrpSpPr>
          <p:cNvPr id="49" name="Group 48">
            <a:extLst>
              <a:ext uri="{FF2B5EF4-FFF2-40B4-BE49-F238E27FC236}">
                <a16:creationId xmlns:a16="http://schemas.microsoft.com/office/drawing/2014/main" id="{DA3D4001-286E-4CB2-B293-3058BDDC82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F81F6D9A-C297-4D43-A56B-E097477E91F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BBD5299F-3CBD-431D-A276-1F6EBDE639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0579A460-D36C-4808-99FD-224968EC8DC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4FACC58E-31A5-41E4-BCE1-9A0FF26F19B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43EE866F-1BA5-4009-983D-0A270F2651C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196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1E7DADAE-DB0C-47E3-AE16-C7B09A32699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9140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EAB89127-DBEE-47FB-951F-C4FEBC41E9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9084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368F6061-E9B4-4C8B-B421-CB81EF37158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9028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54F431D3-EEE6-4416-BA2B-7B8942561C5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8971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C3A1230D-F162-470F-B26A-44F48789FC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18915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1128856B-8BFD-40E1-993B-93F4DDEEC05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18859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0AD4C0C2-878C-4A6F-998A-CDDC31ACDB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18803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7EE0349E-7D03-4F4E-BCAA-D6BAC3E057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18747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FD4A5BD7-7EA2-4F4A-A88B-240C626054D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18690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A5DE89C9-D993-4FE5-9E60-4816CB1A6F1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18634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3574CA6C-639F-41A6-AED3-15C0E0E1B63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B3864BFB-5F88-4311-A2A0-12D067F91EC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09B3E436-97A2-4763-9E55-2C470DF17D0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2890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8462A8CC-9918-4941-9B4A-36FB3F8531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8609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B0671973-544E-4370-8DB9-174DAB82F9E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4328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B5505BD9-45DD-4763-90CB-FB9DB066152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40047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3022B701-1894-49C5-A67C-6B8377C7C5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95766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90501CD9-45DC-4009-A410-08DB27A8742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51485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00BD35CA-BF52-4F44-B789-E3B98042D85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07204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25AED4B0-30B1-4E36-86A4-42C2A918100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62923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DA1A0260-34D8-4474-8C33-ED80F83092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18642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FDCCA183-C630-4855-8BD6-0E4EEE59FCE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7436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Straight Connector 76">
              <a:extLst>
                <a:ext uri="{FF2B5EF4-FFF2-40B4-BE49-F238E27FC236}">
                  <a16:creationId xmlns:a16="http://schemas.microsoft.com/office/drawing/2014/main" id="{843E8B9F-C809-423A-ADAA-80CE5C0711C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Straight Connector 77">
              <a:extLst>
                <a:ext uri="{FF2B5EF4-FFF2-40B4-BE49-F238E27FC236}">
                  <a16:creationId xmlns:a16="http://schemas.microsoft.com/office/drawing/2014/main" id="{2621EBC9-CEB1-4BA5-82D6-9944A3C123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248400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EB68BB96-3C54-47CE-A559-16FC5968EE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6214" y="5014716"/>
            <a:ext cx="2800124" cy="1843284"/>
          </a:xfrm>
          <a:custGeom>
            <a:avLst/>
            <a:gdLst>
              <a:gd name="connsiteX0" fmla="*/ 375358 w 2800124"/>
              <a:gd name="connsiteY0" fmla="*/ 0 h 1843284"/>
              <a:gd name="connsiteX1" fmla="*/ 2781298 w 2800124"/>
              <a:gd name="connsiteY1" fmla="*/ 1770066 h 1843284"/>
              <a:gd name="connsiteX2" fmla="*/ 2800124 w 2800124"/>
              <a:gd name="connsiteY2" fmla="*/ 1843284 h 1843284"/>
              <a:gd name="connsiteX3" fmla="*/ 1987869 w 2800124"/>
              <a:gd name="connsiteY3" fmla="*/ 1843284 h 1843284"/>
              <a:gd name="connsiteX4" fmla="*/ 1986195 w 2800124"/>
              <a:gd name="connsiteY4" fmla="*/ 1838711 h 1843284"/>
              <a:gd name="connsiteX5" fmla="*/ 375357 w 2800124"/>
              <a:gd name="connsiteY5" fmla="*/ 770976 h 1843284"/>
              <a:gd name="connsiteX6" fmla="*/ 23030 w 2800124"/>
              <a:gd name="connsiteY6" fmla="*/ 806494 h 1843284"/>
              <a:gd name="connsiteX7" fmla="*/ 0 w 2800124"/>
              <a:gd name="connsiteY7" fmla="*/ 812415 h 1843284"/>
              <a:gd name="connsiteX8" fmla="*/ 0 w 2800124"/>
              <a:gd name="connsiteY8" fmla="*/ 30983 h 1843284"/>
              <a:gd name="connsiteX9" fmla="*/ 117785 w 2800124"/>
              <a:gd name="connsiteY9" fmla="*/ 13007 h 1843284"/>
              <a:gd name="connsiteX10" fmla="*/ 375358 w 2800124"/>
              <a:gd name="connsiteY10" fmla="*/ 0 h 18432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800124" h="1843284">
                <a:moveTo>
                  <a:pt x="375358" y="0"/>
                </a:moveTo>
                <a:cubicBezTo>
                  <a:pt x="1505802" y="0"/>
                  <a:pt x="2462339" y="744579"/>
                  <a:pt x="2781298" y="1770066"/>
                </a:cubicBezTo>
                <a:lnTo>
                  <a:pt x="2800124" y="1843284"/>
                </a:lnTo>
                <a:lnTo>
                  <a:pt x="1987869" y="1843284"/>
                </a:lnTo>
                <a:lnTo>
                  <a:pt x="1986195" y="1838711"/>
                </a:lnTo>
                <a:cubicBezTo>
                  <a:pt x="1720801" y="1211248"/>
                  <a:pt x="1099494" y="770976"/>
                  <a:pt x="375357" y="770976"/>
                </a:cubicBezTo>
                <a:cubicBezTo>
                  <a:pt x="254668" y="770976"/>
                  <a:pt x="136835" y="783206"/>
                  <a:pt x="23030" y="806494"/>
                </a:cubicBezTo>
                <a:lnTo>
                  <a:pt x="0" y="812415"/>
                </a:lnTo>
                <a:lnTo>
                  <a:pt x="0" y="30983"/>
                </a:lnTo>
                <a:lnTo>
                  <a:pt x="117785" y="13007"/>
                </a:lnTo>
                <a:cubicBezTo>
                  <a:pt x="202473" y="4406"/>
                  <a:pt x="288401" y="0"/>
                  <a:pt x="375358" y="0"/>
                </a:cubicBezTo>
                <a:close/>
              </a:path>
            </a:pathLst>
          </a:cu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grpSp>
        <p:nvGrpSpPr>
          <p:cNvPr id="82" name="Group 81">
            <a:extLst>
              <a:ext uri="{FF2B5EF4-FFF2-40B4-BE49-F238E27FC236}">
                <a16:creationId xmlns:a16="http://schemas.microsoft.com/office/drawing/2014/main" id="{BDDD9304-3AB6-4BE9-833E-9C1B3EC421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83" name="Straight Connector 82">
              <a:extLst>
                <a:ext uri="{FF2B5EF4-FFF2-40B4-BE49-F238E27FC236}">
                  <a16:creationId xmlns:a16="http://schemas.microsoft.com/office/drawing/2014/main" id="{C7756000-2285-4D38-AD2B-91F47CF8B54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2F7A36A8-4BBE-49D8-94DA-606561AC09A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Straight Connector 84">
              <a:extLst>
                <a:ext uri="{FF2B5EF4-FFF2-40B4-BE49-F238E27FC236}">
                  <a16:creationId xmlns:a16="http://schemas.microsoft.com/office/drawing/2014/main" id="{961EE45E-0342-4F26-8CD3-85CDDF7E5A4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89C5DC0E-03C0-4CEB-AD10-3A3C9999483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Straight Connector 86">
              <a:extLst>
                <a:ext uri="{FF2B5EF4-FFF2-40B4-BE49-F238E27FC236}">
                  <a16:creationId xmlns:a16="http://schemas.microsoft.com/office/drawing/2014/main" id="{2E1CE081-E685-46D4-BAF7-54C65BD823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196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Straight Connector 87">
              <a:extLst>
                <a:ext uri="{FF2B5EF4-FFF2-40B4-BE49-F238E27FC236}">
                  <a16:creationId xmlns:a16="http://schemas.microsoft.com/office/drawing/2014/main" id="{5486C88F-30DD-46C8-9B05-F885D4EB073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9140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Straight Connector 88">
              <a:extLst>
                <a:ext uri="{FF2B5EF4-FFF2-40B4-BE49-F238E27FC236}">
                  <a16:creationId xmlns:a16="http://schemas.microsoft.com/office/drawing/2014/main" id="{290BAD11-B30B-49DE-A566-E21BCDDCFA2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9084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Straight Connector 89">
              <a:extLst>
                <a:ext uri="{FF2B5EF4-FFF2-40B4-BE49-F238E27FC236}">
                  <a16:creationId xmlns:a16="http://schemas.microsoft.com/office/drawing/2014/main" id="{31F821CC-6C37-4415-8DA6-EF6B42D876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9028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C9ECD1FB-7FE8-477E-8E90-648AE4E932C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8971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Straight Connector 91">
              <a:extLst>
                <a:ext uri="{FF2B5EF4-FFF2-40B4-BE49-F238E27FC236}">
                  <a16:creationId xmlns:a16="http://schemas.microsoft.com/office/drawing/2014/main" id="{381C9DD8-7FF3-44E6-9887-1CE07DBD95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18915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654D87AF-08CE-4125-AF4B-8C8A9D340B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18859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F3C9C908-1A58-4E28-969E-48E9BA61BB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18803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Straight Connector 94">
              <a:extLst>
                <a:ext uri="{FF2B5EF4-FFF2-40B4-BE49-F238E27FC236}">
                  <a16:creationId xmlns:a16="http://schemas.microsoft.com/office/drawing/2014/main" id="{3530AEF7-35DB-44E3-93EB-B3F0FBA9E5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18747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6108D15E-72F2-45D7-9050-8322CB1F844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18690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CC764F43-FB23-49CB-B2CA-ACFBFB412A2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18634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Connector 97">
              <a:extLst>
                <a:ext uri="{FF2B5EF4-FFF2-40B4-BE49-F238E27FC236}">
                  <a16:creationId xmlns:a16="http://schemas.microsoft.com/office/drawing/2014/main" id="{64C60457-68FC-4E1F-9ABB-E79094AEB11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22C915FB-0611-4283-8EC1-88510A69FC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Straight Connector 99">
              <a:extLst>
                <a:ext uri="{FF2B5EF4-FFF2-40B4-BE49-F238E27FC236}">
                  <a16:creationId xmlns:a16="http://schemas.microsoft.com/office/drawing/2014/main" id="{3CF80AC6-E542-456F-BEE8-E9CF46AC219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2890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9EC6EED6-01FF-4941-A4AB-224D26EE11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8609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F8D16FF7-D5D7-4A97-BB5E-A069EF13A41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4328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Straight Connector 102">
              <a:extLst>
                <a:ext uri="{FF2B5EF4-FFF2-40B4-BE49-F238E27FC236}">
                  <a16:creationId xmlns:a16="http://schemas.microsoft.com/office/drawing/2014/main" id="{D703DF22-27D8-481B-95B5-A4A7A62066A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40047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Straight Connector 103">
              <a:extLst>
                <a:ext uri="{FF2B5EF4-FFF2-40B4-BE49-F238E27FC236}">
                  <a16:creationId xmlns:a16="http://schemas.microsoft.com/office/drawing/2014/main" id="{1F7256DA-C9DD-498F-A3B4-789819FE4C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95766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EBEBA9FF-8036-4656-B1F1-87953464DCE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51485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Straight Connector 105">
              <a:extLst>
                <a:ext uri="{FF2B5EF4-FFF2-40B4-BE49-F238E27FC236}">
                  <a16:creationId xmlns:a16="http://schemas.microsoft.com/office/drawing/2014/main" id="{575DABD2-EA79-4547-AFC6-53720AB60E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07204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Straight Connector 106">
              <a:extLst>
                <a:ext uri="{FF2B5EF4-FFF2-40B4-BE49-F238E27FC236}">
                  <a16:creationId xmlns:a16="http://schemas.microsoft.com/office/drawing/2014/main" id="{3060E1B5-52C7-4314-98B0-3AE8A0B6301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62923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Straight Connector 107">
              <a:extLst>
                <a:ext uri="{FF2B5EF4-FFF2-40B4-BE49-F238E27FC236}">
                  <a16:creationId xmlns:a16="http://schemas.microsoft.com/office/drawing/2014/main" id="{033D416E-D8B5-4097-B7F0-1BA0357D367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18642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Straight Connector 108">
              <a:extLst>
                <a:ext uri="{FF2B5EF4-FFF2-40B4-BE49-F238E27FC236}">
                  <a16:creationId xmlns:a16="http://schemas.microsoft.com/office/drawing/2014/main" id="{A5862DFC-3406-4DC9-AA41-0CE64748AF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7436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Straight Connector 109">
              <a:extLst>
                <a:ext uri="{FF2B5EF4-FFF2-40B4-BE49-F238E27FC236}">
                  <a16:creationId xmlns:a16="http://schemas.microsoft.com/office/drawing/2014/main" id="{3C908427-368C-4792-A5E5-313F77FF28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88CB189E-908B-495D-B023-05D3D2C1B41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248400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 useBgFill="1">
        <p:nvSpPr>
          <p:cNvPr id="113" name="Rectangle 112">
            <a:extLst>
              <a:ext uri="{FF2B5EF4-FFF2-40B4-BE49-F238E27FC236}">
                <a16:creationId xmlns:a16="http://schemas.microsoft.com/office/drawing/2014/main" id="{A173122F-D466-4F08-90FA-0038F7AC21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115" name="Rectangle 114">
            <a:extLst>
              <a:ext uri="{FF2B5EF4-FFF2-40B4-BE49-F238E27FC236}">
                <a16:creationId xmlns:a16="http://schemas.microsoft.com/office/drawing/2014/main" id="{4A929113-1368-4B1B-9C6F-140F47CBF4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bg2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117" name="Right Triangle 116">
            <a:extLst>
              <a:ext uri="{FF2B5EF4-FFF2-40B4-BE49-F238E27FC236}">
                <a16:creationId xmlns:a16="http://schemas.microsoft.com/office/drawing/2014/main" id="{C24346C5-B1C8-4C83-846B-122A3B4B2F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3500000">
            <a:off x="-265270" y="1555699"/>
            <a:ext cx="568289" cy="568289"/>
          </a:xfrm>
          <a:prstGeom prst="rtTriangle">
            <a:avLst/>
          </a:prstGeom>
          <a:solidFill>
            <a:schemeClr val="bg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Freeform: Shape 118">
            <a:extLst>
              <a:ext uri="{FF2B5EF4-FFF2-40B4-BE49-F238E27FC236}">
                <a16:creationId xmlns:a16="http://schemas.microsoft.com/office/drawing/2014/main" id="{0B6C48B2-8296-4312-8901-93BB7735D1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6215" y="4554328"/>
            <a:ext cx="12197917" cy="2303672"/>
          </a:xfrm>
          <a:custGeom>
            <a:avLst/>
            <a:gdLst>
              <a:gd name="connsiteX0" fmla="*/ 8951169 w 12178450"/>
              <a:gd name="connsiteY0" fmla="*/ 32 h 2001622"/>
              <a:gd name="connsiteX1" fmla="*/ 11653845 w 12178450"/>
              <a:gd name="connsiteY1" fmla="*/ 209874 h 2001622"/>
              <a:gd name="connsiteX2" fmla="*/ 12178450 w 12178450"/>
              <a:gd name="connsiteY2" fmla="*/ 286723 h 2001622"/>
              <a:gd name="connsiteX3" fmla="*/ 12178450 w 12178450"/>
              <a:gd name="connsiteY3" fmla="*/ 2001622 h 2001622"/>
              <a:gd name="connsiteX4" fmla="*/ 0 w 12178450"/>
              <a:gd name="connsiteY4" fmla="*/ 2001622 h 2001622"/>
              <a:gd name="connsiteX5" fmla="*/ 0 w 12178450"/>
              <a:gd name="connsiteY5" fmla="*/ 1010979 h 2001622"/>
              <a:gd name="connsiteX6" fmla="*/ 8951169 w 12178450"/>
              <a:gd name="connsiteY6" fmla="*/ 32 h 20016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78450" h="2001622">
                <a:moveTo>
                  <a:pt x="8951169" y="32"/>
                </a:moveTo>
                <a:cubicBezTo>
                  <a:pt x="9704520" y="1593"/>
                  <a:pt x="10578586" y="62133"/>
                  <a:pt x="11653845" y="209874"/>
                </a:cubicBezTo>
                <a:lnTo>
                  <a:pt x="12178450" y="286723"/>
                </a:lnTo>
                <a:lnTo>
                  <a:pt x="12178450" y="2001622"/>
                </a:lnTo>
                <a:lnTo>
                  <a:pt x="0" y="2001622"/>
                </a:lnTo>
                <a:lnTo>
                  <a:pt x="0" y="1010979"/>
                </a:lnTo>
                <a:cubicBezTo>
                  <a:pt x="4768989" y="1010979"/>
                  <a:pt x="5812206" y="-6472"/>
                  <a:pt x="8951169" y="32"/>
                </a:cubicBezTo>
                <a:close/>
              </a:path>
            </a:pathLst>
          </a:custGeom>
          <a:solidFill>
            <a:schemeClr val="accent6">
              <a:lumMod val="20000"/>
              <a:lumOff val="8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90F28F7A-4F2F-4C1B-AF1C-A6E7C79532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122" name="Straight Connector 121">
              <a:extLst>
                <a:ext uri="{FF2B5EF4-FFF2-40B4-BE49-F238E27FC236}">
                  <a16:creationId xmlns:a16="http://schemas.microsoft.com/office/drawing/2014/main" id="{B23CC870-B5E9-475F-A625-9E862A6295C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Straight Connector 122">
              <a:extLst>
                <a:ext uri="{FF2B5EF4-FFF2-40B4-BE49-F238E27FC236}">
                  <a16:creationId xmlns:a16="http://schemas.microsoft.com/office/drawing/2014/main" id="{42A6B08C-017D-4B4D-95EC-4BB83C5541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Straight Connector 123">
              <a:extLst>
                <a:ext uri="{FF2B5EF4-FFF2-40B4-BE49-F238E27FC236}">
                  <a16:creationId xmlns:a16="http://schemas.microsoft.com/office/drawing/2014/main" id="{94599402-E1B8-4E3B-A56D-68606FC1EF4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Straight Connector 124">
              <a:extLst>
                <a:ext uri="{FF2B5EF4-FFF2-40B4-BE49-F238E27FC236}">
                  <a16:creationId xmlns:a16="http://schemas.microsoft.com/office/drawing/2014/main" id="{B720C48A-E9A0-4B85-A954-39375E0996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Straight Connector 125">
              <a:extLst>
                <a:ext uri="{FF2B5EF4-FFF2-40B4-BE49-F238E27FC236}">
                  <a16:creationId xmlns:a16="http://schemas.microsoft.com/office/drawing/2014/main" id="{B0E26956-FF2A-412E-ACC4-29CCD025991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196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Straight Connector 126">
              <a:extLst>
                <a:ext uri="{FF2B5EF4-FFF2-40B4-BE49-F238E27FC236}">
                  <a16:creationId xmlns:a16="http://schemas.microsoft.com/office/drawing/2014/main" id="{FB31E652-49AC-4108-85B8-75122A48A5F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9140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Straight Connector 127">
              <a:extLst>
                <a:ext uri="{FF2B5EF4-FFF2-40B4-BE49-F238E27FC236}">
                  <a16:creationId xmlns:a16="http://schemas.microsoft.com/office/drawing/2014/main" id="{DC1DB29F-0624-4035-B188-640616D5DE1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9084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Straight Connector 128">
              <a:extLst>
                <a:ext uri="{FF2B5EF4-FFF2-40B4-BE49-F238E27FC236}">
                  <a16:creationId xmlns:a16="http://schemas.microsoft.com/office/drawing/2014/main" id="{1D27221C-2427-4C99-89DC-1A38A54058A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9028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Straight Connector 129">
              <a:extLst>
                <a:ext uri="{FF2B5EF4-FFF2-40B4-BE49-F238E27FC236}">
                  <a16:creationId xmlns:a16="http://schemas.microsoft.com/office/drawing/2014/main" id="{2DBF1D76-8076-4BAE-B627-F1861C9E08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8971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Straight Connector 130">
              <a:extLst>
                <a:ext uri="{FF2B5EF4-FFF2-40B4-BE49-F238E27FC236}">
                  <a16:creationId xmlns:a16="http://schemas.microsoft.com/office/drawing/2014/main" id="{8E930E41-FC2F-4319-9C28-32C27843008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18915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Straight Connector 131">
              <a:extLst>
                <a:ext uri="{FF2B5EF4-FFF2-40B4-BE49-F238E27FC236}">
                  <a16:creationId xmlns:a16="http://schemas.microsoft.com/office/drawing/2014/main" id="{C0936C1B-0C10-464B-85C8-345095AAB37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18859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Straight Connector 132">
              <a:extLst>
                <a:ext uri="{FF2B5EF4-FFF2-40B4-BE49-F238E27FC236}">
                  <a16:creationId xmlns:a16="http://schemas.microsoft.com/office/drawing/2014/main" id="{DB90EC61-FD0C-434A-9D1B-A20035C214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18803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Straight Connector 133">
              <a:extLst>
                <a:ext uri="{FF2B5EF4-FFF2-40B4-BE49-F238E27FC236}">
                  <a16:creationId xmlns:a16="http://schemas.microsoft.com/office/drawing/2014/main" id="{A5F5CC56-1FDA-4D3E-9C6E-8E996026C38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18747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Straight Connector 134">
              <a:extLst>
                <a:ext uri="{FF2B5EF4-FFF2-40B4-BE49-F238E27FC236}">
                  <a16:creationId xmlns:a16="http://schemas.microsoft.com/office/drawing/2014/main" id="{272B8FB2-B735-480F-9A88-48AADB2227E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18690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Straight Connector 135">
              <a:extLst>
                <a:ext uri="{FF2B5EF4-FFF2-40B4-BE49-F238E27FC236}">
                  <a16:creationId xmlns:a16="http://schemas.microsoft.com/office/drawing/2014/main" id="{85B46C1B-4FC4-4E24-AC43-07940BE1E6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18634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Straight Connector 136">
              <a:extLst>
                <a:ext uri="{FF2B5EF4-FFF2-40B4-BE49-F238E27FC236}">
                  <a16:creationId xmlns:a16="http://schemas.microsoft.com/office/drawing/2014/main" id="{C34915AF-0AE3-4EDD-8681-4C3F2C592B9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Straight Connector 137">
              <a:extLst>
                <a:ext uri="{FF2B5EF4-FFF2-40B4-BE49-F238E27FC236}">
                  <a16:creationId xmlns:a16="http://schemas.microsoft.com/office/drawing/2014/main" id="{5C35A3F3-714E-4F69-9BDF-8ED284EF29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Straight Connector 138">
              <a:extLst>
                <a:ext uri="{FF2B5EF4-FFF2-40B4-BE49-F238E27FC236}">
                  <a16:creationId xmlns:a16="http://schemas.microsoft.com/office/drawing/2014/main" id="{03D561AC-B0B1-47EB-BE05-209F5612B70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2890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Straight Connector 139">
              <a:extLst>
                <a:ext uri="{FF2B5EF4-FFF2-40B4-BE49-F238E27FC236}">
                  <a16:creationId xmlns:a16="http://schemas.microsoft.com/office/drawing/2014/main" id="{D3508E52-4FD9-4E6D-AFEA-69A88ED268E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8609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1" name="Straight Connector 140">
              <a:extLst>
                <a:ext uri="{FF2B5EF4-FFF2-40B4-BE49-F238E27FC236}">
                  <a16:creationId xmlns:a16="http://schemas.microsoft.com/office/drawing/2014/main" id="{C69DDE76-16F7-472F-B6D7-84AE8FFF31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4328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Straight Connector 141">
              <a:extLst>
                <a:ext uri="{FF2B5EF4-FFF2-40B4-BE49-F238E27FC236}">
                  <a16:creationId xmlns:a16="http://schemas.microsoft.com/office/drawing/2014/main" id="{B2D87BEF-8844-4A3E-B130-B7D26740CC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40047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Straight Connector 142">
              <a:extLst>
                <a:ext uri="{FF2B5EF4-FFF2-40B4-BE49-F238E27FC236}">
                  <a16:creationId xmlns:a16="http://schemas.microsoft.com/office/drawing/2014/main" id="{BB381129-2089-4EAA-AE6C-2BAA96BC82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95766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4" name="Straight Connector 143">
              <a:extLst>
                <a:ext uri="{FF2B5EF4-FFF2-40B4-BE49-F238E27FC236}">
                  <a16:creationId xmlns:a16="http://schemas.microsoft.com/office/drawing/2014/main" id="{5B69BF7A-FA63-4706-8066-DF15018E66F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51485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id="{6A3ECB71-0CCD-403F-B14B-ABC48D78CD4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07204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Straight Connector 145">
              <a:extLst>
                <a:ext uri="{FF2B5EF4-FFF2-40B4-BE49-F238E27FC236}">
                  <a16:creationId xmlns:a16="http://schemas.microsoft.com/office/drawing/2014/main" id="{D9095BBA-0FE1-49E5-89F7-22125BAF87A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62923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Straight Connector 146">
              <a:extLst>
                <a:ext uri="{FF2B5EF4-FFF2-40B4-BE49-F238E27FC236}">
                  <a16:creationId xmlns:a16="http://schemas.microsoft.com/office/drawing/2014/main" id="{B55351D8-6F27-4B82-968B-581B177CB4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18642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Straight Connector 147">
              <a:extLst>
                <a:ext uri="{FF2B5EF4-FFF2-40B4-BE49-F238E27FC236}">
                  <a16:creationId xmlns:a16="http://schemas.microsoft.com/office/drawing/2014/main" id="{351025A5-EB5A-4057-A85E-69AF0E6BE6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7436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Straight Connector 148">
              <a:extLst>
                <a:ext uri="{FF2B5EF4-FFF2-40B4-BE49-F238E27FC236}">
                  <a16:creationId xmlns:a16="http://schemas.microsoft.com/office/drawing/2014/main" id="{5030318B-EEB9-4D92-BC50-D115109898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0" name="Straight Connector 149">
              <a:extLst>
                <a:ext uri="{FF2B5EF4-FFF2-40B4-BE49-F238E27FC236}">
                  <a16:creationId xmlns:a16="http://schemas.microsoft.com/office/drawing/2014/main" id="{417FC0E3-7CC7-4188-BC7A-7E8FB55649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248400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2871EADE-0D46-BBA6-4D2D-E8EC28ABF7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68275"/>
            <a:ext cx="12188952" cy="2574923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600" dirty="0">
                <a:solidFill>
                  <a:schemeClr val="tx2"/>
                </a:solidFill>
              </a:rPr>
              <a:t>Which </a:t>
            </a:r>
            <a:r>
              <a:rPr lang="en-US" sz="3600" dirty="0">
                <a:solidFill>
                  <a:srgbClr val="00B050"/>
                </a:solidFill>
              </a:rPr>
              <a:t>payment</a:t>
            </a:r>
            <a:r>
              <a:rPr lang="en-US" sz="3600" dirty="0">
                <a:solidFill>
                  <a:schemeClr val="tx2"/>
                </a:solidFill>
              </a:rPr>
              <a:t> method brings in the </a:t>
            </a:r>
            <a:r>
              <a:rPr lang="en-US" sz="3600" dirty="0">
                <a:solidFill>
                  <a:srgbClr val="00B050"/>
                </a:solidFill>
              </a:rPr>
              <a:t>most money</a:t>
            </a:r>
            <a:r>
              <a:rPr lang="en-US" sz="3600" dirty="0">
                <a:solidFill>
                  <a:schemeClr val="tx2"/>
                </a:solidFill>
              </a:rPr>
              <a:t>?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D86ED3D-1659-2322-9C55-3CC0199DF78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534691" y="2954226"/>
            <a:ext cx="7279512" cy="3293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6295990"/>
      </p:ext>
    </p:extLst>
  </p:cSld>
  <p:clrMapOvr>
    <a:masterClrMapping/>
  </p:clrMapOvr>
  <p:transition spd="slow">
    <p:push dir="d"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Rectangle 53">
            <a:extLst>
              <a:ext uri="{FF2B5EF4-FFF2-40B4-BE49-F238E27FC236}">
                <a16:creationId xmlns:a16="http://schemas.microsoft.com/office/drawing/2014/main" id="{A4798C7F-C8CA-4799-BF37-3AB4642CDB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7162F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1"/>
              </a:solidFill>
            </a:endParaRP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87F0794B-55D3-4D2D-BDE7-4688ED321E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BE4C795B-1813-4CC6-B03F-8DD130BEAAB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E0F4C04D-5CD8-446B-BE3D-257172E6E4C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FDDC802E-606F-4F39-84B6-90DF0FE5446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2C5B0C75-0136-4A39-9AB6-0F02C452781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C5ED2B52-3D40-46DE-8B54-99A4071578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196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18BCEC75-1B6B-45B2-8041-8D933FCF60F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9140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6A2FC789-056A-43CC-807E-4262CDC3E0F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9084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48C32FD3-76B0-40E7-89F2-E9C523210A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9028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B82E9447-8362-426C-840A-B6F2231F7BC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8971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2F141DC8-83CE-4C21-A5BA-E2FFF3D866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18915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512A697C-ECBC-40A9-AC69-BF96A34B91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18859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D2E988AF-5EFB-43D3-B93F-6E4F41A2C90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18803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6B312C1B-AAE2-4A6D-ACC7-ABAA75D4285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18747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57B96146-61DA-44D6-A9DF-6DB41FCF2D8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18690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6B33F93D-4439-46EE-97C4-9CECAAFDCF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18634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5914B275-A3D7-4BA4-B8CB-E7657100F3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BD26EF3B-FBE7-4D57-8E01-553F50734A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6CC1E671-BA54-4B31-9A2E-8F50BC57A2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2890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A836A704-3624-4ABF-9A67-0F52C2F3EFB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8609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5FDC385D-BA34-481F-A991-A776E0B193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4328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Straight Connector 76">
              <a:extLst>
                <a:ext uri="{FF2B5EF4-FFF2-40B4-BE49-F238E27FC236}">
                  <a16:creationId xmlns:a16="http://schemas.microsoft.com/office/drawing/2014/main" id="{F1EF033A-D8FB-416B-AE51-4E098A27D68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40047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Straight Connector 77">
              <a:extLst>
                <a:ext uri="{FF2B5EF4-FFF2-40B4-BE49-F238E27FC236}">
                  <a16:creationId xmlns:a16="http://schemas.microsoft.com/office/drawing/2014/main" id="{17C17B48-F458-4E9B-9331-56FCDC5B6A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95766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Straight Connector 78">
              <a:extLst>
                <a:ext uri="{FF2B5EF4-FFF2-40B4-BE49-F238E27FC236}">
                  <a16:creationId xmlns:a16="http://schemas.microsoft.com/office/drawing/2014/main" id="{07E44A4B-D453-46F0-A83D-AF0B33D5C5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51485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Straight Connector 79">
              <a:extLst>
                <a:ext uri="{FF2B5EF4-FFF2-40B4-BE49-F238E27FC236}">
                  <a16:creationId xmlns:a16="http://schemas.microsoft.com/office/drawing/2014/main" id="{346BEA9F-314B-440D-AE8D-21E1252EC5A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07204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Straight Connector 80">
              <a:extLst>
                <a:ext uri="{FF2B5EF4-FFF2-40B4-BE49-F238E27FC236}">
                  <a16:creationId xmlns:a16="http://schemas.microsoft.com/office/drawing/2014/main" id="{F15EAFD0-4869-4612-ACDE-ABC703104E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62923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Straight Connector 81">
              <a:extLst>
                <a:ext uri="{FF2B5EF4-FFF2-40B4-BE49-F238E27FC236}">
                  <a16:creationId xmlns:a16="http://schemas.microsoft.com/office/drawing/2014/main" id="{A0F26706-7F23-4FF0-9CAF-F3C4F47C11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18642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Straight Connector 82">
              <a:extLst>
                <a:ext uri="{FF2B5EF4-FFF2-40B4-BE49-F238E27FC236}">
                  <a16:creationId xmlns:a16="http://schemas.microsoft.com/office/drawing/2014/main" id="{C0195A72-345A-4E88-8D71-14DB3D1B607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7436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0DBF51A6-A3BC-49FE-BB01-E8992811774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Straight Connector 84">
              <a:extLst>
                <a:ext uri="{FF2B5EF4-FFF2-40B4-BE49-F238E27FC236}">
                  <a16:creationId xmlns:a16="http://schemas.microsoft.com/office/drawing/2014/main" id="{A78DF911-744C-419B-83DC-39F270BBF41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248400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7" name="Freeform: Shape 86">
            <a:extLst>
              <a:ext uri="{FF2B5EF4-FFF2-40B4-BE49-F238E27FC236}">
                <a16:creationId xmlns:a16="http://schemas.microsoft.com/office/drawing/2014/main" id="{216BB147-20D5-4D93-BDA5-1BC614D6A4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6214" y="5014716"/>
            <a:ext cx="2800124" cy="1843284"/>
          </a:xfrm>
          <a:custGeom>
            <a:avLst/>
            <a:gdLst>
              <a:gd name="connsiteX0" fmla="*/ 375358 w 2800124"/>
              <a:gd name="connsiteY0" fmla="*/ 0 h 1843284"/>
              <a:gd name="connsiteX1" fmla="*/ 2781298 w 2800124"/>
              <a:gd name="connsiteY1" fmla="*/ 1770066 h 1843284"/>
              <a:gd name="connsiteX2" fmla="*/ 2800124 w 2800124"/>
              <a:gd name="connsiteY2" fmla="*/ 1843284 h 1843284"/>
              <a:gd name="connsiteX3" fmla="*/ 1987869 w 2800124"/>
              <a:gd name="connsiteY3" fmla="*/ 1843284 h 1843284"/>
              <a:gd name="connsiteX4" fmla="*/ 1986195 w 2800124"/>
              <a:gd name="connsiteY4" fmla="*/ 1838711 h 1843284"/>
              <a:gd name="connsiteX5" fmla="*/ 375357 w 2800124"/>
              <a:gd name="connsiteY5" fmla="*/ 770976 h 1843284"/>
              <a:gd name="connsiteX6" fmla="*/ 23030 w 2800124"/>
              <a:gd name="connsiteY6" fmla="*/ 806494 h 1843284"/>
              <a:gd name="connsiteX7" fmla="*/ 0 w 2800124"/>
              <a:gd name="connsiteY7" fmla="*/ 812415 h 1843284"/>
              <a:gd name="connsiteX8" fmla="*/ 0 w 2800124"/>
              <a:gd name="connsiteY8" fmla="*/ 30983 h 1843284"/>
              <a:gd name="connsiteX9" fmla="*/ 117785 w 2800124"/>
              <a:gd name="connsiteY9" fmla="*/ 13007 h 1843284"/>
              <a:gd name="connsiteX10" fmla="*/ 375358 w 2800124"/>
              <a:gd name="connsiteY10" fmla="*/ 0 h 18432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800124" h="1843284">
                <a:moveTo>
                  <a:pt x="375358" y="0"/>
                </a:moveTo>
                <a:cubicBezTo>
                  <a:pt x="1505802" y="0"/>
                  <a:pt x="2462339" y="744579"/>
                  <a:pt x="2781298" y="1770066"/>
                </a:cubicBezTo>
                <a:lnTo>
                  <a:pt x="2800124" y="1843284"/>
                </a:lnTo>
                <a:lnTo>
                  <a:pt x="1987869" y="1843284"/>
                </a:lnTo>
                <a:lnTo>
                  <a:pt x="1986195" y="1838711"/>
                </a:lnTo>
                <a:cubicBezTo>
                  <a:pt x="1720801" y="1211248"/>
                  <a:pt x="1099494" y="770976"/>
                  <a:pt x="375357" y="770976"/>
                </a:cubicBezTo>
                <a:cubicBezTo>
                  <a:pt x="254668" y="770976"/>
                  <a:pt x="136835" y="783206"/>
                  <a:pt x="23030" y="806494"/>
                </a:cubicBezTo>
                <a:lnTo>
                  <a:pt x="0" y="812415"/>
                </a:lnTo>
                <a:lnTo>
                  <a:pt x="0" y="30983"/>
                </a:lnTo>
                <a:lnTo>
                  <a:pt x="117785" y="13007"/>
                </a:lnTo>
                <a:cubicBezTo>
                  <a:pt x="202473" y="4406"/>
                  <a:pt x="288401" y="0"/>
                  <a:pt x="375358" y="0"/>
                </a:cubicBezTo>
                <a:close/>
              </a:path>
            </a:pathLst>
          </a:custGeom>
          <a:solidFill>
            <a:schemeClr val="accent5">
              <a:lumMod val="75000"/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9" name="Freeform: Shape 88">
            <a:extLst>
              <a:ext uri="{FF2B5EF4-FFF2-40B4-BE49-F238E27FC236}">
                <a16:creationId xmlns:a16="http://schemas.microsoft.com/office/drawing/2014/main" id="{0A253F60-DE40-4508-A37A-61331DF1D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979728" y="0"/>
            <a:ext cx="4209224" cy="1650549"/>
          </a:xfrm>
          <a:custGeom>
            <a:avLst/>
            <a:gdLst>
              <a:gd name="connsiteX0" fmla="*/ 0 w 4209224"/>
              <a:gd name="connsiteY0" fmla="*/ 0 h 1650549"/>
              <a:gd name="connsiteX1" fmla="*/ 846445 w 4209224"/>
              <a:gd name="connsiteY1" fmla="*/ 0 h 1650549"/>
              <a:gd name="connsiteX2" fmla="*/ 912542 w 4209224"/>
              <a:gd name="connsiteY2" fmla="*/ 108799 h 1650549"/>
              <a:gd name="connsiteX3" fmla="*/ 2362195 w 4209224"/>
              <a:gd name="connsiteY3" fmla="*/ 879573 h 1650549"/>
              <a:gd name="connsiteX4" fmla="*/ 3811848 w 4209224"/>
              <a:gd name="connsiteY4" fmla="*/ 108799 h 1650549"/>
              <a:gd name="connsiteX5" fmla="*/ 3877945 w 4209224"/>
              <a:gd name="connsiteY5" fmla="*/ 0 h 1650549"/>
              <a:gd name="connsiteX6" fmla="*/ 4209224 w 4209224"/>
              <a:gd name="connsiteY6" fmla="*/ 0 h 1650549"/>
              <a:gd name="connsiteX7" fmla="*/ 4209224 w 4209224"/>
              <a:gd name="connsiteY7" fmla="*/ 840421 h 1650549"/>
              <a:gd name="connsiteX8" fmla="*/ 4143538 w 4209224"/>
              <a:gd name="connsiteY8" fmla="*/ 912693 h 1650549"/>
              <a:gd name="connsiteX9" fmla="*/ 2362196 w 4209224"/>
              <a:gd name="connsiteY9" fmla="*/ 1650549 h 1650549"/>
              <a:gd name="connsiteX10" fmla="*/ 40969 w 4209224"/>
              <a:gd name="connsiteY10" fmla="*/ 111937 h 16505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209224" h="1650549">
                <a:moveTo>
                  <a:pt x="0" y="0"/>
                </a:moveTo>
                <a:lnTo>
                  <a:pt x="846445" y="0"/>
                </a:lnTo>
                <a:lnTo>
                  <a:pt x="912542" y="108799"/>
                </a:lnTo>
                <a:cubicBezTo>
                  <a:pt x="1226710" y="573829"/>
                  <a:pt x="1758748" y="879573"/>
                  <a:pt x="2362195" y="879573"/>
                </a:cubicBezTo>
                <a:cubicBezTo>
                  <a:pt x="2965642" y="879573"/>
                  <a:pt x="3497680" y="573829"/>
                  <a:pt x="3811848" y="108799"/>
                </a:cubicBezTo>
                <a:lnTo>
                  <a:pt x="3877945" y="0"/>
                </a:lnTo>
                <a:lnTo>
                  <a:pt x="4209224" y="0"/>
                </a:lnTo>
                <a:lnTo>
                  <a:pt x="4209224" y="840421"/>
                </a:lnTo>
                <a:lnTo>
                  <a:pt x="4143538" y="912693"/>
                </a:lnTo>
                <a:cubicBezTo>
                  <a:pt x="3687653" y="1368578"/>
                  <a:pt x="3057854" y="1650549"/>
                  <a:pt x="2362196" y="1650549"/>
                </a:cubicBezTo>
                <a:cubicBezTo>
                  <a:pt x="1318710" y="1650549"/>
                  <a:pt x="423404" y="1016115"/>
                  <a:pt x="40969" y="111937"/>
                </a:cubicBezTo>
                <a:close/>
              </a:path>
            </a:pathLst>
          </a:custGeom>
          <a:solidFill>
            <a:schemeClr val="accent5">
              <a:lumMod val="60000"/>
              <a:lumOff val="4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91" name="Freeform: Shape 90">
            <a:extLst>
              <a:ext uri="{FF2B5EF4-FFF2-40B4-BE49-F238E27FC236}">
                <a16:creationId xmlns:a16="http://schemas.microsoft.com/office/drawing/2014/main" id="{9A0D6220-3DFE-4182-9152-9135493A6B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979728" y="0"/>
            <a:ext cx="4209224" cy="1650549"/>
          </a:xfrm>
          <a:custGeom>
            <a:avLst/>
            <a:gdLst>
              <a:gd name="connsiteX0" fmla="*/ 0 w 4209224"/>
              <a:gd name="connsiteY0" fmla="*/ 0 h 1650549"/>
              <a:gd name="connsiteX1" fmla="*/ 846445 w 4209224"/>
              <a:gd name="connsiteY1" fmla="*/ 0 h 1650549"/>
              <a:gd name="connsiteX2" fmla="*/ 912542 w 4209224"/>
              <a:gd name="connsiteY2" fmla="*/ 108799 h 1650549"/>
              <a:gd name="connsiteX3" fmla="*/ 2362195 w 4209224"/>
              <a:gd name="connsiteY3" fmla="*/ 879573 h 1650549"/>
              <a:gd name="connsiteX4" fmla="*/ 3811848 w 4209224"/>
              <a:gd name="connsiteY4" fmla="*/ 108799 h 1650549"/>
              <a:gd name="connsiteX5" fmla="*/ 3877945 w 4209224"/>
              <a:gd name="connsiteY5" fmla="*/ 0 h 1650549"/>
              <a:gd name="connsiteX6" fmla="*/ 4209224 w 4209224"/>
              <a:gd name="connsiteY6" fmla="*/ 0 h 1650549"/>
              <a:gd name="connsiteX7" fmla="*/ 4209224 w 4209224"/>
              <a:gd name="connsiteY7" fmla="*/ 840421 h 1650549"/>
              <a:gd name="connsiteX8" fmla="*/ 4143538 w 4209224"/>
              <a:gd name="connsiteY8" fmla="*/ 912693 h 1650549"/>
              <a:gd name="connsiteX9" fmla="*/ 2362196 w 4209224"/>
              <a:gd name="connsiteY9" fmla="*/ 1650549 h 1650549"/>
              <a:gd name="connsiteX10" fmla="*/ 40969 w 4209224"/>
              <a:gd name="connsiteY10" fmla="*/ 111937 h 16505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209224" h="1650549">
                <a:moveTo>
                  <a:pt x="0" y="0"/>
                </a:moveTo>
                <a:lnTo>
                  <a:pt x="846445" y="0"/>
                </a:lnTo>
                <a:lnTo>
                  <a:pt x="912542" y="108799"/>
                </a:lnTo>
                <a:cubicBezTo>
                  <a:pt x="1226710" y="573829"/>
                  <a:pt x="1758748" y="879573"/>
                  <a:pt x="2362195" y="879573"/>
                </a:cubicBezTo>
                <a:cubicBezTo>
                  <a:pt x="2965642" y="879573"/>
                  <a:pt x="3497680" y="573829"/>
                  <a:pt x="3811848" y="108799"/>
                </a:cubicBezTo>
                <a:lnTo>
                  <a:pt x="3877945" y="0"/>
                </a:lnTo>
                <a:lnTo>
                  <a:pt x="4209224" y="0"/>
                </a:lnTo>
                <a:lnTo>
                  <a:pt x="4209224" y="840421"/>
                </a:lnTo>
                <a:lnTo>
                  <a:pt x="4143538" y="912693"/>
                </a:lnTo>
                <a:cubicBezTo>
                  <a:pt x="3687653" y="1368578"/>
                  <a:pt x="3057854" y="1650549"/>
                  <a:pt x="2362196" y="1650549"/>
                </a:cubicBezTo>
                <a:cubicBezTo>
                  <a:pt x="1318710" y="1650549"/>
                  <a:pt x="423404" y="1016115"/>
                  <a:pt x="40969" y="111937"/>
                </a:cubicBezTo>
                <a:close/>
              </a:path>
            </a:pathLst>
          </a:custGeom>
          <a:solidFill>
            <a:schemeClr val="accent5">
              <a:lumMod val="60000"/>
              <a:lumOff val="4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93" name="Group 92">
            <a:extLst>
              <a:ext uri="{FF2B5EF4-FFF2-40B4-BE49-F238E27FC236}">
                <a16:creationId xmlns:a16="http://schemas.microsoft.com/office/drawing/2014/main" id="{44C729BC-90F1-4823-A305-F6F124E93A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640014BD-8822-4EFD-B887-1E95DBBB42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Straight Connector 94">
              <a:extLst>
                <a:ext uri="{FF2B5EF4-FFF2-40B4-BE49-F238E27FC236}">
                  <a16:creationId xmlns:a16="http://schemas.microsoft.com/office/drawing/2014/main" id="{1E9445DF-509C-4993-834C-4A95C90E301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FDCB110E-203A-4D63-810B-7AB453AB9BF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F264073E-6737-44FE-BC04-BFEE371334D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Connector 97">
              <a:extLst>
                <a:ext uri="{FF2B5EF4-FFF2-40B4-BE49-F238E27FC236}">
                  <a16:creationId xmlns:a16="http://schemas.microsoft.com/office/drawing/2014/main" id="{6DA24A7E-F63B-4B87-ABA5-BDD8F8F65F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196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9CC2C5D2-CEDF-4390-A89D-71DBD7C3771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9140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Straight Connector 99">
              <a:extLst>
                <a:ext uri="{FF2B5EF4-FFF2-40B4-BE49-F238E27FC236}">
                  <a16:creationId xmlns:a16="http://schemas.microsoft.com/office/drawing/2014/main" id="{8956D0DF-B8DD-44AB-A831-329B2973EE9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9084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7AB17CF4-098C-43B0-A0E0-235CEB55FB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9028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D3CA7C27-06AF-4DB3-A3B2-F81C41D52B5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8971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Straight Connector 102">
              <a:extLst>
                <a:ext uri="{FF2B5EF4-FFF2-40B4-BE49-F238E27FC236}">
                  <a16:creationId xmlns:a16="http://schemas.microsoft.com/office/drawing/2014/main" id="{8BD2BB17-7774-4215-872F-9CF37633BB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18915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Straight Connector 103">
              <a:extLst>
                <a:ext uri="{FF2B5EF4-FFF2-40B4-BE49-F238E27FC236}">
                  <a16:creationId xmlns:a16="http://schemas.microsoft.com/office/drawing/2014/main" id="{22E1C172-AA18-42F1-B952-4791B50351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18859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C9D5EBAC-D904-4410-A575-1A2B810D88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18803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Straight Connector 105">
              <a:extLst>
                <a:ext uri="{FF2B5EF4-FFF2-40B4-BE49-F238E27FC236}">
                  <a16:creationId xmlns:a16="http://schemas.microsoft.com/office/drawing/2014/main" id="{8B38425E-0189-47B9-9F42-67DC5386E3B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18747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Straight Connector 106">
              <a:extLst>
                <a:ext uri="{FF2B5EF4-FFF2-40B4-BE49-F238E27FC236}">
                  <a16:creationId xmlns:a16="http://schemas.microsoft.com/office/drawing/2014/main" id="{E6584C8E-A8AC-49AB-8E5B-337E14D4F85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18690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Straight Connector 107">
              <a:extLst>
                <a:ext uri="{FF2B5EF4-FFF2-40B4-BE49-F238E27FC236}">
                  <a16:creationId xmlns:a16="http://schemas.microsoft.com/office/drawing/2014/main" id="{E8FCDC21-75B9-4F36-AEB4-186CDD994F2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18634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Straight Connector 108">
              <a:extLst>
                <a:ext uri="{FF2B5EF4-FFF2-40B4-BE49-F238E27FC236}">
                  <a16:creationId xmlns:a16="http://schemas.microsoft.com/office/drawing/2014/main" id="{79AAC1FD-FBB6-4E21-A267-E4B9029BB4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Straight Connector 109">
              <a:extLst>
                <a:ext uri="{FF2B5EF4-FFF2-40B4-BE49-F238E27FC236}">
                  <a16:creationId xmlns:a16="http://schemas.microsoft.com/office/drawing/2014/main" id="{20FDEAF3-AB6A-41DF-BF11-2451208180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29F9892F-F26B-4C6F-A949-097D3EBC77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2890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Straight Connector 111">
              <a:extLst>
                <a:ext uri="{FF2B5EF4-FFF2-40B4-BE49-F238E27FC236}">
                  <a16:creationId xmlns:a16="http://schemas.microsoft.com/office/drawing/2014/main" id="{FCCA59EA-5156-402B-82A4-AAE14B2D9A0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8609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Straight Connector 112">
              <a:extLst>
                <a:ext uri="{FF2B5EF4-FFF2-40B4-BE49-F238E27FC236}">
                  <a16:creationId xmlns:a16="http://schemas.microsoft.com/office/drawing/2014/main" id="{31E175D8-17F1-46B8-807F-89A75CD4D9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4328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5AE169C4-F6B2-44D0-A73C-88C304E8A36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40047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Straight Connector 114">
              <a:extLst>
                <a:ext uri="{FF2B5EF4-FFF2-40B4-BE49-F238E27FC236}">
                  <a16:creationId xmlns:a16="http://schemas.microsoft.com/office/drawing/2014/main" id="{2CE19136-3F8D-4350-A424-8241923BCD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95766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Straight Connector 115">
              <a:extLst>
                <a:ext uri="{FF2B5EF4-FFF2-40B4-BE49-F238E27FC236}">
                  <a16:creationId xmlns:a16="http://schemas.microsoft.com/office/drawing/2014/main" id="{CF937350-E379-4C45-BC56-20808BBED3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51485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FE4F6988-3981-46A0-B744-EE972197D4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07204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Straight Connector 117">
              <a:extLst>
                <a:ext uri="{FF2B5EF4-FFF2-40B4-BE49-F238E27FC236}">
                  <a16:creationId xmlns:a16="http://schemas.microsoft.com/office/drawing/2014/main" id="{EDB419A9-FCB9-4B39-8D9E-91CC0B8E77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62923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7D6861DB-43A8-4624-9ECC-5A96BE3AF1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18642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" name="Straight Connector 119">
              <a:extLst>
                <a:ext uri="{FF2B5EF4-FFF2-40B4-BE49-F238E27FC236}">
                  <a16:creationId xmlns:a16="http://schemas.microsoft.com/office/drawing/2014/main" id="{4AFBD701-C20E-441D-8596-4BBBF49556B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7436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Straight Connector 120">
              <a:extLst>
                <a:ext uri="{FF2B5EF4-FFF2-40B4-BE49-F238E27FC236}">
                  <a16:creationId xmlns:a16="http://schemas.microsoft.com/office/drawing/2014/main" id="{73C41C88-00F9-45AF-8D64-37BA70969B6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" name="Straight Connector 121">
              <a:extLst>
                <a:ext uri="{FF2B5EF4-FFF2-40B4-BE49-F238E27FC236}">
                  <a16:creationId xmlns:a16="http://schemas.microsoft.com/office/drawing/2014/main" id="{E6420BDA-21B9-4B17-A82E-A9EB28138A0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248400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 useBgFill="1">
        <p:nvSpPr>
          <p:cNvPr id="124" name="Rectangle 123">
            <a:extLst>
              <a:ext uri="{FF2B5EF4-FFF2-40B4-BE49-F238E27FC236}">
                <a16:creationId xmlns:a16="http://schemas.microsoft.com/office/drawing/2014/main" id="{BA6285CA-6AFA-4F27-AFB5-1B32CDE09B1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F8DD0EAF-BF73-48D8-A426-3085C4B88F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bg2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128" name="Right Triangle 127">
            <a:extLst>
              <a:ext uri="{FF2B5EF4-FFF2-40B4-BE49-F238E27FC236}">
                <a16:creationId xmlns:a16="http://schemas.microsoft.com/office/drawing/2014/main" id="{7BCC6446-8462-4A63-9B6F-8F57EC40F6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3500000">
            <a:off x="-265271" y="2673521"/>
            <a:ext cx="568289" cy="568289"/>
          </a:xfrm>
          <a:prstGeom prst="rtTriangle">
            <a:avLst/>
          </a:prstGeom>
          <a:solidFill>
            <a:schemeClr val="bg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30" name="Group 129">
            <a:extLst>
              <a:ext uri="{FF2B5EF4-FFF2-40B4-BE49-F238E27FC236}">
                <a16:creationId xmlns:a16="http://schemas.microsoft.com/office/drawing/2014/main" id="{8118ECEF-CA6A-4CB6-BCA5-59B2DB40C4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131" name="Straight Connector 130">
              <a:extLst>
                <a:ext uri="{FF2B5EF4-FFF2-40B4-BE49-F238E27FC236}">
                  <a16:creationId xmlns:a16="http://schemas.microsoft.com/office/drawing/2014/main" id="{CDC2A251-C28C-4A72-BAFF-511640FB2E6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Straight Connector 131">
              <a:extLst>
                <a:ext uri="{FF2B5EF4-FFF2-40B4-BE49-F238E27FC236}">
                  <a16:creationId xmlns:a16="http://schemas.microsoft.com/office/drawing/2014/main" id="{DDDB2429-3E01-4CD5-998D-8F5716A0987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Straight Connector 132">
              <a:extLst>
                <a:ext uri="{FF2B5EF4-FFF2-40B4-BE49-F238E27FC236}">
                  <a16:creationId xmlns:a16="http://schemas.microsoft.com/office/drawing/2014/main" id="{1E26953B-4BE7-4AD0-B471-088DBB23D7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Straight Connector 133">
              <a:extLst>
                <a:ext uri="{FF2B5EF4-FFF2-40B4-BE49-F238E27FC236}">
                  <a16:creationId xmlns:a16="http://schemas.microsoft.com/office/drawing/2014/main" id="{E9D9ED6D-9817-4272-9FEF-E674FBCCCC8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Straight Connector 134">
              <a:extLst>
                <a:ext uri="{FF2B5EF4-FFF2-40B4-BE49-F238E27FC236}">
                  <a16:creationId xmlns:a16="http://schemas.microsoft.com/office/drawing/2014/main" id="{8718C0DE-4596-4A70-AA4F-E678AC7FBC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196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Straight Connector 135">
              <a:extLst>
                <a:ext uri="{FF2B5EF4-FFF2-40B4-BE49-F238E27FC236}">
                  <a16:creationId xmlns:a16="http://schemas.microsoft.com/office/drawing/2014/main" id="{D8B48095-74C2-4053-872D-D3F70910C3A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9140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Straight Connector 136">
              <a:extLst>
                <a:ext uri="{FF2B5EF4-FFF2-40B4-BE49-F238E27FC236}">
                  <a16:creationId xmlns:a16="http://schemas.microsoft.com/office/drawing/2014/main" id="{6224D0B6-A4CB-4D98-A1DC-2770B95F9E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9084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Straight Connector 137">
              <a:extLst>
                <a:ext uri="{FF2B5EF4-FFF2-40B4-BE49-F238E27FC236}">
                  <a16:creationId xmlns:a16="http://schemas.microsoft.com/office/drawing/2014/main" id="{CB39DE9C-23C1-4ABA-BD0D-B76BDC9630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9028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Straight Connector 138">
              <a:extLst>
                <a:ext uri="{FF2B5EF4-FFF2-40B4-BE49-F238E27FC236}">
                  <a16:creationId xmlns:a16="http://schemas.microsoft.com/office/drawing/2014/main" id="{19DDAAE0-966C-4350-8819-857CF524F34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8971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Straight Connector 139">
              <a:extLst>
                <a:ext uri="{FF2B5EF4-FFF2-40B4-BE49-F238E27FC236}">
                  <a16:creationId xmlns:a16="http://schemas.microsoft.com/office/drawing/2014/main" id="{BEE6C021-FBD3-42F3-9A9C-69C4E71989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18915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1" name="Straight Connector 140">
              <a:extLst>
                <a:ext uri="{FF2B5EF4-FFF2-40B4-BE49-F238E27FC236}">
                  <a16:creationId xmlns:a16="http://schemas.microsoft.com/office/drawing/2014/main" id="{F02961B9-65E1-4B12-AD98-9845BC3F43B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18859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Straight Connector 141">
              <a:extLst>
                <a:ext uri="{FF2B5EF4-FFF2-40B4-BE49-F238E27FC236}">
                  <a16:creationId xmlns:a16="http://schemas.microsoft.com/office/drawing/2014/main" id="{B22ABFE0-D700-4FD9-9CC8-D138B29ABF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18803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Straight Connector 142">
              <a:extLst>
                <a:ext uri="{FF2B5EF4-FFF2-40B4-BE49-F238E27FC236}">
                  <a16:creationId xmlns:a16="http://schemas.microsoft.com/office/drawing/2014/main" id="{46FFF1A3-B8BF-470C-9436-D5B78185350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18747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4" name="Straight Connector 143">
              <a:extLst>
                <a:ext uri="{FF2B5EF4-FFF2-40B4-BE49-F238E27FC236}">
                  <a16:creationId xmlns:a16="http://schemas.microsoft.com/office/drawing/2014/main" id="{198B6551-FF5D-49F5-8D3E-757AEC357A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18690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id="{50F3BFE5-573C-42C0-94D5-E5513CCC57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18634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Straight Connector 145">
              <a:extLst>
                <a:ext uri="{FF2B5EF4-FFF2-40B4-BE49-F238E27FC236}">
                  <a16:creationId xmlns:a16="http://schemas.microsoft.com/office/drawing/2014/main" id="{357931AB-4B07-4E0E-B3E4-84E2452E0A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Straight Connector 146">
              <a:extLst>
                <a:ext uri="{FF2B5EF4-FFF2-40B4-BE49-F238E27FC236}">
                  <a16:creationId xmlns:a16="http://schemas.microsoft.com/office/drawing/2014/main" id="{CC4789DB-7083-4597-9FC7-6336EA0BE3D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Straight Connector 147">
              <a:extLst>
                <a:ext uri="{FF2B5EF4-FFF2-40B4-BE49-F238E27FC236}">
                  <a16:creationId xmlns:a16="http://schemas.microsoft.com/office/drawing/2014/main" id="{9E0B4F1D-D11A-4023-BE6B-6679ABB2B40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2890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Straight Connector 148">
              <a:extLst>
                <a:ext uri="{FF2B5EF4-FFF2-40B4-BE49-F238E27FC236}">
                  <a16:creationId xmlns:a16="http://schemas.microsoft.com/office/drawing/2014/main" id="{28633D7A-F6FC-418F-AD87-0EE148C1A09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8609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0" name="Straight Connector 149">
              <a:extLst>
                <a:ext uri="{FF2B5EF4-FFF2-40B4-BE49-F238E27FC236}">
                  <a16:creationId xmlns:a16="http://schemas.microsoft.com/office/drawing/2014/main" id="{A0FC8FCC-6F69-4802-995C-903AE441629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4328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" name="Straight Connector 150">
              <a:extLst>
                <a:ext uri="{FF2B5EF4-FFF2-40B4-BE49-F238E27FC236}">
                  <a16:creationId xmlns:a16="http://schemas.microsoft.com/office/drawing/2014/main" id="{86ABFCE7-4796-4186-8EDC-DB6CE87BC7E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40047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2" name="Straight Connector 151">
              <a:extLst>
                <a:ext uri="{FF2B5EF4-FFF2-40B4-BE49-F238E27FC236}">
                  <a16:creationId xmlns:a16="http://schemas.microsoft.com/office/drawing/2014/main" id="{E1935BF2-A804-46BA-940A-DDAD7888F30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95766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Straight Connector 152">
              <a:extLst>
                <a:ext uri="{FF2B5EF4-FFF2-40B4-BE49-F238E27FC236}">
                  <a16:creationId xmlns:a16="http://schemas.microsoft.com/office/drawing/2014/main" id="{ED012DA9-8D67-483A-8071-2903F2E3B2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51485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4" name="Straight Connector 153">
              <a:extLst>
                <a:ext uri="{FF2B5EF4-FFF2-40B4-BE49-F238E27FC236}">
                  <a16:creationId xmlns:a16="http://schemas.microsoft.com/office/drawing/2014/main" id="{109163DC-956E-44BE-B55A-E6C2C851DD2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07204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5" name="Straight Connector 154">
              <a:extLst>
                <a:ext uri="{FF2B5EF4-FFF2-40B4-BE49-F238E27FC236}">
                  <a16:creationId xmlns:a16="http://schemas.microsoft.com/office/drawing/2014/main" id="{76CDE9FD-1880-483F-A039-BEB3AB0D374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62923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6" name="Straight Connector 155">
              <a:extLst>
                <a:ext uri="{FF2B5EF4-FFF2-40B4-BE49-F238E27FC236}">
                  <a16:creationId xmlns:a16="http://schemas.microsoft.com/office/drawing/2014/main" id="{38DDB23B-71E7-42A3-B055-5740EE14C5A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18642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7" name="Straight Connector 156">
              <a:extLst>
                <a:ext uri="{FF2B5EF4-FFF2-40B4-BE49-F238E27FC236}">
                  <a16:creationId xmlns:a16="http://schemas.microsoft.com/office/drawing/2014/main" id="{37245B63-D771-461D-A625-4B49966D248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7436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8" name="Straight Connector 157">
              <a:extLst>
                <a:ext uri="{FF2B5EF4-FFF2-40B4-BE49-F238E27FC236}">
                  <a16:creationId xmlns:a16="http://schemas.microsoft.com/office/drawing/2014/main" id="{CF1DF9FF-1F61-4B4F-8993-6897DE09C9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" name="Straight Connector 158">
              <a:extLst>
                <a:ext uri="{FF2B5EF4-FFF2-40B4-BE49-F238E27FC236}">
                  <a16:creationId xmlns:a16="http://schemas.microsoft.com/office/drawing/2014/main" id="{4092F139-6734-46F3-B176-11741F1F732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248400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656FF472-D3D6-26E0-C494-15A6A172C1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3142" y="1843284"/>
            <a:ext cx="5414255" cy="2784496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600" dirty="0">
                <a:solidFill>
                  <a:schemeClr val="tx2">
                    <a:alpha val="80000"/>
                  </a:schemeClr>
                </a:solidFill>
              </a:rPr>
              <a:t>What does the day-by-day </a:t>
            </a:r>
            <a:r>
              <a:rPr lang="en-US" sz="4600" dirty="0">
                <a:solidFill>
                  <a:srgbClr val="00B050">
                    <a:alpha val="80000"/>
                  </a:srgbClr>
                </a:solidFill>
              </a:rPr>
              <a:t>revenue growth </a:t>
            </a:r>
            <a:r>
              <a:rPr lang="en-US" sz="4600" dirty="0">
                <a:solidFill>
                  <a:schemeClr val="tx2">
                    <a:alpha val="80000"/>
                  </a:schemeClr>
                </a:solidFill>
              </a:rPr>
              <a:t>look like?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320E5C0-D536-29A9-FE4B-DC5BDBC8374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16" r="5816"/>
          <a:stretch/>
        </p:blipFill>
        <p:spPr>
          <a:xfrm>
            <a:off x="6084873" y="0"/>
            <a:ext cx="6129950" cy="6858000"/>
          </a:xfrm>
          <a:custGeom>
            <a:avLst/>
            <a:gdLst/>
            <a:ahLst/>
            <a:cxnLst/>
            <a:rect l="l" t="t" r="r" b="b"/>
            <a:pathLst>
              <a:path w="6129950" h="6861439">
                <a:moveTo>
                  <a:pt x="1687527" y="0"/>
                </a:moveTo>
                <a:lnTo>
                  <a:pt x="6129950" y="0"/>
                </a:lnTo>
                <a:lnTo>
                  <a:pt x="6129950" y="6858000"/>
                </a:lnTo>
                <a:lnTo>
                  <a:pt x="5040333" y="6858000"/>
                </a:lnTo>
                <a:lnTo>
                  <a:pt x="5040333" y="6861439"/>
                </a:lnTo>
                <a:lnTo>
                  <a:pt x="272442" y="6861439"/>
                </a:lnTo>
                <a:lnTo>
                  <a:pt x="196402" y="6549696"/>
                </a:lnTo>
                <a:cubicBezTo>
                  <a:pt x="-517926" y="3427393"/>
                  <a:pt x="946083" y="3323532"/>
                  <a:pt x="946083" y="1"/>
                </a:cubicBezTo>
                <a:lnTo>
                  <a:pt x="1687527" y="1"/>
                </a:lnTo>
                <a:close/>
              </a:path>
            </a:pathLst>
          </a:cu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331508218"/>
      </p:ext>
    </p:extLst>
  </p:cSld>
  <p:clrMapOvr>
    <a:masterClrMapping/>
  </p:clrMapOvr>
  <p:transition spd="slow">
    <p:push dir="r"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A4798C7F-C8CA-4799-BF37-3AB4642CDB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7162F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1"/>
              </a:solidFill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87F0794B-55D3-4D2D-BDE7-4688ED321E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BE4C795B-1813-4CC6-B03F-8DD130BEAAB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E0F4C04D-5CD8-446B-BE3D-257172E6E4C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FDDC802E-606F-4F39-84B6-90DF0FE5446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2C5B0C75-0136-4A39-9AB6-0F02C452781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C5ED2B52-3D40-46DE-8B54-99A4071578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196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18BCEC75-1B6B-45B2-8041-8D933FCF60F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9140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6A2FC789-056A-43CC-807E-4262CDC3E0F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9084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48C32FD3-76B0-40E7-89F2-E9C523210A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9028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B82E9447-8362-426C-840A-B6F2231F7BC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8971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2F141DC8-83CE-4C21-A5BA-E2FFF3D866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18915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512A697C-ECBC-40A9-AC69-BF96A34B91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18859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D2E988AF-5EFB-43D3-B93F-6E4F41A2C90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18803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6B312C1B-AAE2-4A6D-ACC7-ABAA75D4285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18747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57B96146-61DA-44D6-A9DF-6DB41FCF2D8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18690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6B33F93D-4439-46EE-97C4-9CECAAFDCF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18634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5914B275-A3D7-4BA4-B8CB-E7657100F3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BD26EF3B-FBE7-4D57-8E01-553F50734A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6CC1E671-BA54-4B31-9A2E-8F50BC57A2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2890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836A704-3624-4ABF-9A67-0F52C2F3EFB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8609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5FDC385D-BA34-481F-A991-A776E0B193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4328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F1EF033A-D8FB-416B-AE51-4E098A27D68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40047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17C17B48-F458-4E9B-9331-56FCDC5B6A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95766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07E44A4B-D453-46F0-A83D-AF0B33D5C5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51485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346BEA9F-314B-440D-AE8D-21E1252EC5A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07204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F15EAFD0-4869-4612-ACDE-ABC703104E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62923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A0F26706-7F23-4FF0-9CAF-F3C4F47C11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18642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C0195A72-345A-4E88-8D71-14DB3D1B607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7436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0DBF51A6-A3BC-49FE-BB01-E8992811774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A78DF911-744C-419B-83DC-39F270BBF41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248400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216BB147-20D5-4D93-BDA5-1BC614D6A4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6214" y="5014716"/>
            <a:ext cx="2800124" cy="1843284"/>
          </a:xfrm>
          <a:custGeom>
            <a:avLst/>
            <a:gdLst>
              <a:gd name="connsiteX0" fmla="*/ 375358 w 2800124"/>
              <a:gd name="connsiteY0" fmla="*/ 0 h 1843284"/>
              <a:gd name="connsiteX1" fmla="*/ 2781298 w 2800124"/>
              <a:gd name="connsiteY1" fmla="*/ 1770066 h 1843284"/>
              <a:gd name="connsiteX2" fmla="*/ 2800124 w 2800124"/>
              <a:gd name="connsiteY2" fmla="*/ 1843284 h 1843284"/>
              <a:gd name="connsiteX3" fmla="*/ 1987869 w 2800124"/>
              <a:gd name="connsiteY3" fmla="*/ 1843284 h 1843284"/>
              <a:gd name="connsiteX4" fmla="*/ 1986195 w 2800124"/>
              <a:gd name="connsiteY4" fmla="*/ 1838711 h 1843284"/>
              <a:gd name="connsiteX5" fmla="*/ 375357 w 2800124"/>
              <a:gd name="connsiteY5" fmla="*/ 770976 h 1843284"/>
              <a:gd name="connsiteX6" fmla="*/ 23030 w 2800124"/>
              <a:gd name="connsiteY6" fmla="*/ 806494 h 1843284"/>
              <a:gd name="connsiteX7" fmla="*/ 0 w 2800124"/>
              <a:gd name="connsiteY7" fmla="*/ 812415 h 1843284"/>
              <a:gd name="connsiteX8" fmla="*/ 0 w 2800124"/>
              <a:gd name="connsiteY8" fmla="*/ 30983 h 1843284"/>
              <a:gd name="connsiteX9" fmla="*/ 117785 w 2800124"/>
              <a:gd name="connsiteY9" fmla="*/ 13007 h 1843284"/>
              <a:gd name="connsiteX10" fmla="*/ 375358 w 2800124"/>
              <a:gd name="connsiteY10" fmla="*/ 0 h 18432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800124" h="1843284">
                <a:moveTo>
                  <a:pt x="375358" y="0"/>
                </a:moveTo>
                <a:cubicBezTo>
                  <a:pt x="1505802" y="0"/>
                  <a:pt x="2462339" y="744579"/>
                  <a:pt x="2781298" y="1770066"/>
                </a:cubicBezTo>
                <a:lnTo>
                  <a:pt x="2800124" y="1843284"/>
                </a:lnTo>
                <a:lnTo>
                  <a:pt x="1987869" y="1843284"/>
                </a:lnTo>
                <a:lnTo>
                  <a:pt x="1986195" y="1838711"/>
                </a:lnTo>
                <a:cubicBezTo>
                  <a:pt x="1720801" y="1211248"/>
                  <a:pt x="1099494" y="770976"/>
                  <a:pt x="375357" y="770976"/>
                </a:cubicBezTo>
                <a:cubicBezTo>
                  <a:pt x="254668" y="770976"/>
                  <a:pt x="136835" y="783206"/>
                  <a:pt x="23030" y="806494"/>
                </a:cubicBezTo>
                <a:lnTo>
                  <a:pt x="0" y="812415"/>
                </a:lnTo>
                <a:lnTo>
                  <a:pt x="0" y="30983"/>
                </a:lnTo>
                <a:lnTo>
                  <a:pt x="117785" y="13007"/>
                </a:lnTo>
                <a:cubicBezTo>
                  <a:pt x="202473" y="4406"/>
                  <a:pt x="288401" y="0"/>
                  <a:pt x="375358" y="0"/>
                </a:cubicBezTo>
                <a:close/>
              </a:path>
            </a:pathLst>
          </a:custGeom>
          <a:solidFill>
            <a:schemeClr val="accent5">
              <a:lumMod val="75000"/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0A253F60-DE40-4508-A37A-61331DF1D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979728" y="0"/>
            <a:ext cx="4209224" cy="1650549"/>
          </a:xfrm>
          <a:custGeom>
            <a:avLst/>
            <a:gdLst>
              <a:gd name="connsiteX0" fmla="*/ 0 w 4209224"/>
              <a:gd name="connsiteY0" fmla="*/ 0 h 1650549"/>
              <a:gd name="connsiteX1" fmla="*/ 846445 w 4209224"/>
              <a:gd name="connsiteY1" fmla="*/ 0 h 1650549"/>
              <a:gd name="connsiteX2" fmla="*/ 912542 w 4209224"/>
              <a:gd name="connsiteY2" fmla="*/ 108799 h 1650549"/>
              <a:gd name="connsiteX3" fmla="*/ 2362195 w 4209224"/>
              <a:gd name="connsiteY3" fmla="*/ 879573 h 1650549"/>
              <a:gd name="connsiteX4" fmla="*/ 3811848 w 4209224"/>
              <a:gd name="connsiteY4" fmla="*/ 108799 h 1650549"/>
              <a:gd name="connsiteX5" fmla="*/ 3877945 w 4209224"/>
              <a:gd name="connsiteY5" fmla="*/ 0 h 1650549"/>
              <a:gd name="connsiteX6" fmla="*/ 4209224 w 4209224"/>
              <a:gd name="connsiteY6" fmla="*/ 0 h 1650549"/>
              <a:gd name="connsiteX7" fmla="*/ 4209224 w 4209224"/>
              <a:gd name="connsiteY7" fmla="*/ 840421 h 1650549"/>
              <a:gd name="connsiteX8" fmla="*/ 4143538 w 4209224"/>
              <a:gd name="connsiteY8" fmla="*/ 912693 h 1650549"/>
              <a:gd name="connsiteX9" fmla="*/ 2362196 w 4209224"/>
              <a:gd name="connsiteY9" fmla="*/ 1650549 h 1650549"/>
              <a:gd name="connsiteX10" fmla="*/ 40969 w 4209224"/>
              <a:gd name="connsiteY10" fmla="*/ 111937 h 16505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209224" h="1650549">
                <a:moveTo>
                  <a:pt x="0" y="0"/>
                </a:moveTo>
                <a:lnTo>
                  <a:pt x="846445" y="0"/>
                </a:lnTo>
                <a:lnTo>
                  <a:pt x="912542" y="108799"/>
                </a:lnTo>
                <a:cubicBezTo>
                  <a:pt x="1226710" y="573829"/>
                  <a:pt x="1758748" y="879573"/>
                  <a:pt x="2362195" y="879573"/>
                </a:cubicBezTo>
                <a:cubicBezTo>
                  <a:pt x="2965642" y="879573"/>
                  <a:pt x="3497680" y="573829"/>
                  <a:pt x="3811848" y="108799"/>
                </a:cubicBezTo>
                <a:lnTo>
                  <a:pt x="3877945" y="0"/>
                </a:lnTo>
                <a:lnTo>
                  <a:pt x="4209224" y="0"/>
                </a:lnTo>
                <a:lnTo>
                  <a:pt x="4209224" y="840421"/>
                </a:lnTo>
                <a:lnTo>
                  <a:pt x="4143538" y="912693"/>
                </a:lnTo>
                <a:cubicBezTo>
                  <a:pt x="3687653" y="1368578"/>
                  <a:pt x="3057854" y="1650549"/>
                  <a:pt x="2362196" y="1650549"/>
                </a:cubicBezTo>
                <a:cubicBezTo>
                  <a:pt x="1318710" y="1650549"/>
                  <a:pt x="423404" y="1016115"/>
                  <a:pt x="40969" y="111937"/>
                </a:cubicBezTo>
                <a:close/>
              </a:path>
            </a:pathLst>
          </a:custGeom>
          <a:solidFill>
            <a:schemeClr val="accent5">
              <a:lumMod val="60000"/>
              <a:lumOff val="4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3BBF3378-C49E-4B97-A883-6393FBF18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7162F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1"/>
              </a:solidFill>
            </a:endParaRPr>
          </a:p>
        </p:txBody>
      </p:sp>
      <p:grpSp>
        <p:nvGrpSpPr>
          <p:cNvPr id="81" name="Group 80">
            <a:extLst>
              <a:ext uri="{FF2B5EF4-FFF2-40B4-BE49-F238E27FC236}">
                <a16:creationId xmlns:a16="http://schemas.microsoft.com/office/drawing/2014/main" id="{DA3D4001-286E-4CB2-B293-3058BDDC82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F81F6D9A-C297-4D43-A56B-E097477E91F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BBD5299F-3CBD-431D-A276-1F6EBDE639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0579A460-D36C-4808-99FD-224968EC8DC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4FACC58E-31A5-41E4-BCE1-9A0FF26F19B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43EE866F-1BA5-4009-983D-0A270F2651C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196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1E7DADAE-DB0C-47E3-AE16-C7B09A32699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9140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EAB89127-DBEE-47FB-951F-C4FEBC41E9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9084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368F6061-E9B4-4C8B-B421-CB81EF37158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9028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54F431D3-EEE6-4416-BA2B-7B8942561C5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8971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C3A1230D-F162-470F-B26A-44F48789FC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18915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1128856B-8BFD-40E1-993B-93F4DDEEC05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18859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0AD4C0C2-878C-4A6F-998A-CDDC31ACDB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18803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7EE0349E-7D03-4F4E-BCAA-D6BAC3E057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18747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FD4A5BD7-7EA2-4F4A-A88B-240C626054D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18690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A5DE89C9-D993-4FE5-9E60-4816CB1A6F1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18634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3574CA6C-639F-41A6-AED3-15C0E0E1B63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B3864BFB-5F88-4311-A2A0-12D067F91EC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09B3E436-97A2-4763-9E55-2C470DF17D0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2890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8462A8CC-9918-4941-9B4A-36FB3F8531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8609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B0671973-544E-4370-8DB9-174DAB82F9E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4328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B5505BD9-45DD-4763-90CB-FB9DB066152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40047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3022B701-1894-49C5-A67C-6B8377C7C5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95766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90501CD9-45DC-4009-A410-08DB27A8742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51485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00BD35CA-BF52-4F44-B789-E3B98042D85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07204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25AED4B0-30B1-4E36-86A4-42C2A918100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62923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DA1A0260-34D8-4474-8C33-ED80F83092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18642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FDCCA183-C630-4855-8BD6-0E4EEE59FCE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7436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Straight Connector 76">
              <a:extLst>
                <a:ext uri="{FF2B5EF4-FFF2-40B4-BE49-F238E27FC236}">
                  <a16:creationId xmlns:a16="http://schemas.microsoft.com/office/drawing/2014/main" id="{843E8B9F-C809-423A-ADAA-80CE5C0711C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Straight Connector 77">
              <a:extLst>
                <a:ext uri="{FF2B5EF4-FFF2-40B4-BE49-F238E27FC236}">
                  <a16:creationId xmlns:a16="http://schemas.microsoft.com/office/drawing/2014/main" id="{2621EBC9-CEB1-4BA5-82D6-9944A3C123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248400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2" name="Freeform: Shape 111">
            <a:extLst>
              <a:ext uri="{FF2B5EF4-FFF2-40B4-BE49-F238E27FC236}">
                <a16:creationId xmlns:a16="http://schemas.microsoft.com/office/drawing/2014/main" id="{EB68BB96-3C54-47CE-A559-16FC5968EE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6214" y="5014716"/>
            <a:ext cx="2800124" cy="1843284"/>
          </a:xfrm>
          <a:custGeom>
            <a:avLst/>
            <a:gdLst>
              <a:gd name="connsiteX0" fmla="*/ 375358 w 2800124"/>
              <a:gd name="connsiteY0" fmla="*/ 0 h 1843284"/>
              <a:gd name="connsiteX1" fmla="*/ 2781298 w 2800124"/>
              <a:gd name="connsiteY1" fmla="*/ 1770066 h 1843284"/>
              <a:gd name="connsiteX2" fmla="*/ 2800124 w 2800124"/>
              <a:gd name="connsiteY2" fmla="*/ 1843284 h 1843284"/>
              <a:gd name="connsiteX3" fmla="*/ 1987869 w 2800124"/>
              <a:gd name="connsiteY3" fmla="*/ 1843284 h 1843284"/>
              <a:gd name="connsiteX4" fmla="*/ 1986195 w 2800124"/>
              <a:gd name="connsiteY4" fmla="*/ 1838711 h 1843284"/>
              <a:gd name="connsiteX5" fmla="*/ 375357 w 2800124"/>
              <a:gd name="connsiteY5" fmla="*/ 770976 h 1843284"/>
              <a:gd name="connsiteX6" fmla="*/ 23030 w 2800124"/>
              <a:gd name="connsiteY6" fmla="*/ 806494 h 1843284"/>
              <a:gd name="connsiteX7" fmla="*/ 0 w 2800124"/>
              <a:gd name="connsiteY7" fmla="*/ 812415 h 1843284"/>
              <a:gd name="connsiteX8" fmla="*/ 0 w 2800124"/>
              <a:gd name="connsiteY8" fmla="*/ 30983 h 1843284"/>
              <a:gd name="connsiteX9" fmla="*/ 117785 w 2800124"/>
              <a:gd name="connsiteY9" fmla="*/ 13007 h 1843284"/>
              <a:gd name="connsiteX10" fmla="*/ 375358 w 2800124"/>
              <a:gd name="connsiteY10" fmla="*/ 0 h 18432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800124" h="1843284">
                <a:moveTo>
                  <a:pt x="375358" y="0"/>
                </a:moveTo>
                <a:cubicBezTo>
                  <a:pt x="1505802" y="0"/>
                  <a:pt x="2462339" y="744579"/>
                  <a:pt x="2781298" y="1770066"/>
                </a:cubicBezTo>
                <a:lnTo>
                  <a:pt x="2800124" y="1843284"/>
                </a:lnTo>
                <a:lnTo>
                  <a:pt x="1987869" y="1843284"/>
                </a:lnTo>
                <a:lnTo>
                  <a:pt x="1986195" y="1838711"/>
                </a:lnTo>
                <a:cubicBezTo>
                  <a:pt x="1720801" y="1211248"/>
                  <a:pt x="1099494" y="770976"/>
                  <a:pt x="375357" y="770976"/>
                </a:cubicBezTo>
                <a:cubicBezTo>
                  <a:pt x="254668" y="770976"/>
                  <a:pt x="136835" y="783206"/>
                  <a:pt x="23030" y="806494"/>
                </a:cubicBezTo>
                <a:lnTo>
                  <a:pt x="0" y="812415"/>
                </a:lnTo>
                <a:lnTo>
                  <a:pt x="0" y="30983"/>
                </a:lnTo>
                <a:lnTo>
                  <a:pt x="117785" y="13007"/>
                </a:lnTo>
                <a:cubicBezTo>
                  <a:pt x="202473" y="4406"/>
                  <a:pt x="288401" y="0"/>
                  <a:pt x="375358" y="0"/>
                </a:cubicBezTo>
                <a:close/>
              </a:path>
            </a:pathLst>
          </a:cu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grpSp>
        <p:nvGrpSpPr>
          <p:cNvPr id="114" name="Group 113">
            <a:extLst>
              <a:ext uri="{FF2B5EF4-FFF2-40B4-BE49-F238E27FC236}">
                <a16:creationId xmlns:a16="http://schemas.microsoft.com/office/drawing/2014/main" id="{BDDD9304-3AB6-4BE9-833E-9C1B3EC421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83" name="Straight Connector 82">
              <a:extLst>
                <a:ext uri="{FF2B5EF4-FFF2-40B4-BE49-F238E27FC236}">
                  <a16:creationId xmlns:a16="http://schemas.microsoft.com/office/drawing/2014/main" id="{C7756000-2285-4D38-AD2B-91F47CF8B54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Straight Connector 115">
              <a:extLst>
                <a:ext uri="{FF2B5EF4-FFF2-40B4-BE49-F238E27FC236}">
                  <a16:creationId xmlns:a16="http://schemas.microsoft.com/office/drawing/2014/main" id="{2F7A36A8-4BBE-49D8-94DA-606561AC09A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Straight Connector 84">
              <a:extLst>
                <a:ext uri="{FF2B5EF4-FFF2-40B4-BE49-F238E27FC236}">
                  <a16:creationId xmlns:a16="http://schemas.microsoft.com/office/drawing/2014/main" id="{961EE45E-0342-4F26-8CD3-85CDDF7E5A4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Straight Connector 117">
              <a:extLst>
                <a:ext uri="{FF2B5EF4-FFF2-40B4-BE49-F238E27FC236}">
                  <a16:creationId xmlns:a16="http://schemas.microsoft.com/office/drawing/2014/main" id="{89C5DC0E-03C0-4CEB-AD10-3A3C9999483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Straight Connector 86">
              <a:extLst>
                <a:ext uri="{FF2B5EF4-FFF2-40B4-BE49-F238E27FC236}">
                  <a16:creationId xmlns:a16="http://schemas.microsoft.com/office/drawing/2014/main" id="{2E1CE081-E685-46D4-BAF7-54C65BD823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196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Straight Connector 87">
              <a:extLst>
                <a:ext uri="{FF2B5EF4-FFF2-40B4-BE49-F238E27FC236}">
                  <a16:creationId xmlns:a16="http://schemas.microsoft.com/office/drawing/2014/main" id="{5486C88F-30DD-46C8-9B05-F885D4EB073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9140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Straight Connector 88">
              <a:extLst>
                <a:ext uri="{FF2B5EF4-FFF2-40B4-BE49-F238E27FC236}">
                  <a16:creationId xmlns:a16="http://schemas.microsoft.com/office/drawing/2014/main" id="{290BAD11-B30B-49DE-A566-E21BCDDCFA2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9084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Straight Connector 89">
              <a:extLst>
                <a:ext uri="{FF2B5EF4-FFF2-40B4-BE49-F238E27FC236}">
                  <a16:creationId xmlns:a16="http://schemas.microsoft.com/office/drawing/2014/main" id="{31F821CC-6C37-4415-8DA6-EF6B42D876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9028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C9ECD1FB-7FE8-477E-8E90-648AE4E932C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8971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Straight Connector 91">
              <a:extLst>
                <a:ext uri="{FF2B5EF4-FFF2-40B4-BE49-F238E27FC236}">
                  <a16:creationId xmlns:a16="http://schemas.microsoft.com/office/drawing/2014/main" id="{381C9DD8-7FF3-44E6-9887-1CE07DBD95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18915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654D87AF-08CE-4125-AF4B-8C8A9D340B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18859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F3C9C908-1A58-4E28-969E-48E9BA61BB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18803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Straight Connector 94">
              <a:extLst>
                <a:ext uri="{FF2B5EF4-FFF2-40B4-BE49-F238E27FC236}">
                  <a16:creationId xmlns:a16="http://schemas.microsoft.com/office/drawing/2014/main" id="{3530AEF7-35DB-44E3-93EB-B3F0FBA9E5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18747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6108D15E-72F2-45D7-9050-8322CB1F844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18690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CC764F43-FB23-49CB-B2CA-ACFBFB412A2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18634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Connector 97">
              <a:extLst>
                <a:ext uri="{FF2B5EF4-FFF2-40B4-BE49-F238E27FC236}">
                  <a16:creationId xmlns:a16="http://schemas.microsoft.com/office/drawing/2014/main" id="{64C60457-68FC-4E1F-9ABB-E79094AEB11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22C915FB-0611-4283-8EC1-88510A69FC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Straight Connector 99">
              <a:extLst>
                <a:ext uri="{FF2B5EF4-FFF2-40B4-BE49-F238E27FC236}">
                  <a16:creationId xmlns:a16="http://schemas.microsoft.com/office/drawing/2014/main" id="{3CF80AC6-E542-456F-BEE8-E9CF46AC219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2890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9EC6EED6-01FF-4941-A4AB-224D26EE11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8609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F8D16FF7-D5D7-4A97-BB5E-A069EF13A41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4328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Straight Connector 102">
              <a:extLst>
                <a:ext uri="{FF2B5EF4-FFF2-40B4-BE49-F238E27FC236}">
                  <a16:creationId xmlns:a16="http://schemas.microsoft.com/office/drawing/2014/main" id="{D703DF22-27D8-481B-95B5-A4A7A62066A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40047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Straight Connector 103">
              <a:extLst>
                <a:ext uri="{FF2B5EF4-FFF2-40B4-BE49-F238E27FC236}">
                  <a16:creationId xmlns:a16="http://schemas.microsoft.com/office/drawing/2014/main" id="{1F7256DA-C9DD-498F-A3B4-789819FE4C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95766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EBEBA9FF-8036-4656-B1F1-87953464DCE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51485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Straight Connector 105">
              <a:extLst>
                <a:ext uri="{FF2B5EF4-FFF2-40B4-BE49-F238E27FC236}">
                  <a16:creationId xmlns:a16="http://schemas.microsoft.com/office/drawing/2014/main" id="{575DABD2-EA79-4547-AFC6-53720AB60E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07204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Straight Connector 106">
              <a:extLst>
                <a:ext uri="{FF2B5EF4-FFF2-40B4-BE49-F238E27FC236}">
                  <a16:creationId xmlns:a16="http://schemas.microsoft.com/office/drawing/2014/main" id="{3060E1B5-52C7-4314-98B0-3AE8A0B6301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62923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Straight Connector 107">
              <a:extLst>
                <a:ext uri="{FF2B5EF4-FFF2-40B4-BE49-F238E27FC236}">
                  <a16:creationId xmlns:a16="http://schemas.microsoft.com/office/drawing/2014/main" id="{033D416E-D8B5-4097-B7F0-1BA0357D367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18642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Straight Connector 108">
              <a:extLst>
                <a:ext uri="{FF2B5EF4-FFF2-40B4-BE49-F238E27FC236}">
                  <a16:creationId xmlns:a16="http://schemas.microsoft.com/office/drawing/2014/main" id="{A5862DFC-3406-4DC9-AA41-0CE64748AF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7436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Straight Connector 109">
              <a:extLst>
                <a:ext uri="{FF2B5EF4-FFF2-40B4-BE49-F238E27FC236}">
                  <a16:creationId xmlns:a16="http://schemas.microsoft.com/office/drawing/2014/main" id="{3C908427-368C-4792-A5E5-313F77FF28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88CB189E-908B-495D-B023-05D3D2C1B41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248400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 useBgFill="1">
        <p:nvSpPr>
          <p:cNvPr id="113" name="Rectangle 112">
            <a:extLst>
              <a:ext uri="{FF2B5EF4-FFF2-40B4-BE49-F238E27FC236}">
                <a16:creationId xmlns:a16="http://schemas.microsoft.com/office/drawing/2014/main" id="{A173122F-D466-4F08-90FA-0038F7AC21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115" name="Rectangle 114">
            <a:extLst>
              <a:ext uri="{FF2B5EF4-FFF2-40B4-BE49-F238E27FC236}">
                <a16:creationId xmlns:a16="http://schemas.microsoft.com/office/drawing/2014/main" id="{4A929113-1368-4B1B-9C6F-140F47CBF4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bg2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120" name="Right Triangle 119">
            <a:extLst>
              <a:ext uri="{FF2B5EF4-FFF2-40B4-BE49-F238E27FC236}">
                <a16:creationId xmlns:a16="http://schemas.microsoft.com/office/drawing/2014/main" id="{C24346C5-B1C8-4C83-846B-122A3B4B2F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3500000">
            <a:off x="-265270" y="1555699"/>
            <a:ext cx="568289" cy="568289"/>
          </a:xfrm>
          <a:prstGeom prst="rtTriangle">
            <a:avLst/>
          </a:prstGeom>
          <a:solidFill>
            <a:schemeClr val="bg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Freeform: Shape 118">
            <a:extLst>
              <a:ext uri="{FF2B5EF4-FFF2-40B4-BE49-F238E27FC236}">
                <a16:creationId xmlns:a16="http://schemas.microsoft.com/office/drawing/2014/main" id="{0B6C48B2-8296-4312-8901-93BB7735D1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6215" y="4554328"/>
            <a:ext cx="12197917" cy="2303672"/>
          </a:xfrm>
          <a:custGeom>
            <a:avLst/>
            <a:gdLst>
              <a:gd name="connsiteX0" fmla="*/ 8951169 w 12178450"/>
              <a:gd name="connsiteY0" fmla="*/ 32 h 2001622"/>
              <a:gd name="connsiteX1" fmla="*/ 11653845 w 12178450"/>
              <a:gd name="connsiteY1" fmla="*/ 209874 h 2001622"/>
              <a:gd name="connsiteX2" fmla="*/ 12178450 w 12178450"/>
              <a:gd name="connsiteY2" fmla="*/ 286723 h 2001622"/>
              <a:gd name="connsiteX3" fmla="*/ 12178450 w 12178450"/>
              <a:gd name="connsiteY3" fmla="*/ 2001622 h 2001622"/>
              <a:gd name="connsiteX4" fmla="*/ 0 w 12178450"/>
              <a:gd name="connsiteY4" fmla="*/ 2001622 h 2001622"/>
              <a:gd name="connsiteX5" fmla="*/ 0 w 12178450"/>
              <a:gd name="connsiteY5" fmla="*/ 1010979 h 2001622"/>
              <a:gd name="connsiteX6" fmla="*/ 8951169 w 12178450"/>
              <a:gd name="connsiteY6" fmla="*/ 32 h 20016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78450" h="2001622">
                <a:moveTo>
                  <a:pt x="8951169" y="32"/>
                </a:moveTo>
                <a:cubicBezTo>
                  <a:pt x="9704520" y="1593"/>
                  <a:pt x="10578586" y="62133"/>
                  <a:pt x="11653845" y="209874"/>
                </a:cubicBezTo>
                <a:lnTo>
                  <a:pt x="12178450" y="286723"/>
                </a:lnTo>
                <a:lnTo>
                  <a:pt x="12178450" y="2001622"/>
                </a:lnTo>
                <a:lnTo>
                  <a:pt x="0" y="2001622"/>
                </a:lnTo>
                <a:lnTo>
                  <a:pt x="0" y="1010979"/>
                </a:lnTo>
                <a:cubicBezTo>
                  <a:pt x="4768989" y="1010979"/>
                  <a:pt x="5812206" y="-6472"/>
                  <a:pt x="8951169" y="32"/>
                </a:cubicBezTo>
                <a:close/>
              </a:path>
            </a:pathLst>
          </a:custGeom>
          <a:solidFill>
            <a:schemeClr val="accent6">
              <a:lumMod val="20000"/>
              <a:lumOff val="8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90F28F7A-4F2F-4C1B-AF1C-A6E7C79532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122" name="Straight Connector 121">
              <a:extLst>
                <a:ext uri="{FF2B5EF4-FFF2-40B4-BE49-F238E27FC236}">
                  <a16:creationId xmlns:a16="http://schemas.microsoft.com/office/drawing/2014/main" id="{B23CC870-B5E9-475F-A625-9E862A6295C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Straight Connector 122">
              <a:extLst>
                <a:ext uri="{FF2B5EF4-FFF2-40B4-BE49-F238E27FC236}">
                  <a16:creationId xmlns:a16="http://schemas.microsoft.com/office/drawing/2014/main" id="{42A6B08C-017D-4B4D-95EC-4BB83C5541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Straight Connector 123">
              <a:extLst>
                <a:ext uri="{FF2B5EF4-FFF2-40B4-BE49-F238E27FC236}">
                  <a16:creationId xmlns:a16="http://schemas.microsoft.com/office/drawing/2014/main" id="{94599402-E1B8-4E3B-A56D-68606FC1EF4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Straight Connector 124">
              <a:extLst>
                <a:ext uri="{FF2B5EF4-FFF2-40B4-BE49-F238E27FC236}">
                  <a16:creationId xmlns:a16="http://schemas.microsoft.com/office/drawing/2014/main" id="{B720C48A-E9A0-4B85-A954-39375E0996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Straight Connector 125">
              <a:extLst>
                <a:ext uri="{FF2B5EF4-FFF2-40B4-BE49-F238E27FC236}">
                  <a16:creationId xmlns:a16="http://schemas.microsoft.com/office/drawing/2014/main" id="{B0E26956-FF2A-412E-ACC4-29CCD025991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196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Straight Connector 126">
              <a:extLst>
                <a:ext uri="{FF2B5EF4-FFF2-40B4-BE49-F238E27FC236}">
                  <a16:creationId xmlns:a16="http://schemas.microsoft.com/office/drawing/2014/main" id="{FB31E652-49AC-4108-85B8-75122A48A5F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9140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Straight Connector 127">
              <a:extLst>
                <a:ext uri="{FF2B5EF4-FFF2-40B4-BE49-F238E27FC236}">
                  <a16:creationId xmlns:a16="http://schemas.microsoft.com/office/drawing/2014/main" id="{DC1DB29F-0624-4035-B188-640616D5DE1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9084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Straight Connector 128">
              <a:extLst>
                <a:ext uri="{FF2B5EF4-FFF2-40B4-BE49-F238E27FC236}">
                  <a16:creationId xmlns:a16="http://schemas.microsoft.com/office/drawing/2014/main" id="{1D27221C-2427-4C99-89DC-1A38A54058A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9028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Straight Connector 129">
              <a:extLst>
                <a:ext uri="{FF2B5EF4-FFF2-40B4-BE49-F238E27FC236}">
                  <a16:creationId xmlns:a16="http://schemas.microsoft.com/office/drawing/2014/main" id="{2DBF1D76-8076-4BAE-B627-F1861C9E08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8971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Straight Connector 130">
              <a:extLst>
                <a:ext uri="{FF2B5EF4-FFF2-40B4-BE49-F238E27FC236}">
                  <a16:creationId xmlns:a16="http://schemas.microsoft.com/office/drawing/2014/main" id="{8E930E41-FC2F-4319-9C28-32C27843008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18915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Straight Connector 131">
              <a:extLst>
                <a:ext uri="{FF2B5EF4-FFF2-40B4-BE49-F238E27FC236}">
                  <a16:creationId xmlns:a16="http://schemas.microsoft.com/office/drawing/2014/main" id="{C0936C1B-0C10-464B-85C8-345095AAB37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18859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Straight Connector 132">
              <a:extLst>
                <a:ext uri="{FF2B5EF4-FFF2-40B4-BE49-F238E27FC236}">
                  <a16:creationId xmlns:a16="http://schemas.microsoft.com/office/drawing/2014/main" id="{DB90EC61-FD0C-434A-9D1B-A20035C214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18803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Straight Connector 133">
              <a:extLst>
                <a:ext uri="{FF2B5EF4-FFF2-40B4-BE49-F238E27FC236}">
                  <a16:creationId xmlns:a16="http://schemas.microsoft.com/office/drawing/2014/main" id="{A5F5CC56-1FDA-4D3E-9C6E-8E996026C38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18747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Straight Connector 134">
              <a:extLst>
                <a:ext uri="{FF2B5EF4-FFF2-40B4-BE49-F238E27FC236}">
                  <a16:creationId xmlns:a16="http://schemas.microsoft.com/office/drawing/2014/main" id="{272B8FB2-B735-480F-9A88-48AADB2227E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18690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Straight Connector 135">
              <a:extLst>
                <a:ext uri="{FF2B5EF4-FFF2-40B4-BE49-F238E27FC236}">
                  <a16:creationId xmlns:a16="http://schemas.microsoft.com/office/drawing/2014/main" id="{85B46C1B-4FC4-4E24-AC43-07940BE1E6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18634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Straight Connector 136">
              <a:extLst>
                <a:ext uri="{FF2B5EF4-FFF2-40B4-BE49-F238E27FC236}">
                  <a16:creationId xmlns:a16="http://schemas.microsoft.com/office/drawing/2014/main" id="{C34915AF-0AE3-4EDD-8681-4C3F2C592B9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Straight Connector 137">
              <a:extLst>
                <a:ext uri="{FF2B5EF4-FFF2-40B4-BE49-F238E27FC236}">
                  <a16:creationId xmlns:a16="http://schemas.microsoft.com/office/drawing/2014/main" id="{5C35A3F3-714E-4F69-9BDF-8ED284EF29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Straight Connector 138">
              <a:extLst>
                <a:ext uri="{FF2B5EF4-FFF2-40B4-BE49-F238E27FC236}">
                  <a16:creationId xmlns:a16="http://schemas.microsoft.com/office/drawing/2014/main" id="{03D561AC-B0B1-47EB-BE05-209F5612B70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2890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Straight Connector 139">
              <a:extLst>
                <a:ext uri="{FF2B5EF4-FFF2-40B4-BE49-F238E27FC236}">
                  <a16:creationId xmlns:a16="http://schemas.microsoft.com/office/drawing/2014/main" id="{D3508E52-4FD9-4E6D-AFEA-69A88ED268E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8609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1" name="Straight Connector 140">
              <a:extLst>
                <a:ext uri="{FF2B5EF4-FFF2-40B4-BE49-F238E27FC236}">
                  <a16:creationId xmlns:a16="http://schemas.microsoft.com/office/drawing/2014/main" id="{C69DDE76-16F7-472F-B6D7-84AE8FFF31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4328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Straight Connector 141">
              <a:extLst>
                <a:ext uri="{FF2B5EF4-FFF2-40B4-BE49-F238E27FC236}">
                  <a16:creationId xmlns:a16="http://schemas.microsoft.com/office/drawing/2014/main" id="{B2D87BEF-8844-4A3E-B130-B7D26740CC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40047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Straight Connector 142">
              <a:extLst>
                <a:ext uri="{FF2B5EF4-FFF2-40B4-BE49-F238E27FC236}">
                  <a16:creationId xmlns:a16="http://schemas.microsoft.com/office/drawing/2014/main" id="{BB381129-2089-4EAA-AE6C-2BAA96BC82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95766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4" name="Straight Connector 143">
              <a:extLst>
                <a:ext uri="{FF2B5EF4-FFF2-40B4-BE49-F238E27FC236}">
                  <a16:creationId xmlns:a16="http://schemas.microsoft.com/office/drawing/2014/main" id="{5B69BF7A-FA63-4706-8066-DF15018E66F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51485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id="{6A3ECB71-0CCD-403F-B14B-ABC48D78CD4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07204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Straight Connector 145">
              <a:extLst>
                <a:ext uri="{FF2B5EF4-FFF2-40B4-BE49-F238E27FC236}">
                  <a16:creationId xmlns:a16="http://schemas.microsoft.com/office/drawing/2014/main" id="{D9095BBA-0FE1-49E5-89F7-22125BAF87A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62923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Straight Connector 146">
              <a:extLst>
                <a:ext uri="{FF2B5EF4-FFF2-40B4-BE49-F238E27FC236}">
                  <a16:creationId xmlns:a16="http://schemas.microsoft.com/office/drawing/2014/main" id="{B55351D8-6F27-4B82-968B-581B177CB4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18642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Straight Connector 147">
              <a:extLst>
                <a:ext uri="{FF2B5EF4-FFF2-40B4-BE49-F238E27FC236}">
                  <a16:creationId xmlns:a16="http://schemas.microsoft.com/office/drawing/2014/main" id="{351025A5-EB5A-4057-A85E-69AF0E6BE6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7436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Straight Connector 148">
              <a:extLst>
                <a:ext uri="{FF2B5EF4-FFF2-40B4-BE49-F238E27FC236}">
                  <a16:creationId xmlns:a16="http://schemas.microsoft.com/office/drawing/2014/main" id="{5030318B-EEB9-4D92-BC50-D115109898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0" name="Straight Connector 149">
              <a:extLst>
                <a:ext uri="{FF2B5EF4-FFF2-40B4-BE49-F238E27FC236}">
                  <a16:creationId xmlns:a16="http://schemas.microsoft.com/office/drawing/2014/main" id="{417FC0E3-7CC7-4188-BC7A-7E8FB55649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248400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57F7F528-BA9D-9C33-0DF0-C14DD5F95B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3532" y="537937"/>
            <a:ext cx="4209224" cy="4525645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200" dirty="0">
                <a:solidFill>
                  <a:schemeClr val="tx2"/>
                </a:solidFill>
              </a:rPr>
              <a:t>Every </a:t>
            </a:r>
            <a:r>
              <a:rPr lang="en-US" sz="4200" dirty="0">
                <a:solidFill>
                  <a:schemeClr val="accent3"/>
                </a:solidFill>
              </a:rPr>
              <a:t>booking</a:t>
            </a:r>
            <a:r>
              <a:rPr lang="en-US" sz="4200" dirty="0">
                <a:solidFill>
                  <a:schemeClr val="tx2"/>
                </a:solidFill>
              </a:rPr>
              <a:t> a </a:t>
            </a:r>
            <a:r>
              <a:rPr lang="en-US" sz="4200" dirty="0">
                <a:solidFill>
                  <a:schemeClr val="accent1"/>
                </a:solidFill>
              </a:rPr>
              <a:t>customer</a:t>
            </a:r>
            <a:r>
              <a:rPr lang="en-US" sz="4200" dirty="0">
                <a:solidFill>
                  <a:schemeClr val="tx2"/>
                </a:solidFill>
              </a:rPr>
              <a:t> ever made, hotel or flight, in one </a:t>
            </a:r>
            <a:r>
              <a:rPr lang="en-US" sz="4200" b="1" dirty="0">
                <a:solidFill>
                  <a:srgbClr val="00B0F0"/>
                </a:solidFill>
              </a:rPr>
              <a:t>unified list</a:t>
            </a:r>
            <a:r>
              <a:rPr lang="en-US" sz="4200" b="1" dirty="0">
                <a:solidFill>
                  <a:schemeClr val="tx2"/>
                </a:solidFill>
              </a:rPr>
              <a:t>.</a:t>
            </a:r>
            <a:endParaRPr lang="en-US" sz="4200" dirty="0">
              <a:solidFill>
                <a:schemeClr val="tx2"/>
              </a:solidFill>
            </a:endParaRP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6071BC3-36DE-3451-22FD-670FFC21F4E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116287" y="537937"/>
            <a:ext cx="6336573" cy="5782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2500261"/>
      </p:ext>
    </p:extLst>
  </p:cSld>
  <p:clrMapOvr>
    <a:masterClrMapping/>
  </p:clrMapOvr>
  <p:transition spd="slow">
    <p:push dir="r"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4798C7F-C8CA-4799-BF37-3AB4642CDB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7162F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1"/>
              </a:solidFill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7F0794B-55D3-4D2D-BDE7-4688ED321E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BE4C795B-1813-4CC6-B03F-8DD130BEAAB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E0F4C04D-5CD8-446B-BE3D-257172E6E4C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FDDC802E-606F-4F39-84B6-90DF0FE5446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2C5B0C75-0136-4A39-9AB6-0F02C452781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C5ED2B52-3D40-46DE-8B54-99A4071578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196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18BCEC75-1B6B-45B2-8041-8D933FCF60F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9140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6A2FC789-056A-43CC-807E-4262CDC3E0F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9084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48C32FD3-76B0-40E7-89F2-E9C523210A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9028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B82E9447-8362-426C-840A-B6F2231F7BC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8971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2F141DC8-83CE-4C21-A5BA-E2FFF3D866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18915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512A697C-ECBC-40A9-AC69-BF96A34B91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18859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D2E988AF-5EFB-43D3-B93F-6E4F41A2C90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18803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6B312C1B-AAE2-4A6D-ACC7-ABAA75D4285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18747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57B96146-61DA-44D6-A9DF-6DB41FCF2D8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18690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6B33F93D-4439-46EE-97C4-9CECAAFDCF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18634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5914B275-A3D7-4BA4-B8CB-E7657100F3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BD26EF3B-FBE7-4D57-8E01-553F50734A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6CC1E671-BA54-4B31-9A2E-8F50BC57A2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2890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836A704-3624-4ABF-9A67-0F52C2F3EFB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8609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5FDC385D-BA34-481F-A991-A776E0B193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4328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F1EF033A-D8FB-416B-AE51-4E098A27D68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40047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17C17B48-F458-4E9B-9331-56FCDC5B6A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95766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07E44A4B-D453-46F0-A83D-AF0B33D5C5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51485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346BEA9F-314B-440D-AE8D-21E1252EC5A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07204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F15EAFD0-4869-4612-ACDE-ABC703104E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62923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A0F26706-7F23-4FF0-9CAF-F3C4F47C11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18642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C0195A72-345A-4E88-8D71-14DB3D1B607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7436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0DBF51A6-A3BC-49FE-BB01-E8992811774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A78DF911-744C-419B-83DC-39F270BBF41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248400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216BB147-20D5-4D93-BDA5-1BC614D6A4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6214" y="5014716"/>
            <a:ext cx="2800124" cy="1843284"/>
          </a:xfrm>
          <a:custGeom>
            <a:avLst/>
            <a:gdLst>
              <a:gd name="connsiteX0" fmla="*/ 375358 w 2800124"/>
              <a:gd name="connsiteY0" fmla="*/ 0 h 1843284"/>
              <a:gd name="connsiteX1" fmla="*/ 2781298 w 2800124"/>
              <a:gd name="connsiteY1" fmla="*/ 1770066 h 1843284"/>
              <a:gd name="connsiteX2" fmla="*/ 2800124 w 2800124"/>
              <a:gd name="connsiteY2" fmla="*/ 1843284 h 1843284"/>
              <a:gd name="connsiteX3" fmla="*/ 1987869 w 2800124"/>
              <a:gd name="connsiteY3" fmla="*/ 1843284 h 1843284"/>
              <a:gd name="connsiteX4" fmla="*/ 1986195 w 2800124"/>
              <a:gd name="connsiteY4" fmla="*/ 1838711 h 1843284"/>
              <a:gd name="connsiteX5" fmla="*/ 375357 w 2800124"/>
              <a:gd name="connsiteY5" fmla="*/ 770976 h 1843284"/>
              <a:gd name="connsiteX6" fmla="*/ 23030 w 2800124"/>
              <a:gd name="connsiteY6" fmla="*/ 806494 h 1843284"/>
              <a:gd name="connsiteX7" fmla="*/ 0 w 2800124"/>
              <a:gd name="connsiteY7" fmla="*/ 812415 h 1843284"/>
              <a:gd name="connsiteX8" fmla="*/ 0 w 2800124"/>
              <a:gd name="connsiteY8" fmla="*/ 30983 h 1843284"/>
              <a:gd name="connsiteX9" fmla="*/ 117785 w 2800124"/>
              <a:gd name="connsiteY9" fmla="*/ 13007 h 1843284"/>
              <a:gd name="connsiteX10" fmla="*/ 375358 w 2800124"/>
              <a:gd name="connsiteY10" fmla="*/ 0 h 18432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800124" h="1843284">
                <a:moveTo>
                  <a:pt x="375358" y="0"/>
                </a:moveTo>
                <a:cubicBezTo>
                  <a:pt x="1505802" y="0"/>
                  <a:pt x="2462339" y="744579"/>
                  <a:pt x="2781298" y="1770066"/>
                </a:cubicBezTo>
                <a:lnTo>
                  <a:pt x="2800124" y="1843284"/>
                </a:lnTo>
                <a:lnTo>
                  <a:pt x="1987869" y="1843284"/>
                </a:lnTo>
                <a:lnTo>
                  <a:pt x="1986195" y="1838711"/>
                </a:lnTo>
                <a:cubicBezTo>
                  <a:pt x="1720801" y="1211248"/>
                  <a:pt x="1099494" y="770976"/>
                  <a:pt x="375357" y="770976"/>
                </a:cubicBezTo>
                <a:cubicBezTo>
                  <a:pt x="254668" y="770976"/>
                  <a:pt x="136835" y="783206"/>
                  <a:pt x="23030" y="806494"/>
                </a:cubicBezTo>
                <a:lnTo>
                  <a:pt x="0" y="812415"/>
                </a:lnTo>
                <a:lnTo>
                  <a:pt x="0" y="30983"/>
                </a:lnTo>
                <a:lnTo>
                  <a:pt x="117785" y="13007"/>
                </a:lnTo>
                <a:cubicBezTo>
                  <a:pt x="202473" y="4406"/>
                  <a:pt x="288401" y="0"/>
                  <a:pt x="375358" y="0"/>
                </a:cubicBezTo>
                <a:close/>
              </a:path>
            </a:pathLst>
          </a:custGeom>
          <a:solidFill>
            <a:schemeClr val="accent5">
              <a:lumMod val="75000"/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5" name="Freeform: Shape 44">
            <a:extLst>
              <a:ext uri="{FF2B5EF4-FFF2-40B4-BE49-F238E27FC236}">
                <a16:creationId xmlns:a16="http://schemas.microsoft.com/office/drawing/2014/main" id="{0A253F60-DE40-4508-A37A-61331DF1D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979728" y="0"/>
            <a:ext cx="4209224" cy="1650549"/>
          </a:xfrm>
          <a:custGeom>
            <a:avLst/>
            <a:gdLst>
              <a:gd name="connsiteX0" fmla="*/ 0 w 4209224"/>
              <a:gd name="connsiteY0" fmla="*/ 0 h 1650549"/>
              <a:gd name="connsiteX1" fmla="*/ 846445 w 4209224"/>
              <a:gd name="connsiteY1" fmla="*/ 0 h 1650549"/>
              <a:gd name="connsiteX2" fmla="*/ 912542 w 4209224"/>
              <a:gd name="connsiteY2" fmla="*/ 108799 h 1650549"/>
              <a:gd name="connsiteX3" fmla="*/ 2362195 w 4209224"/>
              <a:gd name="connsiteY3" fmla="*/ 879573 h 1650549"/>
              <a:gd name="connsiteX4" fmla="*/ 3811848 w 4209224"/>
              <a:gd name="connsiteY4" fmla="*/ 108799 h 1650549"/>
              <a:gd name="connsiteX5" fmla="*/ 3877945 w 4209224"/>
              <a:gd name="connsiteY5" fmla="*/ 0 h 1650549"/>
              <a:gd name="connsiteX6" fmla="*/ 4209224 w 4209224"/>
              <a:gd name="connsiteY6" fmla="*/ 0 h 1650549"/>
              <a:gd name="connsiteX7" fmla="*/ 4209224 w 4209224"/>
              <a:gd name="connsiteY7" fmla="*/ 840421 h 1650549"/>
              <a:gd name="connsiteX8" fmla="*/ 4143538 w 4209224"/>
              <a:gd name="connsiteY8" fmla="*/ 912693 h 1650549"/>
              <a:gd name="connsiteX9" fmla="*/ 2362196 w 4209224"/>
              <a:gd name="connsiteY9" fmla="*/ 1650549 h 1650549"/>
              <a:gd name="connsiteX10" fmla="*/ 40969 w 4209224"/>
              <a:gd name="connsiteY10" fmla="*/ 111937 h 16505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209224" h="1650549">
                <a:moveTo>
                  <a:pt x="0" y="0"/>
                </a:moveTo>
                <a:lnTo>
                  <a:pt x="846445" y="0"/>
                </a:lnTo>
                <a:lnTo>
                  <a:pt x="912542" y="108799"/>
                </a:lnTo>
                <a:cubicBezTo>
                  <a:pt x="1226710" y="573829"/>
                  <a:pt x="1758748" y="879573"/>
                  <a:pt x="2362195" y="879573"/>
                </a:cubicBezTo>
                <a:cubicBezTo>
                  <a:pt x="2965642" y="879573"/>
                  <a:pt x="3497680" y="573829"/>
                  <a:pt x="3811848" y="108799"/>
                </a:cubicBezTo>
                <a:lnTo>
                  <a:pt x="3877945" y="0"/>
                </a:lnTo>
                <a:lnTo>
                  <a:pt x="4209224" y="0"/>
                </a:lnTo>
                <a:lnTo>
                  <a:pt x="4209224" y="840421"/>
                </a:lnTo>
                <a:lnTo>
                  <a:pt x="4143538" y="912693"/>
                </a:lnTo>
                <a:cubicBezTo>
                  <a:pt x="3687653" y="1368578"/>
                  <a:pt x="3057854" y="1650549"/>
                  <a:pt x="2362196" y="1650549"/>
                </a:cubicBezTo>
                <a:cubicBezTo>
                  <a:pt x="1318710" y="1650549"/>
                  <a:pt x="423404" y="1016115"/>
                  <a:pt x="40969" y="111937"/>
                </a:cubicBezTo>
                <a:close/>
              </a:path>
            </a:pathLst>
          </a:custGeom>
          <a:solidFill>
            <a:schemeClr val="accent5">
              <a:lumMod val="60000"/>
              <a:lumOff val="4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CFB42397-759B-4110-90F9-11A099A04F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7CE16B93-748F-4AF3-90C6-D3EE861E783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A1F2252F-DB74-4990-8E43-3B46EB31A8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0BBB0339-E325-46BB-A951-96F1A4651B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121A6F6B-EBF5-41B9-BDDB-AF519B8AD44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A2CB88A6-ABF0-4981-8112-89F17060AF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196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5207B5CF-3BA7-46DE-A98B-C46A77F219C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9140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9DE055E6-5758-4FD1-A969-1AB1F47EE57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9084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15B9E002-9254-431A-BEE3-BC744C6D41B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9028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85BB4EB4-8685-4464-8EAE-D44D7770B6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8971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B3239F69-CDD7-49E2-9C2E-B56A6D009A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18915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A6C507C8-734D-457D-A4EA-3C1F17BC8CB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18859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9139D922-20CB-41E9-B69E-FA643C51A32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18803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5FE3C40B-0A70-4224-BC24-365327DC6C4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18747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422999B0-1AA0-4D8B-BB3E-1BEAD972B8B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18690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49737CB6-048C-4FD9-9663-0D214A0A30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18634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2F1A2328-0FD2-449E-A066-56A7D096AB1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63212297-7D47-455C-B574-D4A450A6B9F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4F88725D-F086-42CF-A0A4-F335D03F9E1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2890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0EE97B27-B4E2-45AF-ACC9-5EC22DB7A8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8609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8FADBC7B-7D04-4E57-9B78-3FC78B9030D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4328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CCD44BB5-3236-443E-BDD8-7E145E32D6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40047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385E742B-9320-4785-A94F-2CAE2855CCB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95766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8A42F567-7F15-4D7B-8F9C-5F8F6B2832F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51485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69DAD4DF-0FE8-401C-AE04-738B80B2589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07204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2101394A-2A38-4F45-B5B6-A025C4B43F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62923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79D4873B-257C-4327-907C-0829469214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18642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D5350388-C37B-41E0-8172-2F7D79DBBAC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7436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1DA0A053-52F2-4D51-BEB7-31B0A3CA040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B23551FA-C6B2-4251-A24C-021D7B64EA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248400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9A50F0F9-04C8-47E4-AF66-B3CAF8C819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79" name="Straight Connector 78">
              <a:extLst>
                <a:ext uri="{FF2B5EF4-FFF2-40B4-BE49-F238E27FC236}">
                  <a16:creationId xmlns:a16="http://schemas.microsoft.com/office/drawing/2014/main" id="{2017C593-7166-4110-8447-086A8A2DB9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Straight Connector 79">
              <a:extLst>
                <a:ext uri="{FF2B5EF4-FFF2-40B4-BE49-F238E27FC236}">
                  <a16:creationId xmlns:a16="http://schemas.microsoft.com/office/drawing/2014/main" id="{0792CE38-231D-4EFB-BD1C-B0DFC4714A0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Straight Connector 80">
              <a:extLst>
                <a:ext uri="{FF2B5EF4-FFF2-40B4-BE49-F238E27FC236}">
                  <a16:creationId xmlns:a16="http://schemas.microsoft.com/office/drawing/2014/main" id="{37902244-3120-4F1E-BCA7-C414F8CA577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Straight Connector 81">
              <a:extLst>
                <a:ext uri="{FF2B5EF4-FFF2-40B4-BE49-F238E27FC236}">
                  <a16:creationId xmlns:a16="http://schemas.microsoft.com/office/drawing/2014/main" id="{6C2A9BEC-6FBD-4C4E-9D8F-6797108601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Straight Connector 82">
              <a:extLst>
                <a:ext uri="{FF2B5EF4-FFF2-40B4-BE49-F238E27FC236}">
                  <a16:creationId xmlns:a16="http://schemas.microsoft.com/office/drawing/2014/main" id="{CD05CAB2-3C3D-4649-A904-7115E0A40D0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196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479ECC96-BB36-4A8A-ACFC-0CDAC9A3278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9140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Straight Connector 84">
              <a:extLst>
                <a:ext uri="{FF2B5EF4-FFF2-40B4-BE49-F238E27FC236}">
                  <a16:creationId xmlns:a16="http://schemas.microsoft.com/office/drawing/2014/main" id="{D6C3BBC2-CEC2-44E9-B82B-34488E7E33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9084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373074D9-0CF2-46DC-8D7A-871B6FE419D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9028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Straight Connector 86">
              <a:extLst>
                <a:ext uri="{FF2B5EF4-FFF2-40B4-BE49-F238E27FC236}">
                  <a16:creationId xmlns:a16="http://schemas.microsoft.com/office/drawing/2014/main" id="{D573F54A-11A1-4A06-8130-294B4D5CEE5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8971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Straight Connector 87">
              <a:extLst>
                <a:ext uri="{FF2B5EF4-FFF2-40B4-BE49-F238E27FC236}">
                  <a16:creationId xmlns:a16="http://schemas.microsoft.com/office/drawing/2014/main" id="{72F69BFB-91DF-4F4E-BE91-2D6805CD68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18915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Straight Connector 88">
              <a:extLst>
                <a:ext uri="{FF2B5EF4-FFF2-40B4-BE49-F238E27FC236}">
                  <a16:creationId xmlns:a16="http://schemas.microsoft.com/office/drawing/2014/main" id="{4BA93DEE-828E-4AC5-A89A-B3FCC1689A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18859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Straight Connector 89">
              <a:extLst>
                <a:ext uri="{FF2B5EF4-FFF2-40B4-BE49-F238E27FC236}">
                  <a16:creationId xmlns:a16="http://schemas.microsoft.com/office/drawing/2014/main" id="{2043F28B-A5B8-4573-89CC-A68E27A72EC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18803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A41EDE26-6F99-4FF5-A50B-255FEF1CAC1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18747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Straight Connector 91">
              <a:extLst>
                <a:ext uri="{FF2B5EF4-FFF2-40B4-BE49-F238E27FC236}">
                  <a16:creationId xmlns:a16="http://schemas.microsoft.com/office/drawing/2014/main" id="{DC69229A-861A-4B33-A690-B89F20F21A8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18690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A1FF5E2F-2AD1-485A-8981-8905C2357CD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18634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82E9781F-DF28-41A8-8A6B-7DC5409F9E3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Straight Connector 94">
              <a:extLst>
                <a:ext uri="{FF2B5EF4-FFF2-40B4-BE49-F238E27FC236}">
                  <a16:creationId xmlns:a16="http://schemas.microsoft.com/office/drawing/2014/main" id="{ECDF5C52-5A30-4182-9FF7-118DB1BB64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FC8008CF-A1BC-4A0E-B9A2-05FB501EBD4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2890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2DF1A43F-5E26-4631-8775-BC3BACEB166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8609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Connector 97">
              <a:extLst>
                <a:ext uri="{FF2B5EF4-FFF2-40B4-BE49-F238E27FC236}">
                  <a16:creationId xmlns:a16="http://schemas.microsoft.com/office/drawing/2014/main" id="{08A5A284-AA4F-43C1-84B9-947642136BD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4328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5B3BE54E-1FBA-4E64-982C-9CA2C0C484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40047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Straight Connector 99">
              <a:extLst>
                <a:ext uri="{FF2B5EF4-FFF2-40B4-BE49-F238E27FC236}">
                  <a16:creationId xmlns:a16="http://schemas.microsoft.com/office/drawing/2014/main" id="{7E7BA94A-1A8A-45C6-9B8F-AFEC955F1F9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95766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55C6D3A0-6B84-4021-87FB-3179A711BBF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51485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DA87903E-EEC8-47F4-8730-06C5FD14BC6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07204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Straight Connector 102">
              <a:extLst>
                <a:ext uri="{FF2B5EF4-FFF2-40B4-BE49-F238E27FC236}">
                  <a16:creationId xmlns:a16="http://schemas.microsoft.com/office/drawing/2014/main" id="{A8A92A2B-3460-4608-B3EA-4FFEAF83B1F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62923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Straight Connector 103">
              <a:extLst>
                <a:ext uri="{FF2B5EF4-FFF2-40B4-BE49-F238E27FC236}">
                  <a16:creationId xmlns:a16="http://schemas.microsoft.com/office/drawing/2014/main" id="{2B0E1020-452C-4B7F-A1D2-BA8F1B83FA2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18642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6903CF7B-6947-4932-AD73-020495EDC0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7436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Straight Connector 105">
              <a:extLst>
                <a:ext uri="{FF2B5EF4-FFF2-40B4-BE49-F238E27FC236}">
                  <a16:creationId xmlns:a16="http://schemas.microsoft.com/office/drawing/2014/main" id="{8453FA51-CE2D-4B84-9F4F-3263D1BC4D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Straight Connector 106">
              <a:extLst>
                <a:ext uri="{FF2B5EF4-FFF2-40B4-BE49-F238E27FC236}">
                  <a16:creationId xmlns:a16="http://schemas.microsoft.com/office/drawing/2014/main" id="{3327B132-AD8C-4732-93AA-C136586C226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248400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 useBgFill="1">
        <p:nvSpPr>
          <p:cNvPr id="109" name="Rectangle 108">
            <a:extLst>
              <a:ext uri="{FF2B5EF4-FFF2-40B4-BE49-F238E27FC236}">
                <a16:creationId xmlns:a16="http://schemas.microsoft.com/office/drawing/2014/main" id="{A173122F-D466-4F08-90FA-0038F7AC21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4A929113-1368-4B1B-9C6F-140F47CBF4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bg2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113" name="Freeform: Shape 112">
            <a:extLst>
              <a:ext uri="{FF2B5EF4-FFF2-40B4-BE49-F238E27FC236}">
                <a16:creationId xmlns:a16="http://schemas.microsoft.com/office/drawing/2014/main" id="{0B6C48B2-8296-4312-8901-93BB7735D1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2750" y="1"/>
            <a:ext cx="12188952" cy="2452880"/>
          </a:xfrm>
          <a:custGeom>
            <a:avLst/>
            <a:gdLst>
              <a:gd name="connsiteX0" fmla="*/ 8951169 w 12178450"/>
              <a:gd name="connsiteY0" fmla="*/ 32 h 2001622"/>
              <a:gd name="connsiteX1" fmla="*/ 11653845 w 12178450"/>
              <a:gd name="connsiteY1" fmla="*/ 209874 h 2001622"/>
              <a:gd name="connsiteX2" fmla="*/ 12178450 w 12178450"/>
              <a:gd name="connsiteY2" fmla="*/ 286723 h 2001622"/>
              <a:gd name="connsiteX3" fmla="*/ 12178450 w 12178450"/>
              <a:gd name="connsiteY3" fmla="*/ 2001622 h 2001622"/>
              <a:gd name="connsiteX4" fmla="*/ 0 w 12178450"/>
              <a:gd name="connsiteY4" fmla="*/ 2001622 h 2001622"/>
              <a:gd name="connsiteX5" fmla="*/ 0 w 12178450"/>
              <a:gd name="connsiteY5" fmla="*/ 1010979 h 2001622"/>
              <a:gd name="connsiteX6" fmla="*/ 8951169 w 12178450"/>
              <a:gd name="connsiteY6" fmla="*/ 32 h 20016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78450" h="2001622">
                <a:moveTo>
                  <a:pt x="8951169" y="32"/>
                </a:moveTo>
                <a:cubicBezTo>
                  <a:pt x="9704520" y="1593"/>
                  <a:pt x="10578586" y="62133"/>
                  <a:pt x="11653845" y="209874"/>
                </a:cubicBezTo>
                <a:lnTo>
                  <a:pt x="12178450" y="286723"/>
                </a:lnTo>
                <a:lnTo>
                  <a:pt x="12178450" y="2001622"/>
                </a:lnTo>
                <a:lnTo>
                  <a:pt x="0" y="2001622"/>
                </a:lnTo>
                <a:lnTo>
                  <a:pt x="0" y="1010979"/>
                </a:lnTo>
                <a:cubicBezTo>
                  <a:pt x="4768989" y="1010979"/>
                  <a:pt x="5812206" y="-6472"/>
                  <a:pt x="8951169" y="32"/>
                </a:cubicBezTo>
                <a:close/>
              </a:path>
            </a:pathLst>
          </a:custGeom>
          <a:solidFill>
            <a:schemeClr val="accent5">
              <a:lumMod val="20000"/>
              <a:lumOff val="8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115" name="Right Triangle 114">
            <a:extLst>
              <a:ext uri="{FF2B5EF4-FFF2-40B4-BE49-F238E27FC236}">
                <a16:creationId xmlns:a16="http://schemas.microsoft.com/office/drawing/2014/main" id="{C24346C5-B1C8-4C83-846B-122A3B4B2F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3500000">
            <a:off x="-265270" y="4918297"/>
            <a:ext cx="568289" cy="568289"/>
          </a:xfrm>
          <a:prstGeom prst="rtTriangle">
            <a:avLst/>
          </a:prstGeom>
          <a:solidFill>
            <a:schemeClr val="bg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7" name="Group 116">
            <a:extLst>
              <a:ext uri="{FF2B5EF4-FFF2-40B4-BE49-F238E27FC236}">
                <a16:creationId xmlns:a16="http://schemas.microsoft.com/office/drawing/2014/main" id="{90F28F7A-4F2F-4C1B-AF1C-A6E7C79532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118" name="Straight Connector 117">
              <a:extLst>
                <a:ext uri="{FF2B5EF4-FFF2-40B4-BE49-F238E27FC236}">
                  <a16:creationId xmlns:a16="http://schemas.microsoft.com/office/drawing/2014/main" id="{B23CC870-B5E9-475F-A625-9E862A6295C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42A6B08C-017D-4B4D-95EC-4BB83C5541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" name="Straight Connector 119">
              <a:extLst>
                <a:ext uri="{FF2B5EF4-FFF2-40B4-BE49-F238E27FC236}">
                  <a16:creationId xmlns:a16="http://schemas.microsoft.com/office/drawing/2014/main" id="{94599402-E1B8-4E3B-A56D-68606FC1EF4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Straight Connector 120">
              <a:extLst>
                <a:ext uri="{FF2B5EF4-FFF2-40B4-BE49-F238E27FC236}">
                  <a16:creationId xmlns:a16="http://schemas.microsoft.com/office/drawing/2014/main" id="{B720C48A-E9A0-4B85-A954-39375E0996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" name="Straight Connector 121">
              <a:extLst>
                <a:ext uri="{FF2B5EF4-FFF2-40B4-BE49-F238E27FC236}">
                  <a16:creationId xmlns:a16="http://schemas.microsoft.com/office/drawing/2014/main" id="{B0E26956-FF2A-412E-ACC4-29CCD025991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196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Straight Connector 122">
              <a:extLst>
                <a:ext uri="{FF2B5EF4-FFF2-40B4-BE49-F238E27FC236}">
                  <a16:creationId xmlns:a16="http://schemas.microsoft.com/office/drawing/2014/main" id="{FB31E652-49AC-4108-85B8-75122A48A5F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9140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Straight Connector 123">
              <a:extLst>
                <a:ext uri="{FF2B5EF4-FFF2-40B4-BE49-F238E27FC236}">
                  <a16:creationId xmlns:a16="http://schemas.microsoft.com/office/drawing/2014/main" id="{DC1DB29F-0624-4035-B188-640616D5DE1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9084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Straight Connector 124">
              <a:extLst>
                <a:ext uri="{FF2B5EF4-FFF2-40B4-BE49-F238E27FC236}">
                  <a16:creationId xmlns:a16="http://schemas.microsoft.com/office/drawing/2014/main" id="{1D27221C-2427-4C99-89DC-1A38A54058A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9028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Straight Connector 125">
              <a:extLst>
                <a:ext uri="{FF2B5EF4-FFF2-40B4-BE49-F238E27FC236}">
                  <a16:creationId xmlns:a16="http://schemas.microsoft.com/office/drawing/2014/main" id="{2DBF1D76-8076-4BAE-B627-F1861C9E08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8971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Straight Connector 126">
              <a:extLst>
                <a:ext uri="{FF2B5EF4-FFF2-40B4-BE49-F238E27FC236}">
                  <a16:creationId xmlns:a16="http://schemas.microsoft.com/office/drawing/2014/main" id="{8E930E41-FC2F-4319-9C28-32C27843008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18915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Straight Connector 127">
              <a:extLst>
                <a:ext uri="{FF2B5EF4-FFF2-40B4-BE49-F238E27FC236}">
                  <a16:creationId xmlns:a16="http://schemas.microsoft.com/office/drawing/2014/main" id="{C0936C1B-0C10-464B-85C8-345095AAB37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18859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Straight Connector 128">
              <a:extLst>
                <a:ext uri="{FF2B5EF4-FFF2-40B4-BE49-F238E27FC236}">
                  <a16:creationId xmlns:a16="http://schemas.microsoft.com/office/drawing/2014/main" id="{DB90EC61-FD0C-434A-9D1B-A20035C214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18803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Straight Connector 129">
              <a:extLst>
                <a:ext uri="{FF2B5EF4-FFF2-40B4-BE49-F238E27FC236}">
                  <a16:creationId xmlns:a16="http://schemas.microsoft.com/office/drawing/2014/main" id="{A5F5CC56-1FDA-4D3E-9C6E-8E996026C38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18747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Straight Connector 130">
              <a:extLst>
                <a:ext uri="{FF2B5EF4-FFF2-40B4-BE49-F238E27FC236}">
                  <a16:creationId xmlns:a16="http://schemas.microsoft.com/office/drawing/2014/main" id="{272B8FB2-B735-480F-9A88-48AADB2227E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18690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Straight Connector 131">
              <a:extLst>
                <a:ext uri="{FF2B5EF4-FFF2-40B4-BE49-F238E27FC236}">
                  <a16:creationId xmlns:a16="http://schemas.microsoft.com/office/drawing/2014/main" id="{85B46C1B-4FC4-4E24-AC43-07940BE1E6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18634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Straight Connector 132">
              <a:extLst>
                <a:ext uri="{FF2B5EF4-FFF2-40B4-BE49-F238E27FC236}">
                  <a16:creationId xmlns:a16="http://schemas.microsoft.com/office/drawing/2014/main" id="{C34915AF-0AE3-4EDD-8681-4C3F2C592B9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Straight Connector 133">
              <a:extLst>
                <a:ext uri="{FF2B5EF4-FFF2-40B4-BE49-F238E27FC236}">
                  <a16:creationId xmlns:a16="http://schemas.microsoft.com/office/drawing/2014/main" id="{5C35A3F3-714E-4F69-9BDF-8ED284EF29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Straight Connector 134">
              <a:extLst>
                <a:ext uri="{FF2B5EF4-FFF2-40B4-BE49-F238E27FC236}">
                  <a16:creationId xmlns:a16="http://schemas.microsoft.com/office/drawing/2014/main" id="{03D561AC-B0B1-47EB-BE05-209F5612B70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2890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Straight Connector 135">
              <a:extLst>
                <a:ext uri="{FF2B5EF4-FFF2-40B4-BE49-F238E27FC236}">
                  <a16:creationId xmlns:a16="http://schemas.microsoft.com/office/drawing/2014/main" id="{D3508E52-4FD9-4E6D-AFEA-69A88ED268E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8609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Straight Connector 136">
              <a:extLst>
                <a:ext uri="{FF2B5EF4-FFF2-40B4-BE49-F238E27FC236}">
                  <a16:creationId xmlns:a16="http://schemas.microsoft.com/office/drawing/2014/main" id="{C69DDE76-16F7-472F-B6D7-84AE8FFF31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4328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Straight Connector 137">
              <a:extLst>
                <a:ext uri="{FF2B5EF4-FFF2-40B4-BE49-F238E27FC236}">
                  <a16:creationId xmlns:a16="http://schemas.microsoft.com/office/drawing/2014/main" id="{B2D87BEF-8844-4A3E-B130-B7D26740CC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40047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Straight Connector 138">
              <a:extLst>
                <a:ext uri="{FF2B5EF4-FFF2-40B4-BE49-F238E27FC236}">
                  <a16:creationId xmlns:a16="http://schemas.microsoft.com/office/drawing/2014/main" id="{BB381129-2089-4EAA-AE6C-2BAA96BC82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95766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Straight Connector 139">
              <a:extLst>
                <a:ext uri="{FF2B5EF4-FFF2-40B4-BE49-F238E27FC236}">
                  <a16:creationId xmlns:a16="http://schemas.microsoft.com/office/drawing/2014/main" id="{5B69BF7A-FA63-4706-8066-DF15018E66F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51485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1" name="Straight Connector 140">
              <a:extLst>
                <a:ext uri="{FF2B5EF4-FFF2-40B4-BE49-F238E27FC236}">
                  <a16:creationId xmlns:a16="http://schemas.microsoft.com/office/drawing/2014/main" id="{6A3ECB71-0CCD-403F-B14B-ABC48D78CD4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07204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Straight Connector 141">
              <a:extLst>
                <a:ext uri="{FF2B5EF4-FFF2-40B4-BE49-F238E27FC236}">
                  <a16:creationId xmlns:a16="http://schemas.microsoft.com/office/drawing/2014/main" id="{D9095BBA-0FE1-49E5-89F7-22125BAF87A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62923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Straight Connector 142">
              <a:extLst>
                <a:ext uri="{FF2B5EF4-FFF2-40B4-BE49-F238E27FC236}">
                  <a16:creationId xmlns:a16="http://schemas.microsoft.com/office/drawing/2014/main" id="{B55351D8-6F27-4B82-968B-581B177CB4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18642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4" name="Straight Connector 143">
              <a:extLst>
                <a:ext uri="{FF2B5EF4-FFF2-40B4-BE49-F238E27FC236}">
                  <a16:creationId xmlns:a16="http://schemas.microsoft.com/office/drawing/2014/main" id="{351025A5-EB5A-4057-A85E-69AF0E6BE6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7436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id="{5030318B-EEB9-4D92-BC50-D115109898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Straight Connector 145">
              <a:extLst>
                <a:ext uri="{FF2B5EF4-FFF2-40B4-BE49-F238E27FC236}">
                  <a16:creationId xmlns:a16="http://schemas.microsoft.com/office/drawing/2014/main" id="{417FC0E3-7CC7-4188-BC7A-7E8FB55649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248400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Title 3">
            <a:extLst>
              <a:ext uri="{FF2B5EF4-FFF2-40B4-BE49-F238E27FC236}">
                <a16:creationId xmlns:a16="http://schemas.microsoft.com/office/drawing/2014/main" id="{4297B395-0BFC-5598-6712-3DDAB8096D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3142" y="3673477"/>
            <a:ext cx="6542916" cy="2574923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>
                <a:solidFill>
                  <a:schemeClr val="tx2"/>
                </a:solidFill>
              </a:rPr>
              <a:t>Decisions &amp; Problems Solved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968BFB08-6034-1816-8DB8-B67C412847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343900" y="2919658"/>
            <a:ext cx="1866900" cy="1866900"/>
          </a:xfrm>
          <a:prstGeom prst="rect">
            <a:avLst/>
          </a:prstGeom>
        </p:spPr>
      </p:pic>
      <p:pic>
        <p:nvPicPr>
          <p:cNvPr id="6146" name="Picture 2">
            <a:extLst>
              <a:ext uri="{FF2B5EF4-FFF2-40B4-BE49-F238E27FC236}">
                <a16:creationId xmlns:a16="http://schemas.microsoft.com/office/drawing/2014/main" id="{2E954C28-30C8-7C55-8E6A-780634661B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25880" y="529211"/>
            <a:ext cx="5501640" cy="27508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503612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pan dir="u"/>
      </p:transition>
    </mc:Choice>
    <mc:Fallback xmlns="">
      <p:transition spd="slow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37875" y="333375"/>
            <a:ext cx="603250" cy="603250"/>
          </a:xfrm>
          <a:custGeom>
            <a:avLst/>
            <a:gdLst/>
            <a:ahLst/>
            <a:cxnLst/>
            <a:rect l="l" t="t" r="r" b="b"/>
            <a:pathLst>
              <a:path w="603250" h="603250">
                <a:moveTo>
                  <a:pt x="301625" y="0"/>
                </a:moveTo>
                <a:lnTo>
                  <a:pt x="301625" y="0"/>
                </a:lnTo>
                <a:cubicBezTo>
                  <a:pt x="468096" y="0"/>
                  <a:pt x="603250" y="135154"/>
                  <a:pt x="603250" y="301625"/>
                </a:cubicBezTo>
                <a:lnTo>
                  <a:pt x="603250" y="301625"/>
                </a:lnTo>
                <a:cubicBezTo>
                  <a:pt x="603250" y="468096"/>
                  <a:pt x="468096" y="603250"/>
                  <a:pt x="301625" y="603250"/>
                </a:cubicBezTo>
                <a:lnTo>
                  <a:pt x="301625" y="603250"/>
                </a:lnTo>
                <a:cubicBezTo>
                  <a:pt x="135154" y="603250"/>
                  <a:pt x="0" y="468096"/>
                  <a:pt x="0" y="301625"/>
                </a:cubicBezTo>
                <a:lnTo>
                  <a:pt x="0" y="301625"/>
                </a:lnTo>
                <a:cubicBezTo>
                  <a:pt x="0" y="135154"/>
                  <a:pt x="135154" y="0"/>
                  <a:pt x="301625" y="0"/>
                </a:cubicBezTo>
                <a:close/>
              </a:path>
            </a:pathLst>
          </a:custGeom>
          <a:solidFill>
            <a:srgbClr val="FF6B6B"/>
          </a:solidFill>
          <a:ln w="50800">
            <a:solidFill>
              <a:srgbClr val="2D3436"/>
            </a:solidFill>
            <a:prstDash val="solid"/>
          </a:ln>
          <a:effectLst>
            <a:outerShdw blurRad="101600" dist="50800" dir="2700000" algn="bl" rotWithShape="0">
              <a:srgbClr val="FFFFFF">
                <a:alpha val="75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 rot="720000">
            <a:off x="355523" y="5626023"/>
            <a:ext cx="412750" cy="412750"/>
          </a:xfrm>
          <a:custGeom>
            <a:avLst/>
            <a:gdLst/>
            <a:ahLst/>
            <a:cxnLst/>
            <a:rect l="l" t="t" r="r" b="b"/>
            <a:pathLst>
              <a:path w="412750" h="412750">
                <a:moveTo>
                  <a:pt x="0" y="0"/>
                </a:moveTo>
                <a:lnTo>
                  <a:pt x="412750" y="0"/>
                </a:lnTo>
                <a:lnTo>
                  <a:pt x="412750" y="412750"/>
                </a:lnTo>
                <a:lnTo>
                  <a:pt x="0" y="412750"/>
                </a:lnTo>
                <a:lnTo>
                  <a:pt x="0" y="0"/>
                </a:lnTo>
                <a:close/>
              </a:path>
            </a:pathLst>
          </a:custGeom>
          <a:solidFill>
            <a:srgbClr val="4ECDC4"/>
          </a:solidFill>
          <a:ln w="50800">
            <a:solidFill>
              <a:srgbClr val="2D3436"/>
            </a:solidFill>
            <a:prstDash val="solid"/>
          </a:ln>
          <a:effectLst>
            <a:outerShdw blurRad="101600" dist="50800" dir="2700000" algn="bl" rotWithShape="0">
              <a:srgbClr val="FFFFFF">
                <a:alpha val="75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11695906" y="3440906"/>
            <a:ext cx="230188" cy="230188"/>
          </a:xfrm>
          <a:custGeom>
            <a:avLst/>
            <a:gdLst/>
            <a:ahLst/>
            <a:cxnLst/>
            <a:rect l="l" t="t" r="r" b="b"/>
            <a:pathLst>
              <a:path w="230188" h="230188">
                <a:moveTo>
                  <a:pt x="0" y="0"/>
                </a:moveTo>
                <a:lnTo>
                  <a:pt x="230188" y="0"/>
                </a:lnTo>
                <a:lnTo>
                  <a:pt x="230188" y="230188"/>
                </a:lnTo>
                <a:lnTo>
                  <a:pt x="0" y="230188"/>
                </a:lnTo>
                <a:lnTo>
                  <a:pt x="0" y="0"/>
                </a:lnTo>
                <a:close/>
              </a:path>
            </a:pathLst>
          </a:custGeom>
          <a:solidFill>
            <a:srgbClr val="FFE66D"/>
          </a:solidFill>
          <a:ln w="38100">
            <a:solidFill>
              <a:srgbClr val="2D3436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333375" y="333375"/>
            <a:ext cx="285750" cy="285750"/>
          </a:xfrm>
          <a:custGeom>
            <a:avLst/>
            <a:gdLst/>
            <a:ahLst/>
            <a:cxnLst/>
            <a:rect l="l" t="t" r="r" b="b"/>
            <a:pathLst>
              <a:path w="285750" h="285750">
                <a:moveTo>
                  <a:pt x="0" y="0"/>
                </a:moveTo>
                <a:lnTo>
                  <a:pt x="285750" y="0"/>
                </a:lnTo>
                <a:lnTo>
                  <a:pt x="285750" y="285750"/>
                </a:lnTo>
                <a:lnTo>
                  <a:pt x="0" y="285750"/>
                </a:lnTo>
                <a:lnTo>
                  <a:pt x="0" y="0"/>
                </a:lnTo>
                <a:close/>
              </a:path>
            </a:pathLst>
          </a:custGeom>
          <a:solidFill>
            <a:srgbClr val="FF6B6B"/>
          </a:solidFill>
          <a:ln w="50800">
            <a:solidFill>
              <a:srgbClr val="2D3436"/>
            </a:solidFill>
            <a:prstDash val="solid"/>
          </a:ln>
          <a:effectLst>
            <a:outerShdw blurRad="101600" dist="50800" dir="2700000" algn="bl" rotWithShape="0">
              <a:srgbClr val="FFFFFF">
                <a:alpha val="75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15727" y="404813"/>
            <a:ext cx="125016" cy="142875"/>
          </a:xfrm>
          <a:custGeom>
            <a:avLst/>
            <a:gdLst/>
            <a:ahLst/>
            <a:cxnLst/>
            <a:rect l="l" t="t" r="r" b="b"/>
            <a:pathLst>
              <a:path w="125016" h="142875">
                <a:moveTo>
                  <a:pt x="22324" y="29021"/>
                </a:moveTo>
                <a:cubicBezTo>
                  <a:pt x="26021" y="29021"/>
                  <a:pt x="29021" y="26021"/>
                  <a:pt x="29021" y="22324"/>
                </a:cubicBezTo>
                <a:cubicBezTo>
                  <a:pt x="29021" y="18628"/>
                  <a:pt x="26021" y="15627"/>
                  <a:pt x="22324" y="15627"/>
                </a:cubicBezTo>
                <a:cubicBezTo>
                  <a:pt x="18628" y="15627"/>
                  <a:pt x="15627" y="18628"/>
                  <a:pt x="15627" y="22324"/>
                </a:cubicBezTo>
                <a:cubicBezTo>
                  <a:pt x="15627" y="26021"/>
                  <a:pt x="18628" y="29021"/>
                  <a:pt x="22324" y="29021"/>
                </a:cubicBezTo>
                <a:close/>
                <a:moveTo>
                  <a:pt x="44648" y="22324"/>
                </a:moveTo>
                <a:cubicBezTo>
                  <a:pt x="44648" y="31477"/>
                  <a:pt x="39151" y="39346"/>
                  <a:pt x="31254" y="42779"/>
                </a:cubicBezTo>
                <a:lnTo>
                  <a:pt x="31254" y="62508"/>
                </a:lnTo>
                <a:lnTo>
                  <a:pt x="80367" y="62508"/>
                </a:lnTo>
                <a:cubicBezTo>
                  <a:pt x="87762" y="62508"/>
                  <a:pt x="93762" y="56508"/>
                  <a:pt x="93762" y="49113"/>
                </a:cubicBezTo>
                <a:lnTo>
                  <a:pt x="93762" y="42779"/>
                </a:lnTo>
                <a:cubicBezTo>
                  <a:pt x="85865" y="39346"/>
                  <a:pt x="80367" y="31477"/>
                  <a:pt x="80367" y="22324"/>
                </a:cubicBezTo>
                <a:cubicBezTo>
                  <a:pt x="80367" y="9990"/>
                  <a:pt x="90357" y="0"/>
                  <a:pt x="102691" y="0"/>
                </a:cubicBezTo>
                <a:cubicBezTo>
                  <a:pt x="115026" y="0"/>
                  <a:pt x="125016" y="9990"/>
                  <a:pt x="125016" y="22324"/>
                </a:cubicBezTo>
                <a:cubicBezTo>
                  <a:pt x="125016" y="31477"/>
                  <a:pt x="119518" y="39346"/>
                  <a:pt x="111621" y="42779"/>
                </a:cubicBezTo>
                <a:lnTo>
                  <a:pt x="111621" y="49113"/>
                </a:lnTo>
                <a:cubicBezTo>
                  <a:pt x="111621" y="66387"/>
                  <a:pt x="97641" y="80367"/>
                  <a:pt x="80367" y="80367"/>
                </a:cubicBezTo>
                <a:lnTo>
                  <a:pt x="31254" y="80367"/>
                </a:lnTo>
                <a:lnTo>
                  <a:pt x="31254" y="100096"/>
                </a:lnTo>
                <a:cubicBezTo>
                  <a:pt x="39151" y="103529"/>
                  <a:pt x="44648" y="111398"/>
                  <a:pt x="44648" y="120551"/>
                </a:cubicBezTo>
                <a:cubicBezTo>
                  <a:pt x="44648" y="132885"/>
                  <a:pt x="34658" y="142875"/>
                  <a:pt x="22324" y="142875"/>
                </a:cubicBezTo>
                <a:cubicBezTo>
                  <a:pt x="9990" y="142875"/>
                  <a:pt x="0" y="132885"/>
                  <a:pt x="0" y="120551"/>
                </a:cubicBezTo>
                <a:cubicBezTo>
                  <a:pt x="0" y="111398"/>
                  <a:pt x="5497" y="103529"/>
                  <a:pt x="13395" y="100096"/>
                </a:cubicBezTo>
                <a:lnTo>
                  <a:pt x="13395" y="42807"/>
                </a:lnTo>
                <a:cubicBezTo>
                  <a:pt x="5497" y="39346"/>
                  <a:pt x="0" y="31477"/>
                  <a:pt x="0" y="22324"/>
                </a:cubicBezTo>
                <a:cubicBezTo>
                  <a:pt x="0" y="9990"/>
                  <a:pt x="9990" y="0"/>
                  <a:pt x="22324" y="0"/>
                </a:cubicBezTo>
                <a:cubicBezTo>
                  <a:pt x="34658" y="0"/>
                  <a:pt x="44648" y="9990"/>
                  <a:pt x="44648" y="22324"/>
                </a:cubicBezTo>
                <a:close/>
                <a:moveTo>
                  <a:pt x="109389" y="22324"/>
                </a:moveTo>
                <a:cubicBezTo>
                  <a:pt x="109389" y="18628"/>
                  <a:pt x="106388" y="15627"/>
                  <a:pt x="102691" y="15627"/>
                </a:cubicBezTo>
                <a:cubicBezTo>
                  <a:pt x="98995" y="15627"/>
                  <a:pt x="95994" y="18628"/>
                  <a:pt x="95994" y="22324"/>
                </a:cubicBezTo>
                <a:cubicBezTo>
                  <a:pt x="95994" y="26021"/>
                  <a:pt x="98995" y="29021"/>
                  <a:pt x="102691" y="29021"/>
                </a:cubicBezTo>
                <a:cubicBezTo>
                  <a:pt x="106388" y="29021"/>
                  <a:pt x="109389" y="26021"/>
                  <a:pt x="109389" y="22324"/>
                </a:cubicBezTo>
                <a:close/>
                <a:moveTo>
                  <a:pt x="22324" y="127248"/>
                </a:moveTo>
                <a:cubicBezTo>
                  <a:pt x="26021" y="127248"/>
                  <a:pt x="29021" y="124247"/>
                  <a:pt x="29021" y="120551"/>
                </a:cubicBezTo>
                <a:cubicBezTo>
                  <a:pt x="29021" y="116854"/>
                  <a:pt x="26021" y="113854"/>
                  <a:pt x="22324" y="113854"/>
                </a:cubicBezTo>
                <a:cubicBezTo>
                  <a:pt x="18628" y="113854"/>
                  <a:pt x="15627" y="116854"/>
                  <a:pt x="15627" y="120551"/>
                </a:cubicBezTo>
                <a:cubicBezTo>
                  <a:pt x="15627" y="124247"/>
                  <a:pt x="18628" y="127248"/>
                  <a:pt x="22324" y="127248"/>
                </a:cubicBezTo>
                <a:close/>
              </a:path>
            </a:pathLst>
          </a:custGeom>
          <a:solidFill>
            <a:srgbClr val="FFF5F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730250" y="317500"/>
            <a:ext cx="4341813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250" b="1" i="0" u="none" strike="noStrike" kern="1200" cap="none" spc="0" normalizeH="0" baseline="0" noProof="0" dirty="0">
                <a:ln>
                  <a:noFill/>
                </a:ln>
                <a:solidFill>
                  <a:srgbClr val="2D3436"/>
                </a:solidFill>
                <a:effectLst/>
                <a:uLnTx/>
                <a:uFillTx/>
                <a:latin typeface="Coda" pitchFamily="34" charset="0"/>
                <a:ea typeface="Coda" pitchFamily="34" charset="-122"/>
                <a:cs typeface="Coda" pitchFamily="34" charset="-120"/>
              </a:rPr>
              <a:t>Schema Design: The XOR Pattern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738188" y="706438"/>
            <a:ext cx="1762125" cy="15875"/>
          </a:xfrm>
          <a:custGeom>
            <a:avLst/>
            <a:gdLst/>
            <a:ahLst/>
            <a:cxnLst/>
            <a:rect l="l" t="t" r="r" b="b"/>
            <a:pathLst>
              <a:path w="1762125" h="15875">
                <a:moveTo>
                  <a:pt x="0" y="0"/>
                </a:moveTo>
                <a:lnTo>
                  <a:pt x="1762125" y="0"/>
                </a:lnTo>
                <a:lnTo>
                  <a:pt x="1762125" y="15875"/>
                </a:lnTo>
                <a:lnTo>
                  <a:pt x="0" y="15875"/>
                </a:lnTo>
                <a:lnTo>
                  <a:pt x="0" y="0"/>
                </a:lnTo>
                <a:close/>
              </a:path>
            </a:pathLst>
          </a:custGeom>
          <a:solidFill>
            <a:srgbClr val="4ECDC4"/>
          </a:solidFill>
          <a:ln w="25400">
            <a:solidFill>
              <a:srgbClr val="2D3436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7"/>
          <p:cNvSpPr/>
          <p:nvPr/>
        </p:nvSpPr>
        <p:spPr>
          <a:xfrm>
            <a:off x="333375" y="873125"/>
            <a:ext cx="5683250" cy="1349375"/>
          </a:xfrm>
          <a:custGeom>
            <a:avLst/>
            <a:gdLst/>
            <a:ahLst/>
            <a:cxnLst/>
            <a:rect l="l" t="t" r="r" b="b"/>
            <a:pathLst>
              <a:path w="5683250" h="1349375">
                <a:moveTo>
                  <a:pt x="0" y="0"/>
                </a:moveTo>
                <a:lnTo>
                  <a:pt x="5683250" y="0"/>
                </a:lnTo>
                <a:lnTo>
                  <a:pt x="5683250" y="1349375"/>
                </a:lnTo>
                <a:lnTo>
                  <a:pt x="0" y="13493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2D3436"/>
            </a:solidFill>
            <a:prstDash val="solid"/>
          </a:ln>
          <a:effectLst>
            <a:outerShdw blurRad="101600" dist="50800" dir="2700000" algn="bl" rotWithShape="0">
              <a:srgbClr val="FFFFFF">
                <a:alpha val="75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488156" y="1027906"/>
            <a:ext cx="230188" cy="230188"/>
          </a:xfrm>
          <a:custGeom>
            <a:avLst/>
            <a:gdLst/>
            <a:ahLst/>
            <a:cxnLst/>
            <a:rect l="l" t="t" r="r" b="b"/>
            <a:pathLst>
              <a:path w="230188" h="230188">
                <a:moveTo>
                  <a:pt x="0" y="0"/>
                </a:moveTo>
                <a:lnTo>
                  <a:pt x="230188" y="0"/>
                </a:lnTo>
                <a:lnTo>
                  <a:pt x="230188" y="230188"/>
                </a:lnTo>
                <a:lnTo>
                  <a:pt x="0" y="230188"/>
                </a:lnTo>
                <a:lnTo>
                  <a:pt x="0" y="0"/>
                </a:lnTo>
                <a:close/>
              </a:path>
            </a:pathLst>
          </a:custGeom>
          <a:solidFill>
            <a:srgbClr val="FF6B6B"/>
          </a:solidFill>
          <a:ln w="38100">
            <a:solidFill>
              <a:srgbClr val="2D3436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3563" y="1087438"/>
            <a:ext cx="83344" cy="111125"/>
          </a:xfrm>
          <a:custGeom>
            <a:avLst/>
            <a:gdLst/>
            <a:ahLst/>
            <a:cxnLst/>
            <a:rect l="l" t="t" r="r" b="b"/>
            <a:pathLst>
              <a:path w="83344" h="111125">
                <a:moveTo>
                  <a:pt x="63571" y="83344"/>
                </a:moveTo>
                <a:cubicBezTo>
                  <a:pt x="65156" y="78504"/>
                  <a:pt x="68325" y="74120"/>
                  <a:pt x="71906" y="70343"/>
                </a:cubicBezTo>
                <a:cubicBezTo>
                  <a:pt x="79003" y="62877"/>
                  <a:pt x="83344" y="52784"/>
                  <a:pt x="83344" y="41672"/>
                </a:cubicBezTo>
                <a:cubicBezTo>
                  <a:pt x="83344" y="18666"/>
                  <a:pt x="64678" y="0"/>
                  <a:pt x="41672" y="0"/>
                </a:cubicBezTo>
                <a:cubicBezTo>
                  <a:pt x="18666" y="0"/>
                  <a:pt x="0" y="18666"/>
                  <a:pt x="0" y="41672"/>
                </a:cubicBezTo>
                <a:cubicBezTo>
                  <a:pt x="0" y="52784"/>
                  <a:pt x="4341" y="62877"/>
                  <a:pt x="11438" y="70343"/>
                </a:cubicBezTo>
                <a:cubicBezTo>
                  <a:pt x="15019" y="74120"/>
                  <a:pt x="18210" y="78504"/>
                  <a:pt x="19772" y="83344"/>
                </a:cubicBezTo>
                <a:lnTo>
                  <a:pt x="63550" y="83344"/>
                </a:lnTo>
                <a:close/>
                <a:moveTo>
                  <a:pt x="62508" y="93762"/>
                </a:moveTo>
                <a:lnTo>
                  <a:pt x="20836" y="93762"/>
                </a:lnTo>
                <a:lnTo>
                  <a:pt x="20836" y="97234"/>
                </a:lnTo>
                <a:cubicBezTo>
                  <a:pt x="20836" y="106828"/>
                  <a:pt x="28606" y="114598"/>
                  <a:pt x="38199" y="114598"/>
                </a:cubicBezTo>
                <a:lnTo>
                  <a:pt x="45145" y="114598"/>
                </a:lnTo>
                <a:cubicBezTo>
                  <a:pt x="54738" y="114598"/>
                  <a:pt x="62508" y="106828"/>
                  <a:pt x="62508" y="97234"/>
                </a:cubicBezTo>
                <a:lnTo>
                  <a:pt x="62508" y="93762"/>
                </a:lnTo>
                <a:close/>
                <a:moveTo>
                  <a:pt x="39936" y="24309"/>
                </a:moveTo>
                <a:cubicBezTo>
                  <a:pt x="31297" y="24309"/>
                  <a:pt x="24309" y="31297"/>
                  <a:pt x="24309" y="39936"/>
                </a:cubicBezTo>
                <a:cubicBezTo>
                  <a:pt x="24309" y="42822"/>
                  <a:pt x="21986" y="45145"/>
                  <a:pt x="19100" y="45145"/>
                </a:cubicBezTo>
                <a:cubicBezTo>
                  <a:pt x="16213" y="45145"/>
                  <a:pt x="13891" y="42822"/>
                  <a:pt x="13891" y="39936"/>
                </a:cubicBezTo>
                <a:cubicBezTo>
                  <a:pt x="13891" y="25546"/>
                  <a:pt x="25546" y="13891"/>
                  <a:pt x="39936" y="13891"/>
                </a:cubicBezTo>
                <a:cubicBezTo>
                  <a:pt x="42822" y="13891"/>
                  <a:pt x="45145" y="16213"/>
                  <a:pt x="45145" y="19100"/>
                </a:cubicBezTo>
                <a:cubicBezTo>
                  <a:pt x="45145" y="21986"/>
                  <a:pt x="42822" y="24309"/>
                  <a:pt x="39936" y="24309"/>
                </a:cubicBezTo>
                <a:close/>
              </a:path>
            </a:pathLst>
          </a:custGeom>
          <a:solidFill>
            <a:srgbClr val="FFF5F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793750" y="1031875"/>
            <a:ext cx="1079500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2D3436"/>
                </a:solidFill>
                <a:effectLst/>
                <a:uLnTx/>
                <a:uFillTx/>
                <a:latin typeface="Coda" pitchFamily="34" charset="0"/>
                <a:ea typeface="Coda" pitchFamily="34" charset="-122"/>
                <a:cs typeface="Coda" pitchFamily="34" charset="-120"/>
              </a:rPr>
              <a:t>The Challenge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476250" y="1333500"/>
            <a:ext cx="546100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D3436"/>
                </a:solidFill>
                <a:effectLst/>
                <a:uLnTx/>
                <a:uFillTx/>
                <a:latin typeface="Liter" pitchFamily="34" charset="0"/>
                <a:ea typeface="Liter" pitchFamily="34" charset="-122"/>
                <a:cs typeface="Liter" pitchFamily="34" charset="-120"/>
              </a:rPr>
              <a:t>How do we link a payment to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2D3436"/>
                </a:solidFill>
                <a:effectLst/>
                <a:uLnTx/>
                <a:uFillTx/>
                <a:latin typeface="Liter" pitchFamily="34" charset="0"/>
                <a:ea typeface="Liter" pitchFamily="34" charset="-122"/>
                <a:cs typeface="Liter" pitchFamily="34" charset="-120"/>
              </a:rPr>
              <a:t>either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D3436"/>
                </a:solidFill>
                <a:effectLst/>
                <a:uLnTx/>
                <a:uFillTx/>
                <a:latin typeface="Liter" pitchFamily="34" charset="0"/>
                <a:ea typeface="Liter" pitchFamily="34" charset="-122"/>
                <a:cs typeface="Liter" pitchFamily="34" charset="-120"/>
              </a:rPr>
              <a:t> a hotel booking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2D3436"/>
                </a:solidFill>
                <a:effectLst/>
                <a:uLnTx/>
                <a:uFillTx/>
                <a:latin typeface="Liter" pitchFamily="34" charset="0"/>
                <a:ea typeface="Liter" pitchFamily="34" charset="-122"/>
                <a:cs typeface="Liter" pitchFamily="34" charset="-120"/>
              </a:rPr>
              <a:t>OR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D3436"/>
                </a:solidFill>
                <a:effectLst/>
                <a:uLnTx/>
                <a:uFillTx/>
                <a:latin typeface="Liter" pitchFamily="34" charset="0"/>
                <a:ea typeface="Liter" pitchFamily="34" charset="-122"/>
                <a:cs typeface="Liter" pitchFamily="34" charset="-120"/>
              </a:rPr>
              <a:t> a flight booking, but never both, and never neither?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488156" y="1758156"/>
            <a:ext cx="5373688" cy="309563"/>
          </a:xfrm>
          <a:custGeom>
            <a:avLst/>
            <a:gdLst/>
            <a:ahLst/>
            <a:cxnLst/>
            <a:rect l="l" t="t" r="r" b="b"/>
            <a:pathLst>
              <a:path w="5373688" h="309563">
                <a:moveTo>
                  <a:pt x="0" y="0"/>
                </a:moveTo>
                <a:lnTo>
                  <a:pt x="5373688" y="0"/>
                </a:lnTo>
                <a:lnTo>
                  <a:pt x="5373688" y="309563"/>
                </a:lnTo>
                <a:lnTo>
                  <a:pt x="0" y="309563"/>
                </a:lnTo>
                <a:lnTo>
                  <a:pt x="0" y="0"/>
                </a:lnTo>
                <a:close/>
              </a:path>
            </a:pathLst>
          </a:custGeom>
          <a:solidFill>
            <a:srgbClr val="FFE66D"/>
          </a:solidFill>
          <a:ln w="38100">
            <a:solidFill>
              <a:srgbClr val="2D3436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563563" y="1833563"/>
            <a:ext cx="527843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75" b="1" i="0" u="none" strike="noStrike" kern="1200" cap="none" spc="0" normalizeH="0" baseline="0" noProof="0" dirty="0">
                <a:ln>
                  <a:noFill/>
                </a:ln>
                <a:solidFill>
                  <a:srgbClr val="2D3436"/>
                </a:solidFill>
                <a:effectLst/>
                <a:uLnTx/>
                <a:uFillTx/>
                <a:latin typeface="Liter" pitchFamily="34" charset="0"/>
                <a:ea typeface="Liter" pitchFamily="34" charset="-122"/>
                <a:cs typeface="Liter" pitchFamily="34" charset="-120"/>
              </a:rPr>
              <a:t>Traditional approach: Complex bridge tables with overhead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333375" y="2349500"/>
            <a:ext cx="5683250" cy="1555750"/>
          </a:xfrm>
          <a:custGeom>
            <a:avLst/>
            <a:gdLst/>
            <a:ahLst/>
            <a:cxnLst/>
            <a:rect l="l" t="t" r="r" b="b"/>
            <a:pathLst>
              <a:path w="5683250" h="1555750">
                <a:moveTo>
                  <a:pt x="0" y="0"/>
                </a:moveTo>
                <a:lnTo>
                  <a:pt x="5683250" y="0"/>
                </a:lnTo>
                <a:lnTo>
                  <a:pt x="5683250" y="1555750"/>
                </a:lnTo>
                <a:lnTo>
                  <a:pt x="0" y="1555750"/>
                </a:lnTo>
                <a:lnTo>
                  <a:pt x="0" y="0"/>
                </a:lnTo>
                <a:close/>
              </a:path>
            </a:pathLst>
          </a:custGeom>
          <a:solidFill>
            <a:srgbClr val="2D3436"/>
          </a:solidFill>
          <a:ln w="50800">
            <a:solidFill>
              <a:srgbClr val="2D3436"/>
            </a:solidFill>
            <a:prstDash val="solid"/>
          </a:ln>
          <a:effectLst>
            <a:outerShdw blurRad="101600" dist="50800" dir="2700000" algn="bl" rotWithShape="0">
              <a:srgbClr val="FFFFFF">
                <a:alpha val="75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488156" y="2504281"/>
            <a:ext cx="230188" cy="230188"/>
          </a:xfrm>
          <a:custGeom>
            <a:avLst/>
            <a:gdLst/>
            <a:ahLst/>
            <a:cxnLst/>
            <a:rect l="l" t="t" r="r" b="b"/>
            <a:pathLst>
              <a:path w="230188" h="230188">
                <a:moveTo>
                  <a:pt x="0" y="0"/>
                </a:moveTo>
                <a:lnTo>
                  <a:pt x="230188" y="0"/>
                </a:lnTo>
                <a:lnTo>
                  <a:pt x="230188" y="230188"/>
                </a:lnTo>
                <a:lnTo>
                  <a:pt x="0" y="230188"/>
                </a:lnTo>
                <a:lnTo>
                  <a:pt x="0" y="0"/>
                </a:lnTo>
                <a:close/>
              </a:path>
            </a:pathLst>
          </a:custGeom>
          <a:solidFill>
            <a:srgbClr val="4ECDC4"/>
          </a:solidFill>
          <a:ln w="38100">
            <a:solidFill>
              <a:srgbClr val="FFF5F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549672" y="2563813"/>
            <a:ext cx="111125" cy="111125"/>
          </a:xfrm>
          <a:custGeom>
            <a:avLst/>
            <a:gdLst/>
            <a:ahLst/>
            <a:cxnLst/>
            <a:rect l="l" t="t" r="r" b="b"/>
            <a:pathLst>
              <a:path w="111125" h="111125">
                <a:moveTo>
                  <a:pt x="55563" y="111125"/>
                </a:moveTo>
                <a:cubicBezTo>
                  <a:pt x="86228" y="111125"/>
                  <a:pt x="111125" y="86228"/>
                  <a:pt x="111125" y="55563"/>
                </a:cubicBezTo>
                <a:cubicBezTo>
                  <a:pt x="111125" y="24897"/>
                  <a:pt x="86228" y="0"/>
                  <a:pt x="55563" y="0"/>
                </a:cubicBezTo>
                <a:cubicBezTo>
                  <a:pt x="24897" y="0"/>
                  <a:pt x="0" y="24897"/>
                  <a:pt x="0" y="55563"/>
                </a:cubicBezTo>
                <a:cubicBezTo>
                  <a:pt x="0" y="86228"/>
                  <a:pt x="24897" y="111125"/>
                  <a:pt x="55562" y="111125"/>
                </a:cubicBezTo>
                <a:close/>
                <a:moveTo>
                  <a:pt x="73881" y="46165"/>
                </a:moveTo>
                <a:lnTo>
                  <a:pt x="56517" y="73946"/>
                </a:lnTo>
                <a:cubicBezTo>
                  <a:pt x="55606" y="75400"/>
                  <a:pt x="54043" y="76312"/>
                  <a:pt x="52329" y="76398"/>
                </a:cubicBezTo>
                <a:cubicBezTo>
                  <a:pt x="50614" y="76485"/>
                  <a:pt x="48964" y="75704"/>
                  <a:pt x="47944" y="74315"/>
                </a:cubicBezTo>
                <a:lnTo>
                  <a:pt x="37526" y="60424"/>
                </a:lnTo>
                <a:cubicBezTo>
                  <a:pt x="35790" y="58124"/>
                  <a:pt x="36268" y="54868"/>
                  <a:pt x="38568" y="53132"/>
                </a:cubicBezTo>
                <a:cubicBezTo>
                  <a:pt x="40869" y="51395"/>
                  <a:pt x="44124" y="51873"/>
                  <a:pt x="45861" y="54173"/>
                </a:cubicBezTo>
                <a:lnTo>
                  <a:pt x="51721" y="61987"/>
                </a:lnTo>
                <a:lnTo>
                  <a:pt x="65047" y="40652"/>
                </a:lnTo>
                <a:cubicBezTo>
                  <a:pt x="66566" y="38221"/>
                  <a:pt x="69779" y="37461"/>
                  <a:pt x="72231" y="39002"/>
                </a:cubicBezTo>
                <a:cubicBezTo>
                  <a:pt x="74684" y="40543"/>
                  <a:pt x="75422" y="43734"/>
                  <a:pt x="73881" y="46186"/>
                </a:cubicBezTo>
                <a:close/>
              </a:path>
            </a:pathLst>
          </a:custGeom>
          <a:solidFill>
            <a:srgbClr val="FFF5F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793750" y="2508250"/>
            <a:ext cx="960438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5F5"/>
                </a:solidFill>
                <a:effectLst/>
                <a:uLnTx/>
                <a:uFillTx/>
                <a:latin typeface="Coda" pitchFamily="34" charset="0"/>
                <a:ea typeface="Coda" pitchFamily="34" charset="-122"/>
                <a:cs typeface="Coda" pitchFamily="34" charset="-120"/>
              </a:rPr>
              <a:t>Our Solution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476250" y="2809875"/>
            <a:ext cx="546100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5F5"/>
                </a:solidFill>
                <a:effectLst/>
                <a:uLnTx/>
                <a:uFillTx/>
                <a:latin typeface="Liter" pitchFamily="34" charset="0"/>
                <a:ea typeface="Liter" pitchFamily="34" charset="-122"/>
                <a:cs typeface="Liter" pitchFamily="34" charset="-120"/>
              </a:rPr>
              <a:t>Polymorphic design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FFF5F5"/>
                </a:solidFill>
                <a:effectLst/>
                <a:uLnTx/>
                <a:uFillTx/>
                <a:latin typeface="Liter" pitchFamily="34" charset="0"/>
                <a:ea typeface="Liter" pitchFamily="34" charset="-122"/>
                <a:cs typeface="Liter" pitchFamily="34" charset="-120"/>
              </a:rPr>
              <a:t> using PostgreSQL CHECK constraints to enforce exactly-one-parent rule at the schema level.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484187" y="3278188"/>
            <a:ext cx="47625" cy="47625"/>
          </a:xfrm>
          <a:custGeom>
            <a:avLst/>
            <a:gdLst/>
            <a:ahLst/>
            <a:cxnLst/>
            <a:rect l="l" t="t" r="r" b="b"/>
            <a:pathLst>
              <a:path w="47625" h="47625">
                <a:moveTo>
                  <a:pt x="0" y="0"/>
                </a:moveTo>
                <a:lnTo>
                  <a:pt x="47625" y="0"/>
                </a:lnTo>
                <a:lnTo>
                  <a:pt x="47625" y="47625"/>
                </a:lnTo>
                <a:lnTo>
                  <a:pt x="0" y="47625"/>
                </a:lnTo>
                <a:lnTo>
                  <a:pt x="0" y="0"/>
                </a:lnTo>
                <a:close/>
              </a:path>
            </a:pathLst>
          </a:custGeom>
          <a:solidFill>
            <a:srgbClr val="FF6B6B"/>
          </a:solidFill>
          <a:ln w="25400">
            <a:solidFill>
              <a:srgbClr val="FFF5F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603250" y="3222625"/>
            <a:ext cx="137318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75" b="0" i="0" u="none" strike="noStrike" kern="1200" cap="none" spc="0" normalizeH="0" baseline="0" noProof="0" dirty="0">
                <a:ln>
                  <a:noFill/>
                </a:ln>
                <a:solidFill>
                  <a:srgbClr val="FFF5F5"/>
                </a:solidFill>
                <a:effectLst/>
                <a:uLnTx/>
                <a:uFillTx/>
                <a:latin typeface="Liter" pitchFamily="34" charset="0"/>
                <a:ea typeface="Liter" pitchFamily="34" charset="-122"/>
                <a:cs typeface="Liter" pitchFamily="34" charset="-120"/>
              </a:rPr>
              <a:t>Prevents orphaned records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484187" y="3468688"/>
            <a:ext cx="47625" cy="47625"/>
          </a:xfrm>
          <a:custGeom>
            <a:avLst/>
            <a:gdLst/>
            <a:ahLst/>
            <a:cxnLst/>
            <a:rect l="l" t="t" r="r" b="b"/>
            <a:pathLst>
              <a:path w="47625" h="47625">
                <a:moveTo>
                  <a:pt x="0" y="0"/>
                </a:moveTo>
                <a:lnTo>
                  <a:pt x="47625" y="0"/>
                </a:lnTo>
                <a:lnTo>
                  <a:pt x="47625" y="47625"/>
                </a:lnTo>
                <a:lnTo>
                  <a:pt x="0" y="47625"/>
                </a:lnTo>
                <a:lnTo>
                  <a:pt x="0" y="0"/>
                </a:lnTo>
                <a:close/>
              </a:path>
            </a:pathLst>
          </a:custGeom>
          <a:solidFill>
            <a:srgbClr val="FFE66D"/>
          </a:solidFill>
          <a:ln w="25400">
            <a:solidFill>
              <a:srgbClr val="FFF5F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603250" y="3413125"/>
            <a:ext cx="169068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75" b="0" i="0" u="none" strike="noStrike" kern="1200" cap="none" spc="0" normalizeH="0" baseline="0" noProof="0" dirty="0">
                <a:ln>
                  <a:noFill/>
                </a:ln>
                <a:solidFill>
                  <a:srgbClr val="FFF5F5"/>
                </a:solidFill>
                <a:effectLst/>
                <a:uLnTx/>
                <a:uFillTx/>
                <a:latin typeface="Liter" pitchFamily="34" charset="0"/>
                <a:ea typeface="Liter" pitchFamily="34" charset="-122"/>
                <a:cs typeface="Liter" pitchFamily="34" charset="-120"/>
              </a:rPr>
              <a:t>No complex bridge tables needed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484187" y="3659187"/>
            <a:ext cx="47625" cy="47625"/>
          </a:xfrm>
          <a:custGeom>
            <a:avLst/>
            <a:gdLst/>
            <a:ahLst/>
            <a:cxnLst/>
            <a:rect l="l" t="t" r="r" b="b"/>
            <a:pathLst>
              <a:path w="47625" h="47625">
                <a:moveTo>
                  <a:pt x="0" y="0"/>
                </a:moveTo>
                <a:lnTo>
                  <a:pt x="47625" y="0"/>
                </a:lnTo>
                <a:lnTo>
                  <a:pt x="47625" y="47625"/>
                </a:lnTo>
                <a:lnTo>
                  <a:pt x="0" y="47625"/>
                </a:lnTo>
                <a:lnTo>
                  <a:pt x="0" y="0"/>
                </a:lnTo>
                <a:close/>
              </a:path>
            </a:pathLst>
          </a:custGeom>
          <a:solidFill>
            <a:srgbClr val="4ECDC4"/>
          </a:solidFill>
          <a:ln w="25400">
            <a:solidFill>
              <a:srgbClr val="FFF5F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603250" y="3603625"/>
            <a:ext cx="1095375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75" b="0" i="0" u="none" strike="noStrike" kern="1200" cap="none" spc="0" normalizeH="0" baseline="0" noProof="0" dirty="0">
                <a:ln>
                  <a:noFill/>
                </a:ln>
                <a:solidFill>
                  <a:srgbClr val="FFF5F5"/>
                </a:solidFill>
                <a:effectLst/>
                <a:uLnTx/>
                <a:uFillTx/>
                <a:latin typeface="Liter" pitchFamily="34" charset="0"/>
                <a:ea typeface="Liter" pitchFamily="34" charset="-122"/>
                <a:cs typeface="Liter" pitchFamily="34" charset="-120"/>
              </a:rPr>
              <a:t>Single source of truth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6175375" y="873125"/>
            <a:ext cx="5683250" cy="3040063"/>
          </a:xfrm>
          <a:custGeom>
            <a:avLst/>
            <a:gdLst/>
            <a:ahLst/>
            <a:cxnLst/>
            <a:rect l="l" t="t" r="r" b="b"/>
            <a:pathLst>
              <a:path w="5683250" h="3040063">
                <a:moveTo>
                  <a:pt x="0" y="0"/>
                </a:moveTo>
                <a:lnTo>
                  <a:pt x="5683250" y="0"/>
                </a:lnTo>
                <a:lnTo>
                  <a:pt x="5683250" y="3040063"/>
                </a:lnTo>
                <a:lnTo>
                  <a:pt x="0" y="304006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2D3436"/>
            </a:solidFill>
            <a:prstDash val="solid"/>
          </a:ln>
          <a:effectLst>
            <a:outerShdw blurRad="101600" dist="50800" dir="2700000" algn="bl" rotWithShape="0">
              <a:srgbClr val="FFFFFF">
                <a:alpha val="75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6330156" y="1027906"/>
            <a:ext cx="230188" cy="230188"/>
          </a:xfrm>
          <a:custGeom>
            <a:avLst/>
            <a:gdLst/>
            <a:ahLst/>
            <a:cxnLst/>
            <a:rect l="l" t="t" r="r" b="b"/>
            <a:pathLst>
              <a:path w="230188" h="230188">
                <a:moveTo>
                  <a:pt x="0" y="0"/>
                </a:moveTo>
                <a:lnTo>
                  <a:pt x="230188" y="0"/>
                </a:lnTo>
                <a:lnTo>
                  <a:pt x="230188" y="230188"/>
                </a:lnTo>
                <a:lnTo>
                  <a:pt x="0" y="230188"/>
                </a:lnTo>
                <a:lnTo>
                  <a:pt x="0" y="0"/>
                </a:lnTo>
                <a:close/>
              </a:path>
            </a:pathLst>
          </a:custGeom>
          <a:solidFill>
            <a:srgbClr val="4ECDC4"/>
          </a:solidFill>
          <a:ln w="38100">
            <a:solidFill>
              <a:srgbClr val="2D3436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6384727" y="1087438"/>
            <a:ext cx="125016" cy="111125"/>
          </a:xfrm>
          <a:custGeom>
            <a:avLst/>
            <a:gdLst/>
            <a:ahLst/>
            <a:cxnLst/>
            <a:rect l="l" t="t" r="r" b="b"/>
            <a:pathLst>
              <a:path w="125016" h="111125">
                <a:moveTo>
                  <a:pt x="78308" y="260"/>
                </a:moveTo>
                <a:cubicBezTo>
                  <a:pt x="74619" y="-803"/>
                  <a:pt x="70777" y="1346"/>
                  <a:pt x="69714" y="5035"/>
                </a:cubicBezTo>
                <a:lnTo>
                  <a:pt x="41932" y="102270"/>
                </a:lnTo>
                <a:cubicBezTo>
                  <a:pt x="40869" y="105959"/>
                  <a:pt x="43018" y="109801"/>
                  <a:pt x="46707" y="110865"/>
                </a:cubicBezTo>
                <a:cubicBezTo>
                  <a:pt x="50397" y="111928"/>
                  <a:pt x="54239" y="109779"/>
                  <a:pt x="55302" y="106090"/>
                </a:cubicBezTo>
                <a:lnTo>
                  <a:pt x="83083" y="8855"/>
                </a:lnTo>
                <a:cubicBezTo>
                  <a:pt x="84147" y="5166"/>
                  <a:pt x="81998" y="1324"/>
                  <a:pt x="78308" y="260"/>
                </a:cubicBezTo>
                <a:close/>
                <a:moveTo>
                  <a:pt x="92329" y="29800"/>
                </a:moveTo>
                <a:cubicBezTo>
                  <a:pt x="89616" y="32513"/>
                  <a:pt x="89616" y="36919"/>
                  <a:pt x="92329" y="39632"/>
                </a:cubicBezTo>
                <a:lnTo>
                  <a:pt x="108260" y="55563"/>
                </a:lnTo>
                <a:lnTo>
                  <a:pt x="92329" y="71493"/>
                </a:lnTo>
                <a:cubicBezTo>
                  <a:pt x="89616" y="74206"/>
                  <a:pt x="89616" y="78612"/>
                  <a:pt x="92329" y="81325"/>
                </a:cubicBezTo>
                <a:cubicBezTo>
                  <a:pt x="95042" y="84038"/>
                  <a:pt x="99448" y="84038"/>
                  <a:pt x="102161" y="81325"/>
                </a:cubicBezTo>
                <a:lnTo>
                  <a:pt x="122997" y="60489"/>
                </a:lnTo>
                <a:cubicBezTo>
                  <a:pt x="125710" y="57776"/>
                  <a:pt x="125710" y="53370"/>
                  <a:pt x="122997" y="50657"/>
                </a:cubicBezTo>
                <a:lnTo>
                  <a:pt x="102161" y="29821"/>
                </a:lnTo>
                <a:cubicBezTo>
                  <a:pt x="99448" y="27108"/>
                  <a:pt x="95042" y="27108"/>
                  <a:pt x="92329" y="29821"/>
                </a:cubicBezTo>
                <a:close/>
                <a:moveTo>
                  <a:pt x="32708" y="29800"/>
                </a:moveTo>
                <a:cubicBezTo>
                  <a:pt x="29995" y="27087"/>
                  <a:pt x="25589" y="27087"/>
                  <a:pt x="22876" y="29800"/>
                </a:cubicBezTo>
                <a:lnTo>
                  <a:pt x="2040" y="50636"/>
                </a:lnTo>
                <a:cubicBezTo>
                  <a:pt x="-673" y="53349"/>
                  <a:pt x="-673" y="57755"/>
                  <a:pt x="2040" y="60468"/>
                </a:cubicBezTo>
                <a:lnTo>
                  <a:pt x="22876" y="81304"/>
                </a:lnTo>
                <a:cubicBezTo>
                  <a:pt x="25589" y="84017"/>
                  <a:pt x="29995" y="84017"/>
                  <a:pt x="32708" y="81304"/>
                </a:cubicBezTo>
                <a:cubicBezTo>
                  <a:pt x="35421" y="78591"/>
                  <a:pt x="35421" y="74185"/>
                  <a:pt x="32708" y="71472"/>
                </a:cubicBezTo>
                <a:lnTo>
                  <a:pt x="16777" y="55563"/>
                </a:lnTo>
                <a:lnTo>
                  <a:pt x="32686" y="39632"/>
                </a:lnTo>
                <a:cubicBezTo>
                  <a:pt x="35399" y="36919"/>
                  <a:pt x="35399" y="32513"/>
                  <a:pt x="32686" y="29800"/>
                </a:cubicBezTo>
                <a:close/>
              </a:path>
            </a:pathLst>
          </a:custGeom>
          <a:solidFill>
            <a:srgbClr val="FFF5F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6635750" y="1031875"/>
            <a:ext cx="1270000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2D3436"/>
                </a:solidFill>
                <a:effectLst/>
                <a:uLnTx/>
                <a:uFillTx/>
                <a:latin typeface="Coda" pitchFamily="34" charset="0"/>
                <a:ea typeface="Coda" pitchFamily="34" charset="-122"/>
                <a:cs typeface="Coda" pitchFamily="34" charset="-120"/>
              </a:rPr>
              <a:t>PAYMENTS Table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6330156" y="1345406"/>
            <a:ext cx="5373688" cy="2413000"/>
          </a:xfrm>
          <a:custGeom>
            <a:avLst/>
            <a:gdLst/>
            <a:ahLst/>
            <a:cxnLst/>
            <a:rect l="l" t="t" r="r" b="b"/>
            <a:pathLst>
              <a:path w="5373688" h="2413000">
                <a:moveTo>
                  <a:pt x="0" y="0"/>
                </a:moveTo>
                <a:lnTo>
                  <a:pt x="5373688" y="0"/>
                </a:lnTo>
                <a:lnTo>
                  <a:pt x="5373688" y="2413000"/>
                </a:lnTo>
                <a:lnTo>
                  <a:pt x="0" y="2413000"/>
                </a:lnTo>
                <a:lnTo>
                  <a:pt x="0" y="0"/>
                </a:lnTo>
                <a:close/>
              </a:path>
            </a:pathLst>
          </a:custGeom>
          <a:solidFill>
            <a:srgbClr val="2D3436"/>
          </a:solidFill>
          <a:ln w="38100">
            <a:solidFill>
              <a:srgbClr val="2D3436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6405563" y="1424781"/>
            <a:ext cx="2513521" cy="2254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0" i="0" u="none" strike="noStrike" kern="1200" cap="none" spc="0" normalizeH="0" baseline="0" noProof="0" dirty="0">
                <a:ln>
                  <a:noFill/>
                </a:ln>
                <a:solidFill>
                  <a:srgbClr val="4ECDC4"/>
                </a:solidFill>
                <a:effectLst/>
                <a:uLnTx/>
                <a:uFillTx/>
                <a:latin typeface="MiSans" pitchFamily="34" charset="0"/>
                <a:ea typeface="MiSans" pitchFamily="34" charset="-122"/>
                <a:cs typeface="MiSans" pitchFamily="34" charset="-120"/>
              </a:rPr>
              <a:t>CREATE TABLE payments ( payment_id SERIAL PRIMARY KEY, hotel_booking_id INT REFERENCES hotel_bookings, flight_booking_id INT REFERENCES flight_bookings, amount NUMERIC(10,2) NOT NULL, method VARCHAR(50) NOT NULL, payment_date DATE NOT NULL, -- XOR CONSTRAINT: CHECK ( (hotel_booking_id IS NOT NULL AND flight_booking_id IS NULL) OR (hotel_booking_id IS NULL AND flight_booking_id IS NOT NULL) ) );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6175375" y="4040188"/>
            <a:ext cx="5683250" cy="1734343"/>
          </a:xfrm>
          <a:custGeom>
            <a:avLst/>
            <a:gdLst/>
            <a:ahLst/>
            <a:cxnLst/>
            <a:rect l="l" t="t" r="r" b="b"/>
            <a:pathLst>
              <a:path w="5683250" h="2801938">
                <a:moveTo>
                  <a:pt x="0" y="0"/>
                </a:moveTo>
                <a:lnTo>
                  <a:pt x="5683250" y="0"/>
                </a:lnTo>
                <a:lnTo>
                  <a:pt x="5683250" y="2801938"/>
                </a:lnTo>
                <a:lnTo>
                  <a:pt x="0" y="280193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2D3436"/>
            </a:solidFill>
            <a:prstDash val="solid"/>
          </a:ln>
          <a:effectLst>
            <a:outerShdw blurRad="101600" dist="50800" dir="2700000" algn="bl" rotWithShape="0">
              <a:srgbClr val="FFFFFF">
                <a:alpha val="75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6330156" y="4194969"/>
            <a:ext cx="230188" cy="230188"/>
          </a:xfrm>
          <a:custGeom>
            <a:avLst/>
            <a:gdLst/>
            <a:ahLst/>
            <a:cxnLst/>
            <a:rect l="l" t="t" r="r" b="b"/>
            <a:pathLst>
              <a:path w="230188" h="230188">
                <a:moveTo>
                  <a:pt x="0" y="0"/>
                </a:moveTo>
                <a:lnTo>
                  <a:pt x="230188" y="0"/>
                </a:lnTo>
                <a:lnTo>
                  <a:pt x="230188" y="230188"/>
                </a:lnTo>
                <a:lnTo>
                  <a:pt x="0" y="230188"/>
                </a:lnTo>
                <a:lnTo>
                  <a:pt x="0" y="0"/>
                </a:lnTo>
                <a:close/>
              </a:path>
            </a:pathLst>
          </a:custGeom>
          <a:solidFill>
            <a:srgbClr val="FFE66D"/>
          </a:solidFill>
          <a:ln w="38100">
            <a:solidFill>
              <a:srgbClr val="2D3436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6384727" y="4254500"/>
            <a:ext cx="125016" cy="111125"/>
          </a:xfrm>
          <a:custGeom>
            <a:avLst/>
            <a:gdLst/>
            <a:ahLst/>
            <a:cxnLst/>
            <a:rect l="l" t="t" r="r" b="b"/>
            <a:pathLst>
              <a:path w="125016" h="111125">
                <a:moveTo>
                  <a:pt x="67174" y="-4102"/>
                </a:moveTo>
                <a:cubicBezTo>
                  <a:pt x="66284" y="-5838"/>
                  <a:pt x="64483" y="-6945"/>
                  <a:pt x="62530" y="-6945"/>
                </a:cubicBezTo>
                <a:cubicBezTo>
                  <a:pt x="60576" y="-6945"/>
                  <a:pt x="58775" y="-5838"/>
                  <a:pt x="57885" y="-4102"/>
                </a:cubicBezTo>
                <a:lnTo>
                  <a:pt x="41911" y="27195"/>
                </a:lnTo>
                <a:lnTo>
                  <a:pt x="7206" y="32708"/>
                </a:lnTo>
                <a:cubicBezTo>
                  <a:pt x="5274" y="33012"/>
                  <a:pt x="3668" y="34379"/>
                  <a:pt x="3060" y="36246"/>
                </a:cubicBezTo>
                <a:cubicBezTo>
                  <a:pt x="2453" y="38112"/>
                  <a:pt x="2952" y="40153"/>
                  <a:pt x="4319" y="41542"/>
                </a:cubicBezTo>
                <a:lnTo>
                  <a:pt x="29149" y="66393"/>
                </a:lnTo>
                <a:lnTo>
                  <a:pt x="23679" y="101098"/>
                </a:lnTo>
                <a:cubicBezTo>
                  <a:pt x="23375" y="103029"/>
                  <a:pt x="24178" y="104983"/>
                  <a:pt x="25763" y="106133"/>
                </a:cubicBezTo>
                <a:cubicBezTo>
                  <a:pt x="27347" y="107283"/>
                  <a:pt x="29431" y="107457"/>
                  <a:pt x="31189" y="106567"/>
                </a:cubicBezTo>
                <a:lnTo>
                  <a:pt x="62530" y="90636"/>
                </a:lnTo>
                <a:lnTo>
                  <a:pt x="93849" y="106567"/>
                </a:lnTo>
                <a:cubicBezTo>
                  <a:pt x="95585" y="107457"/>
                  <a:pt x="97690" y="107283"/>
                  <a:pt x="99275" y="106133"/>
                </a:cubicBezTo>
                <a:cubicBezTo>
                  <a:pt x="100859" y="104983"/>
                  <a:pt x="101662" y="103051"/>
                  <a:pt x="101358" y="101098"/>
                </a:cubicBezTo>
                <a:lnTo>
                  <a:pt x="95867" y="66393"/>
                </a:lnTo>
                <a:lnTo>
                  <a:pt x="120697" y="41542"/>
                </a:lnTo>
                <a:cubicBezTo>
                  <a:pt x="122086" y="40153"/>
                  <a:pt x="122563" y="38112"/>
                  <a:pt x="121955" y="36246"/>
                </a:cubicBezTo>
                <a:cubicBezTo>
                  <a:pt x="121348" y="34379"/>
                  <a:pt x="119763" y="33012"/>
                  <a:pt x="117810" y="32708"/>
                </a:cubicBezTo>
                <a:lnTo>
                  <a:pt x="83127" y="27195"/>
                </a:lnTo>
                <a:lnTo>
                  <a:pt x="67174" y="-4102"/>
                </a:lnTo>
                <a:close/>
              </a:path>
            </a:pathLst>
          </a:custGeom>
          <a:solidFill>
            <a:srgbClr val="2D3436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6635750" y="4198938"/>
            <a:ext cx="1135063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2D3436"/>
                </a:solidFill>
                <a:effectLst/>
                <a:uLnTx/>
                <a:uFillTx/>
                <a:latin typeface="Coda" pitchFamily="34" charset="0"/>
                <a:ea typeface="Coda" pitchFamily="34" charset="-122"/>
                <a:cs typeface="Coda" pitchFamily="34" charset="-120"/>
              </a:rPr>
              <a:t>REVIEWS Table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6330156" y="4512470"/>
            <a:ext cx="5373688" cy="1075156"/>
          </a:xfrm>
          <a:custGeom>
            <a:avLst/>
            <a:gdLst/>
            <a:ahLst/>
            <a:cxnLst/>
            <a:rect l="l" t="t" r="r" b="b"/>
            <a:pathLst>
              <a:path w="5373688" h="2174875">
                <a:moveTo>
                  <a:pt x="0" y="0"/>
                </a:moveTo>
                <a:lnTo>
                  <a:pt x="5373688" y="0"/>
                </a:lnTo>
                <a:lnTo>
                  <a:pt x="5373688" y="2174875"/>
                </a:lnTo>
                <a:lnTo>
                  <a:pt x="0" y="2174875"/>
                </a:lnTo>
                <a:lnTo>
                  <a:pt x="0" y="0"/>
                </a:lnTo>
                <a:close/>
              </a:path>
            </a:pathLst>
          </a:custGeom>
          <a:solidFill>
            <a:srgbClr val="2D3436"/>
          </a:solidFill>
          <a:ln w="38100">
            <a:solidFill>
              <a:srgbClr val="2D3436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6405563" y="4591844"/>
            <a:ext cx="2972284" cy="995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0" i="0" u="none" strike="noStrike" kern="1200" cap="none" spc="0" normalizeH="0" baseline="0" noProof="0" dirty="0">
                <a:ln>
                  <a:noFill/>
                </a:ln>
                <a:solidFill>
                  <a:srgbClr val="FFE66D"/>
                </a:solidFill>
                <a:effectLst/>
                <a:uLnTx/>
                <a:uFillTx/>
                <a:latin typeface="MiSans" pitchFamily="34" charset="0"/>
                <a:ea typeface="MiSans" pitchFamily="34" charset="-122"/>
                <a:cs typeface="MiSans" pitchFamily="34" charset="-120"/>
              </a:rPr>
              <a:t>CREATE TABLE reviews ( review_id SERIAL PRIMARY KEY, user_id INT NOT NULL REFERENCES users, hotel_id INT REFERENCES hotels, airline_id INT REFERENCES airlines, rating SMALLINT CHECK (rating BETWEEN 1 AND 5), comment TEXT, -- Same XOR pattern: CHECK ( (hotel_id IS NOT NULL AND airline_id IS NULL) OR (hotel_id IS NULL AND airline_id IS NOT NULL) ) );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3423481" y="6081140"/>
            <a:ext cx="1531938" cy="349250"/>
          </a:xfrm>
          <a:custGeom>
            <a:avLst/>
            <a:gdLst/>
            <a:ahLst/>
            <a:cxnLst/>
            <a:rect l="l" t="t" r="r" b="b"/>
            <a:pathLst>
              <a:path w="1531938" h="349250">
                <a:moveTo>
                  <a:pt x="0" y="0"/>
                </a:moveTo>
                <a:lnTo>
                  <a:pt x="1531938" y="0"/>
                </a:lnTo>
                <a:lnTo>
                  <a:pt x="1531938" y="349250"/>
                </a:lnTo>
                <a:lnTo>
                  <a:pt x="0" y="349250"/>
                </a:lnTo>
                <a:lnTo>
                  <a:pt x="0" y="0"/>
                </a:lnTo>
                <a:close/>
              </a:path>
            </a:pathLst>
          </a:custGeom>
          <a:solidFill>
            <a:srgbClr val="FF6B6B"/>
          </a:solidFill>
          <a:ln w="50800">
            <a:solidFill>
              <a:srgbClr val="2D3436"/>
            </a:solidFill>
            <a:prstDash val="solid"/>
          </a:ln>
          <a:effectLst>
            <a:outerShdw blurRad="101600" dist="50800" dir="2700000" algn="bl" rotWithShape="0">
              <a:srgbClr val="FFFFFF">
                <a:alpha val="75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3566356" y="6164484"/>
            <a:ext cx="1312416" cy="178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5F5"/>
                </a:solidFill>
                <a:effectLst/>
                <a:uLnTx/>
                <a:uFillTx/>
                <a:latin typeface="Coda" pitchFamily="34" charset="0"/>
                <a:ea typeface="Coda" pitchFamily="34" charset="-122"/>
                <a:cs typeface="Coda" pitchFamily="34" charset="-120"/>
              </a:rPr>
              <a:t>No Orphaned Records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Shape 39"/>
          <p:cNvSpPr/>
          <p:nvPr/>
        </p:nvSpPr>
        <p:spPr>
          <a:xfrm>
            <a:off x="5116897" y="6081140"/>
            <a:ext cx="1857375" cy="349250"/>
          </a:xfrm>
          <a:custGeom>
            <a:avLst/>
            <a:gdLst/>
            <a:ahLst/>
            <a:cxnLst/>
            <a:rect l="l" t="t" r="r" b="b"/>
            <a:pathLst>
              <a:path w="1857375" h="349250">
                <a:moveTo>
                  <a:pt x="0" y="0"/>
                </a:moveTo>
                <a:lnTo>
                  <a:pt x="1857375" y="0"/>
                </a:lnTo>
                <a:lnTo>
                  <a:pt x="1857375" y="349250"/>
                </a:lnTo>
                <a:lnTo>
                  <a:pt x="0" y="349250"/>
                </a:lnTo>
                <a:lnTo>
                  <a:pt x="0" y="0"/>
                </a:lnTo>
                <a:close/>
              </a:path>
            </a:pathLst>
          </a:custGeom>
          <a:solidFill>
            <a:srgbClr val="4ECDC4"/>
          </a:solidFill>
          <a:ln w="50800">
            <a:solidFill>
              <a:srgbClr val="2D3436"/>
            </a:solidFill>
            <a:prstDash val="solid"/>
          </a:ln>
          <a:effectLst>
            <a:outerShdw blurRad="101600" dist="50800" dir="2700000" algn="bl" rotWithShape="0">
              <a:srgbClr val="FFFFFF">
                <a:alpha val="75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5259772" y="6164484"/>
            <a:ext cx="1635249" cy="178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5F5"/>
                </a:solidFill>
                <a:effectLst/>
                <a:uLnTx/>
                <a:uFillTx/>
                <a:latin typeface="Coda" pitchFamily="34" charset="0"/>
                <a:ea typeface="Coda" pitchFamily="34" charset="-122"/>
                <a:cs typeface="Coda" pitchFamily="34" charset="-120"/>
              </a:rPr>
              <a:t>Schema-Level Enforcement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Shape 41"/>
          <p:cNvSpPr/>
          <p:nvPr/>
        </p:nvSpPr>
        <p:spPr>
          <a:xfrm>
            <a:off x="7133146" y="6081140"/>
            <a:ext cx="1635125" cy="349250"/>
          </a:xfrm>
          <a:custGeom>
            <a:avLst/>
            <a:gdLst/>
            <a:ahLst/>
            <a:cxnLst/>
            <a:rect l="l" t="t" r="r" b="b"/>
            <a:pathLst>
              <a:path w="1635125" h="349250">
                <a:moveTo>
                  <a:pt x="0" y="0"/>
                </a:moveTo>
                <a:lnTo>
                  <a:pt x="1635125" y="0"/>
                </a:lnTo>
                <a:lnTo>
                  <a:pt x="1635125" y="349250"/>
                </a:lnTo>
                <a:lnTo>
                  <a:pt x="0" y="349250"/>
                </a:lnTo>
                <a:lnTo>
                  <a:pt x="0" y="0"/>
                </a:lnTo>
                <a:close/>
              </a:path>
            </a:pathLst>
          </a:custGeom>
          <a:solidFill>
            <a:srgbClr val="FFE66D"/>
          </a:solidFill>
          <a:ln w="50800">
            <a:solidFill>
              <a:srgbClr val="2D3436"/>
            </a:solidFill>
            <a:prstDash val="solid"/>
          </a:ln>
          <a:effectLst>
            <a:outerShdw blurRad="101600" dist="50800" dir="2700000" algn="bl" rotWithShape="0">
              <a:srgbClr val="FFFFFF">
                <a:alpha val="75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7276021" y="6164484"/>
            <a:ext cx="1413061" cy="178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2D3436"/>
                </a:solidFill>
                <a:effectLst/>
                <a:uLnTx/>
                <a:uFillTx/>
                <a:latin typeface="Coda" pitchFamily="34" charset="0"/>
                <a:ea typeface="Coda" pitchFamily="34" charset="-122"/>
                <a:cs typeface="Coda" pitchFamily="34" charset="-120"/>
              </a:rPr>
              <a:t>Clean Data Architecture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  <p:transition spd="slow">
    <p:split orient="vert"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2700000">
            <a:off x="10959796" y="228462"/>
            <a:ext cx="476871" cy="476871"/>
          </a:xfrm>
          <a:custGeom>
            <a:avLst/>
            <a:gdLst/>
            <a:ahLst/>
            <a:cxnLst/>
            <a:rect l="l" t="t" r="r" b="b"/>
            <a:pathLst>
              <a:path w="476871" h="476871">
                <a:moveTo>
                  <a:pt x="0" y="0"/>
                </a:moveTo>
                <a:lnTo>
                  <a:pt x="476871" y="0"/>
                </a:lnTo>
                <a:lnTo>
                  <a:pt x="476871" y="476871"/>
                </a:lnTo>
                <a:lnTo>
                  <a:pt x="0" y="476871"/>
                </a:lnTo>
                <a:lnTo>
                  <a:pt x="0" y="0"/>
                </a:lnTo>
                <a:close/>
              </a:path>
            </a:pathLst>
          </a:custGeom>
          <a:solidFill>
            <a:srgbClr val="FFE66D"/>
          </a:solidFill>
          <a:ln w="50800">
            <a:solidFill>
              <a:srgbClr val="2D3436"/>
            </a:solidFill>
            <a:prstDash val="solid"/>
          </a:ln>
          <a:effectLst>
            <a:outerShdw blurRad="101600" dist="50800" dir="2700000" algn="bl" rotWithShape="0">
              <a:srgbClr val="FFFFFF">
                <a:alpha val="75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397392" y="5730399"/>
            <a:ext cx="349705" cy="349705"/>
          </a:xfrm>
          <a:custGeom>
            <a:avLst/>
            <a:gdLst/>
            <a:ahLst/>
            <a:cxnLst/>
            <a:rect l="l" t="t" r="r" b="b"/>
            <a:pathLst>
              <a:path w="349705" h="349705">
                <a:moveTo>
                  <a:pt x="174853" y="0"/>
                </a:moveTo>
                <a:lnTo>
                  <a:pt x="174853" y="0"/>
                </a:lnTo>
                <a:cubicBezTo>
                  <a:pt x="271356" y="0"/>
                  <a:pt x="349705" y="78349"/>
                  <a:pt x="349705" y="174853"/>
                </a:cubicBezTo>
                <a:lnTo>
                  <a:pt x="349705" y="174853"/>
                </a:lnTo>
                <a:cubicBezTo>
                  <a:pt x="349705" y="271356"/>
                  <a:pt x="271356" y="349705"/>
                  <a:pt x="174853" y="349705"/>
                </a:cubicBezTo>
                <a:lnTo>
                  <a:pt x="174853" y="349705"/>
                </a:lnTo>
                <a:cubicBezTo>
                  <a:pt x="78349" y="349705"/>
                  <a:pt x="0" y="271356"/>
                  <a:pt x="0" y="174853"/>
                </a:cubicBezTo>
                <a:lnTo>
                  <a:pt x="0" y="174853"/>
                </a:lnTo>
                <a:cubicBezTo>
                  <a:pt x="0" y="78349"/>
                  <a:pt x="78349" y="0"/>
                  <a:pt x="174853" y="0"/>
                </a:cubicBezTo>
                <a:close/>
              </a:path>
            </a:pathLst>
          </a:custGeom>
          <a:solidFill>
            <a:srgbClr val="FF6B6B"/>
          </a:solidFill>
          <a:ln w="50800">
            <a:solidFill>
              <a:srgbClr val="2D3436"/>
            </a:solidFill>
            <a:prstDash val="solid"/>
          </a:ln>
          <a:effectLst>
            <a:outerShdw blurRad="101600" dist="50800" dir="2700000" algn="bl" rotWithShape="0">
              <a:srgbClr val="FFFFFF">
                <a:alpha val="75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11760581" y="3441419"/>
            <a:ext cx="166905" cy="166905"/>
          </a:xfrm>
          <a:custGeom>
            <a:avLst/>
            <a:gdLst/>
            <a:ahLst/>
            <a:cxnLst/>
            <a:rect l="l" t="t" r="r" b="b"/>
            <a:pathLst>
              <a:path w="166905" h="166905">
                <a:moveTo>
                  <a:pt x="0" y="0"/>
                </a:moveTo>
                <a:lnTo>
                  <a:pt x="166905" y="0"/>
                </a:lnTo>
                <a:lnTo>
                  <a:pt x="166905" y="166905"/>
                </a:lnTo>
                <a:lnTo>
                  <a:pt x="0" y="166905"/>
                </a:lnTo>
                <a:lnTo>
                  <a:pt x="0" y="0"/>
                </a:lnTo>
                <a:close/>
              </a:path>
            </a:pathLst>
          </a:custGeom>
          <a:solidFill>
            <a:srgbClr val="4ECDC4"/>
          </a:solidFill>
          <a:ln w="38100">
            <a:solidFill>
              <a:srgbClr val="2D3436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333810" y="333810"/>
            <a:ext cx="286123" cy="286123"/>
          </a:xfrm>
          <a:custGeom>
            <a:avLst/>
            <a:gdLst/>
            <a:ahLst/>
            <a:cxnLst/>
            <a:rect l="l" t="t" r="r" b="b"/>
            <a:pathLst>
              <a:path w="286123" h="286123">
                <a:moveTo>
                  <a:pt x="0" y="0"/>
                </a:moveTo>
                <a:lnTo>
                  <a:pt x="286123" y="0"/>
                </a:lnTo>
                <a:lnTo>
                  <a:pt x="286123" y="286123"/>
                </a:lnTo>
                <a:lnTo>
                  <a:pt x="0" y="286123"/>
                </a:lnTo>
                <a:lnTo>
                  <a:pt x="0" y="0"/>
                </a:lnTo>
                <a:close/>
              </a:path>
            </a:pathLst>
          </a:custGeom>
          <a:solidFill>
            <a:srgbClr val="FF6B6B"/>
          </a:solidFill>
          <a:ln w="50800">
            <a:solidFill>
              <a:srgbClr val="2D3436"/>
            </a:solidFill>
            <a:prstDash val="solid"/>
          </a:ln>
          <a:effectLst>
            <a:outerShdw blurRad="101600" dist="50800" dir="2700000" algn="bl" rotWithShape="0">
              <a:srgbClr val="FFFFFF">
                <a:alpha val="75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16269" y="405340"/>
            <a:ext cx="125179" cy="143061"/>
          </a:xfrm>
          <a:custGeom>
            <a:avLst/>
            <a:gdLst/>
            <a:ahLst/>
            <a:cxnLst/>
            <a:rect l="l" t="t" r="r" b="b"/>
            <a:pathLst>
              <a:path w="125179" h="143061">
                <a:moveTo>
                  <a:pt x="35765" y="0"/>
                </a:moveTo>
                <a:cubicBezTo>
                  <a:pt x="40711" y="0"/>
                  <a:pt x="44707" y="3996"/>
                  <a:pt x="44707" y="8941"/>
                </a:cubicBezTo>
                <a:lnTo>
                  <a:pt x="44707" y="17883"/>
                </a:lnTo>
                <a:lnTo>
                  <a:pt x="80472" y="17883"/>
                </a:lnTo>
                <a:lnTo>
                  <a:pt x="80472" y="8941"/>
                </a:lnTo>
                <a:cubicBezTo>
                  <a:pt x="80472" y="3996"/>
                  <a:pt x="84468" y="0"/>
                  <a:pt x="89413" y="0"/>
                </a:cubicBezTo>
                <a:cubicBezTo>
                  <a:pt x="94359" y="0"/>
                  <a:pt x="98355" y="3996"/>
                  <a:pt x="98355" y="8941"/>
                </a:cubicBezTo>
                <a:lnTo>
                  <a:pt x="98355" y="17883"/>
                </a:lnTo>
                <a:lnTo>
                  <a:pt x="107296" y="17883"/>
                </a:lnTo>
                <a:cubicBezTo>
                  <a:pt x="117159" y="17883"/>
                  <a:pt x="125179" y="25902"/>
                  <a:pt x="125179" y="35765"/>
                </a:cubicBezTo>
                <a:lnTo>
                  <a:pt x="125179" y="116237"/>
                </a:lnTo>
                <a:cubicBezTo>
                  <a:pt x="125179" y="126101"/>
                  <a:pt x="117159" y="134120"/>
                  <a:pt x="107296" y="134120"/>
                </a:cubicBezTo>
                <a:lnTo>
                  <a:pt x="17883" y="134120"/>
                </a:lnTo>
                <a:cubicBezTo>
                  <a:pt x="8019" y="134120"/>
                  <a:pt x="0" y="126101"/>
                  <a:pt x="0" y="116237"/>
                </a:cubicBezTo>
                <a:lnTo>
                  <a:pt x="0" y="35765"/>
                </a:lnTo>
                <a:cubicBezTo>
                  <a:pt x="0" y="25902"/>
                  <a:pt x="8019" y="17883"/>
                  <a:pt x="17883" y="17883"/>
                </a:cubicBezTo>
                <a:lnTo>
                  <a:pt x="26824" y="17883"/>
                </a:lnTo>
                <a:lnTo>
                  <a:pt x="26824" y="8941"/>
                </a:lnTo>
                <a:cubicBezTo>
                  <a:pt x="26824" y="3996"/>
                  <a:pt x="30820" y="0"/>
                  <a:pt x="35765" y="0"/>
                </a:cubicBezTo>
                <a:close/>
                <a:moveTo>
                  <a:pt x="86172" y="63903"/>
                </a:moveTo>
                <a:cubicBezTo>
                  <a:pt x="88128" y="60773"/>
                  <a:pt x="87178" y="56638"/>
                  <a:pt x="84049" y="54654"/>
                </a:cubicBezTo>
                <a:cubicBezTo>
                  <a:pt x="80919" y="52670"/>
                  <a:pt x="76784" y="53648"/>
                  <a:pt x="74800" y="56777"/>
                </a:cubicBezTo>
                <a:lnTo>
                  <a:pt x="57644" y="84244"/>
                </a:lnTo>
                <a:lnTo>
                  <a:pt x="50099" y="74185"/>
                </a:lnTo>
                <a:cubicBezTo>
                  <a:pt x="47864" y="71223"/>
                  <a:pt x="43673" y="70609"/>
                  <a:pt x="40711" y="72844"/>
                </a:cubicBezTo>
                <a:cubicBezTo>
                  <a:pt x="37749" y="75079"/>
                  <a:pt x="37134" y="79270"/>
                  <a:pt x="39370" y="82232"/>
                </a:cubicBezTo>
                <a:lnTo>
                  <a:pt x="52782" y="100115"/>
                </a:lnTo>
                <a:cubicBezTo>
                  <a:pt x="54095" y="101875"/>
                  <a:pt x="56219" y="102881"/>
                  <a:pt x="58426" y="102797"/>
                </a:cubicBezTo>
                <a:cubicBezTo>
                  <a:pt x="60633" y="102714"/>
                  <a:pt x="62645" y="101540"/>
                  <a:pt x="63819" y="99640"/>
                </a:cubicBezTo>
                <a:lnTo>
                  <a:pt x="86172" y="63875"/>
                </a:lnTo>
                <a:close/>
              </a:path>
            </a:pathLst>
          </a:custGeom>
          <a:solidFill>
            <a:srgbClr val="FFF5F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731202" y="317914"/>
            <a:ext cx="2463833" cy="3179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253" b="1" i="0" u="none" strike="noStrike" kern="1200" cap="none" spc="0" normalizeH="0" baseline="0" noProof="0" dirty="0">
                <a:ln>
                  <a:noFill/>
                </a:ln>
                <a:solidFill>
                  <a:srgbClr val="2D3436"/>
                </a:solidFill>
                <a:effectLst/>
                <a:uLnTx/>
                <a:uFillTx/>
                <a:latin typeface="Coda" pitchFamily="34" charset="0"/>
                <a:ea typeface="Coda" pitchFamily="34" charset="-122"/>
                <a:cs typeface="Coda" pitchFamily="34" charset="-120"/>
              </a:rPr>
              <a:t>Temporal Integrity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739150" y="707359"/>
            <a:ext cx="1510091" cy="15896"/>
          </a:xfrm>
          <a:custGeom>
            <a:avLst/>
            <a:gdLst/>
            <a:ahLst/>
            <a:cxnLst/>
            <a:rect l="l" t="t" r="r" b="b"/>
            <a:pathLst>
              <a:path w="1510091" h="15896">
                <a:moveTo>
                  <a:pt x="0" y="0"/>
                </a:moveTo>
                <a:lnTo>
                  <a:pt x="1510091" y="0"/>
                </a:lnTo>
                <a:lnTo>
                  <a:pt x="1510091" y="15896"/>
                </a:lnTo>
                <a:lnTo>
                  <a:pt x="0" y="15896"/>
                </a:lnTo>
                <a:lnTo>
                  <a:pt x="0" y="0"/>
                </a:lnTo>
                <a:close/>
              </a:path>
            </a:pathLst>
          </a:custGeom>
          <a:solidFill>
            <a:srgbClr val="4ECDC4"/>
          </a:solidFill>
          <a:ln w="25400">
            <a:solidFill>
              <a:srgbClr val="2D3436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317914" y="794785"/>
            <a:ext cx="11635651" cy="2225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2" b="1" i="0" u="none" strike="noStrike" kern="1200" cap="none" spc="0" normalizeH="0" baseline="0" noProof="0" dirty="0">
                <a:ln>
                  <a:noFill/>
                </a:ln>
                <a:solidFill>
                  <a:srgbClr val="2D3436"/>
                </a:solidFill>
                <a:effectLst/>
                <a:uLnTx/>
                <a:uFillTx/>
                <a:latin typeface="Liter" pitchFamily="34" charset="0"/>
                <a:ea typeface="Liter" pitchFamily="34" charset="-122"/>
                <a:cs typeface="Liter" pitchFamily="34" charset="-120"/>
              </a:rPr>
              <a:t>Double-Booking Prevention for Rooms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333810" y="1160386"/>
            <a:ext cx="5682712" cy="1351134"/>
          </a:xfrm>
          <a:custGeom>
            <a:avLst/>
            <a:gdLst/>
            <a:ahLst/>
            <a:cxnLst/>
            <a:rect l="l" t="t" r="r" b="b"/>
            <a:pathLst>
              <a:path w="5682712" h="1351134">
                <a:moveTo>
                  <a:pt x="0" y="0"/>
                </a:moveTo>
                <a:lnTo>
                  <a:pt x="5682712" y="0"/>
                </a:lnTo>
                <a:lnTo>
                  <a:pt x="5682712" y="1351134"/>
                </a:lnTo>
                <a:lnTo>
                  <a:pt x="0" y="135113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2D3436"/>
            </a:solidFill>
            <a:prstDash val="solid"/>
          </a:ln>
          <a:effectLst>
            <a:outerShdw blurRad="101600" dist="50800" dir="2700000" algn="bl" rotWithShape="0">
              <a:srgbClr val="FFFFFF">
                <a:alpha val="75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488793" y="1315369"/>
            <a:ext cx="230488" cy="230488"/>
          </a:xfrm>
          <a:custGeom>
            <a:avLst/>
            <a:gdLst/>
            <a:ahLst/>
            <a:cxnLst/>
            <a:rect l="l" t="t" r="r" b="b"/>
            <a:pathLst>
              <a:path w="230488" h="230488">
                <a:moveTo>
                  <a:pt x="0" y="0"/>
                </a:moveTo>
                <a:lnTo>
                  <a:pt x="230488" y="0"/>
                </a:lnTo>
                <a:lnTo>
                  <a:pt x="230488" y="230488"/>
                </a:lnTo>
                <a:lnTo>
                  <a:pt x="0" y="230488"/>
                </a:lnTo>
                <a:lnTo>
                  <a:pt x="0" y="0"/>
                </a:lnTo>
                <a:close/>
              </a:path>
            </a:pathLst>
          </a:custGeom>
          <a:solidFill>
            <a:srgbClr val="FF6B6B"/>
          </a:solidFill>
          <a:ln w="38100">
            <a:solidFill>
              <a:srgbClr val="2D3436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550389" y="1374978"/>
            <a:ext cx="111270" cy="111270"/>
          </a:xfrm>
          <a:custGeom>
            <a:avLst/>
            <a:gdLst/>
            <a:ahLst/>
            <a:cxnLst/>
            <a:rect l="l" t="t" r="r" b="b"/>
            <a:pathLst>
              <a:path w="111270" h="111270">
                <a:moveTo>
                  <a:pt x="55635" y="111270"/>
                </a:moveTo>
                <a:cubicBezTo>
                  <a:pt x="86341" y="111270"/>
                  <a:pt x="111270" y="86341"/>
                  <a:pt x="111270" y="55635"/>
                </a:cubicBezTo>
                <a:cubicBezTo>
                  <a:pt x="111270" y="24929"/>
                  <a:pt x="86341" y="0"/>
                  <a:pt x="55635" y="0"/>
                </a:cubicBezTo>
                <a:cubicBezTo>
                  <a:pt x="24929" y="0"/>
                  <a:pt x="0" y="24929"/>
                  <a:pt x="0" y="55635"/>
                </a:cubicBezTo>
                <a:cubicBezTo>
                  <a:pt x="0" y="86341"/>
                  <a:pt x="24929" y="111270"/>
                  <a:pt x="55635" y="111270"/>
                </a:cubicBezTo>
                <a:close/>
                <a:moveTo>
                  <a:pt x="55635" y="38249"/>
                </a:moveTo>
                <a:cubicBezTo>
                  <a:pt x="51788" y="38249"/>
                  <a:pt x="48681" y="41357"/>
                  <a:pt x="48681" y="45203"/>
                </a:cubicBezTo>
                <a:cubicBezTo>
                  <a:pt x="48681" y="48094"/>
                  <a:pt x="46355" y="50419"/>
                  <a:pt x="43465" y="50419"/>
                </a:cubicBezTo>
                <a:cubicBezTo>
                  <a:pt x="40574" y="50419"/>
                  <a:pt x="38249" y="48094"/>
                  <a:pt x="38249" y="45203"/>
                </a:cubicBezTo>
                <a:cubicBezTo>
                  <a:pt x="38249" y="35598"/>
                  <a:pt x="46029" y="27817"/>
                  <a:pt x="55635" y="27817"/>
                </a:cubicBezTo>
                <a:cubicBezTo>
                  <a:pt x="65241" y="27817"/>
                  <a:pt x="73021" y="35598"/>
                  <a:pt x="73021" y="45203"/>
                </a:cubicBezTo>
                <a:cubicBezTo>
                  <a:pt x="73021" y="55461"/>
                  <a:pt x="65197" y="59808"/>
                  <a:pt x="60851" y="61394"/>
                </a:cubicBezTo>
                <a:lnTo>
                  <a:pt x="60851" y="62220"/>
                </a:lnTo>
                <a:cubicBezTo>
                  <a:pt x="60851" y="65110"/>
                  <a:pt x="58525" y="67436"/>
                  <a:pt x="55635" y="67436"/>
                </a:cubicBezTo>
                <a:cubicBezTo>
                  <a:pt x="52745" y="67436"/>
                  <a:pt x="50419" y="65110"/>
                  <a:pt x="50419" y="62220"/>
                </a:cubicBezTo>
                <a:lnTo>
                  <a:pt x="50419" y="60460"/>
                </a:lnTo>
                <a:cubicBezTo>
                  <a:pt x="50419" y="56004"/>
                  <a:pt x="53636" y="52810"/>
                  <a:pt x="56961" y="51723"/>
                </a:cubicBezTo>
                <a:cubicBezTo>
                  <a:pt x="58351" y="51267"/>
                  <a:pt x="59829" y="50528"/>
                  <a:pt x="60916" y="49485"/>
                </a:cubicBezTo>
                <a:cubicBezTo>
                  <a:pt x="61850" y="48572"/>
                  <a:pt x="62589" y="47311"/>
                  <a:pt x="62589" y="45225"/>
                </a:cubicBezTo>
                <a:cubicBezTo>
                  <a:pt x="62589" y="41378"/>
                  <a:pt x="59482" y="38271"/>
                  <a:pt x="55635" y="38271"/>
                </a:cubicBezTo>
                <a:close/>
                <a:moveTo>
                  <a:pt x="48681" y="79975"/>
                </a:moveTo>
                <a:cubicBezTo>
                  <a:pt x="48681" y="76137"/>
                  <a:pt x="51797" y="73021"/>
                  <a:pt x="55635" y="73021"/>
                </a:cubicBezTo>
                <a:cubicBezTo>
                  <a:pt x="59473" y="73021"/>
                  <a:pt x="62589" y="76137"/>
                  <a:pt x="62589" y="79975"/>
                </a:cubicBezTo>
                <a:cubicBezTo>
                  <a:pt x="62589" y="83813"/>
                  <a:pt x="59473" y="86930"/>
                  <a:pt x="55635" y="86930"/>
                </a:cubicBezTo>
                <a:cubicBezTo>
                  <a:pt x="51797" y="86930"/>
                  <a:pt x="48681" y="83813"/>
                  <a:pt x="48681" y="79975"/>
                </a:cubicBezTo>
                <a:close/>
              </a:path>
            </a:pathLst>
          </a:custGeom>
          <a:solidFill>
            <a:srgbClr val="FFF5F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794785" y="1319343"/>
            <a:ext cx="1080907" cy="2225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2" b="1" i="0" u="none" strike="noStrike" kern="1200" cap="none" spc="0" normalizeH="0" baseline="0" noProof="0" dirty="0">
                <a:ln>
                  <a:noFill/>
                </a:ln>
                <a:solidFill>
                  <a:srgbClr val="2D3436"/>
                </a:solidFill>
                <a:effectLst/>
                <a:uLnTx/>
                <a:uFillTx/>
                <a:latin typeface="Coda" pitchFamily="34" charset="0"/>
                <a:ea typeface="Coda" pitchFamily="34" charset="-122"/>
                <a:cs typeface="Coda" pitchFamily="34" charset="-120"/>
              </a:rPr>
              <a:t>The Challenge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476871" y="1621361"/>
            <a:ext cx="5460172" cy="349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1" b="0" i="0" u="none" strike="noStrike" kern="1200" cap="none" spc="0" normalizeH="0" baseline="0" noProof="0" dirty="0">
                <a:ln>
                  <a:noFill/>
                </a:ln>
                <a:solidFill>
                  <a:srgbClr val="2D3436"/>
                </a:solidFill>
                <a:effectLst/>
                <a:uLnTx/>
                <a:uFillTx/>
                <a:latin typeface="Liter" pitchFamily="34" charset="0"/>
                <a:ea typeface="Liter" pitchFamily="34" charset="-122"/>
                <a:cs typeface="Liter" pitchFamily="34" charset="-120"/>
              </a:rPr>
              <a:t>How do we prevent </a:t>
            </a:r>
            <a:r>
              <a:rPr kumimoji="0" lang="en-US" sz="1001" b="1" i="0" u="none" strike="noStrike" kern="1200" cap="none" spc="0" normalizeH="0" baseline="0" noProof="0" dirty="0">
                <a:ln>
                  <a:noFill/>
                </a:ln>
                <a:solidFill>
                  <a:srgbClr val="2D3436"/>
                </a:solidFill>
                <a:effectLst/>
                <a:uLnTx/>
                <a:uFillTx/>
                <a:latin typeface="Liter" pitchFamily="34" charset="0"/>
                <a:ea typeface="Liter" pitchFamily="34" charset="-122"/>
                <a:cs typeface="Liter" pitchFamily="34" charset="-120"/>
              </a:rPr>
              <a:t>double-booking</a:t>
            </a:r>
            <a:r>
              <a:rPr kumimoji="0" lang="en-US" sz="1001" b="0" i="0" u="none" strike="noStrike" kern="1200" cap="none" spc="0" normalizeH="0" baseline="0" noProof="0" dirty="0">
                <a:ln>
                  <a:noFill/>
                </a:ln>
                <a:solidFill>
                  <a:srgbClr val="2D3436"/>
                </a:solidFill>
                <a:effectLst/>
                <a:uLnTx/>
                <a:uFillTx/>
                <a:latin typeface="Liter" pitchFamily="34" charset="0"/>
                <a:ea typeface="Liter" pitchFamily="34" charset="-122"/>
                <a:cs typeface="Liter" pitchFamily="34" charset="-120"/>
              </a:rPr>
              <a:t> the same room while allowing </a:t>
            </a:r>
            <a:r>
              <a:rPr kumimoji="0" lang="en-US" sz="1001" b="1" i="0" u="none" strike="noStrike" kern="1200" cap="none" spc="0" normalizeH="0" baseline="0" noProof="0" dirty="0">
                <a:ln>
                  <a:noFill/>
                </a:ln>
                <a:solidFill>
                  <a:srgbClr val="2D3436"/>
                </a:solidFill>
                <a:effectLst/>
                <a:uLnTx/>
                <a:uFillTx/>
                <a:latin typeface="Liter" pitchFamily="34" charset="0"/>
                <a:ea typeface="Liter" pitchFamily="34" charset="-122"/>
                <a:cs typeface="Liter" pitchFamily="34" charset="-120"/>
              </a:rPr>
              <a:t>same-day turnover</a:t>
            </a:r>
            <a:r>
              <a:rPr kumimoji="0" lang="en-US" sz="1001" b="0" i="0" u="none" strike="noStrike" kern="1200" cap="none" spc="0" normalizeH="0" baseline="0" noProof="0" dirty="0">
                <a:ln>
                  <a:noFill/>
                </a:ln>
                <a:solidFill>
                  <a:srgbClr val="2D3436"/>
                </a:solidFill>
                <a:effectLst/>
                <a:uLnTx/>
                <a:uFillTx/>
                <a:latin typeface="Liter" pitchFamily="34" charset="0"/>
                <a:ea typeface="Liter" pitchFamily="34" charset="-122"/>
                <a:cs typeface="Liter" pitchFamily="34" charset="-120"/>
              </a:rPr>
              <a:t> (e.g., check-out 11 AM, check-in 3 PM)?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488793" y="2046571"/>
            <a:ext cx="5372746" cy="309966"/>
          </a:xfrm>
          <a:custGeom>
            <a:avLst/>
            <a:gdLst/>
            <a:ahLst/>
            <a:cxnLst/>
            <a:rect l="l" t="t" r="r" b="b"/>
            <a:pathLst>
              <a:path w="5372746" h="309966">
                <a:moveTo>
                  <a:pt x="0" y="0"/>
                </a:moveTo>
                <a:lnTo>
                  <a:pt x="5372746" y="0"/>
                </a:lnTo>
                <a:lnTo>
                  <a:pt x="5372746" y="309966"/>
                </a:lnTo>
                <a:lnTo>
                  <a:pt x="0" y="309966"/>
                </a:lnTo>
                <a:lnTo>
                  <a:pt x="0" y="0"/>
                </a:lnTo>
                <a:close/>
              </a:path>
            </a:pathLst>
          </a:custGeom>
          <a:solidFill>
            <a:srgbClr val="FFE66D"/>
          </a:solidFill>
          <a:ln w="38100">
            <a:solidFill>
              <a:srgbClr val="2D3436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564297" y="2122076"/>
            <a:ext cx="5277372" cy="1589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76" b="1" i="0" u="none" strike="noStrike" kern="1200" cap="none" spc="0" normalizeH="0" baseline="0" noProof="0" dirty="0">
                <a:ln>
                  <a:noFill/>
                </a:ln>
                <a:solidFill>
                  <a:srgbClr val="2D3436"/>
                </a:solidFill>
                <a:effectLst/>
                <a:uLnTx/>
                <a:uFillTx/>
                <a:latin typeface="Liter" pitchFamily="34" charset="0"/>
                <a:ea typeface="Liter" pitchFamily="34" charset="-122"/>
                <a:cs typeface="Liter" pitchFamily="34" charset="-120"/>
              </a:rPr>
              <a:t>Interval overlap detection required!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333810" y="2638686"/>
            <a:ext cx="5682712" cy="1406769"/>
          </a:xfrm>
          <a:custGeom>
            <a:avLst/>
            <a:gdLst/>
            <a:ahLst/>
            <a:cxnLst/>
            <a:rect l="l" t="t" r="r" b="b"/>
            <a:pathLst>
              <a:path w="5682712" h="1406769">
                <a:moveTo>
                  <a:pt x="0" y="0"/>
                </a:moveTo>
                <a:lnTo>
                  <a:pt x="5682712" y="0"/>
                </a:lnTo>
                <a:lnTo>
                  <a:pt x="5682712" y="1406769"/>
                </a:lnTo>
                <a:lnTo>
                  <a:pt x="0" y="1406769"/>
                </a:lnTo>
                <a:lnTo>
                  <a:pt x="0" y="0"/>
                </a:lnTo>
                <a:close/>
              </a:path>
            </a:pathLst>
          </a:custGeom>
          <a:solidFill>
            <a:srgbClr val="2D3436"/>
          </a:solidFill>
          <a:ln w="50800">
            <a:solidFill>
              <a:srgbClr val="2D3436"/>
            </a:solidFill>
            <a:prstDash val="solid"/>
          </a:ln>
          <a:effectLst>
            <a:outerShdw blurRad="101600" dist="50800" dir="2700000" algn="bl" rotWithShape="0">
              <a:srgbClr val="FFFFFF">
                <a:alpha val="75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488793" y="2793669"/>
            <a:ext cx="230488" cy="230488"/>
          </a:xfrm>
          <a:custGeom>
            <a:avLst/>
            <a:gdLst/>
            <a:ahLst/>
            <a:cxnLst/>
            <a:rect l="l" t="t" r="r" b="b"/>
            <a:pathLst>
              <a:path w="230488" h="230488">
                <a:moveTo>
                  <a:pt x="0" y="0"/>
                </a:moveTo>
                <a:lnTo>
                  <a:pt x="230488" y="0"/>
                </a:lnTo>
                <a:lnTo>
                  <a:pt x="230488" y="230488"/>
                </a:lnTo>
                <a:lnTo>
                  <a:pt x="0" y="230488"/>
                </a:lnTo>
                <a:lnTo>
                  <a:pt x="0" y="0"/>
                </a:lnTo>
                <a:close/>
              </a:path>
            </a:pathLst>
          </a:custGeom>
          <a:solidFill>
            <a:srgbClr val="4ECDC4"/>
          </a:solidFill>
          <a:ln w="38100">
            <a:solidFill>
              <a:srgbClr val="FFF5F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564297" y="2853278"/>
            <a:ext cx="83452" cy="111270"/>
          </a:xfrm>
          <a:custGeom>
            <a:avLst/>
            <a:gdLst/>
            <a:ahLst/>
            <a:cxnLst/>
            <a:rect l="l" t="t" r="r" b="b"/>
            <a:pathLst>
              <a:path w="83452" h="111270">
                <a:moveTo>
                  <a:pt x="13909" y="0"/>
                </a:moveTo>
                <a:cubicBezTo>
                  <a:pt x="6237" y="0"/>
                  <a:pt x="0" y="6237"/>
                  <a:pt x="0" y="13909"/>
                </a:cubicBezTo>
                <a:lnTo>
                  <a:pt x="0" y="97361"/>
                </a:lnTo>
                <a:cubicBezTo>
                  <a:pt x="0" y="105033"/>
                  <a:pt x="6237" y="111270"/>
                  <a:pt x="13909" y="111270"/>
                </a:cubicBezTo>
                <a:lnTo>
                  <a:pt x="69544" y="111270"/>
                </a:lnTo>
                <a:cubicBezTo>
                  <a:pt x="77215" y="111270"/>
                  <a:pt x="83452" y="105033"/>
                  <a:pt x="83452" y="97361"/>
                </a:cubicBezTo>
                <a:lnTo>
                  <a:pt x="83452" y="13909"/>
                </a:lnTo>
                <a:cubicBezTo>
                  <a:pt x="83452" y="6237"/>
                  <a:pt x="77215" y="0"/>
                  <a:pt x="69544" y="0"/>
                </a:cubicBezTo>
                <a:lnTo>
                  <a:pt x="13909" y="0"/>
                </a:lnTo>
                <a:close/>
                <a:moveTo>
                  <a:pt x="20863" y="13909"/>
                </a:moveTo>
                <a:lnTo>
                  <a:pt x="62589" y="13909"/>
                </a:lnTo>
                <a:cubicBezTo>
                  <a:pt x="66436" y="13909"/>
                  <a:pt x="69544" y="17016"/>
                  <a:pt x="69544" y="20863"/>
                </a:cubicBezTo>
                <a:lnTo>
                  <a:pt x="69544" y="27817"/>
                </a:lnTo>
                <a:cubicBezTo>
                  <a:pt x="69544" y="31664"/>
                  <a:pt x="66436" y="34772"/>
                  <a:pt x="62589" y="34772"/>
                </a:cubicBezTo>
                <a:lnTo>
                  <a:pt x="20863" y="34772"/>
                </a:lnTo>
                <a:cubicBezTo>
                  <a:pt x="17016" y="34772"/>
                  <a:pt x="13909" y="31664"/>
                  <a:pt x="13909" y="27817"/>
                </a:cubicBezTo>
                <a:lnTo>
                  <a:pt x="13909" y="20863"/>
                </a:lnTo>
                <a:cubicBezTo>
                  <a:pt x="13909" y="17016"/>
                  <a:pt x="17016" y="13909"/>
                  <a:pt x="20863" y="13909"/>
                </a:cubicBezTo>
                <a:close/>
                <a:moveTo>
                  <a:pt x="24340" y="50419"/>
                </a:moveTo>
                <a:cubicBezTo>
                  <a:pt x="24340" y="53298"/>
                  <a:pt x="22003" y="55635"/>
                  <a:pt x="19125" y="55635"/>
                </a:cubicBezTo>
                <a:cubicBezTo>
                  <a:pt x="16246" y="55635"/>
                  <a:pt x="13909" y="53298"/>
                  <a:pt x="13909" y="50419"/>
                </a:cubicBezTo>
                <a:cubicBezTo>
                  <a:pt x="13909" y="47541"/>
                  <a:pt x="16246" y="45203"/>
                  <a:pt x="19125" y="45203"/>
                </a:cubicBezTo>
                <a:cubicBezTo>
                  <a:pt x="22003" y="45203"/>
                  <a:pt x="24340" y="47541"/>
                  <a:pt x="24340" y="50419"/>
                </a:cubicBezTo>
                <a:close/>
                <a:moveTo>
                  <a:pt x="41726" y="55635"/>
                </a:moveTo>
                <a:cubicBezTo>
                  <a:pt x="38848" y="55635"/>
                  <a:pt x="36510" y="53298"/>
                  <a:pt x="36510" y="50419"/>
                </a:cubicBezTo>
                <a:cubicBezTo>
                  <a:pt x="36510" y="47541"/>
                  <a:pt x="38848" y="45203"/>
                  <a:pt x="41726" y="45203"/>
                </a:cubicBezTo>
                <a:cubicBezTo>
                  <a:pt x="44605" y="45203"/>
                  <a:pt x="46942" y="47541"/>
                  <a:pt x="46942" y="50419"/>
                </a:cubicBezTo>
                <a:cubicBezTo>
                  <a:pt x="46942" y="53298"/>
                  <a:pt x="44605" y="55635"/>
                  <a:pt x="41726" y="55635"/>
                </a:cubicBezTo>
                <a:close/>
                <a:moveTo>
                  <a:pt x="69544" y="50419"/>
                </a:moveTo>
                <a:cubicBezTo>
                  <a:pt x="69544" y="53298"/>
                  <a:pt x="67207" y="55635"/>
                  <a:pt x="64328" y="55635"/>
                </a:cubicBezTo>
                <a:cubicBezTo>
                  <a:pt x="61449" y="55635"/>
                  <a:pt x="59112" y="53298"/>
                  <a:pt x="59112" y="50419"/>
                </a:cubicBezTo>
                <a:cubicBezTo>
                  <a:pt x="59112" y="47541"/>
                  <a:pt x="61449" y="45203"/>
                  <a:pt x="64328" y="45203"/>
                </a:cubicBezTo>
                <a:cubicBezTo>
                  <a:pt x="67207" y="45203"/>
                  <a:pt x="69544" y="47541"/>
                  <a:pt x="69544" y="50419"/>
                </a:cubicBezTo>
                <a:close/>
                <a:moveTo>
                  <a:pt x="19125" y="76498"/>
                </a:moveTo>
                <a:cubicBezTo>
                  <a:pt x="16246" y="76498"/>
                  <a:pt x="13909" y="74161"/>
                  <a:pt x="13909" y="71282"/>
                </a:cubicBezTo>
                <a:cubicBezTo>
                  <a:pt x="13909" y="68404"/>
                  <a:pt x="16246" y="66066"/>
                  <a:pt x="19125" y="66066"/>
                </a:cubicBezTo>
                <a:cubicBezTo>
                  <a:pt x="22003" y="66066"/>
                  <a:pt x="24340" y="68404"/>
                  <a:pt x="24340" y="71282"/>
                </a:cubicBezTo>
                <a:cubicBezTo>
                  <a:pt x="24340" y="74161"/>
                  <a:pt x="22003" y="76498"/>
                  <a:pt x="19125" y="76498"/>
                </a:cubicBezTo>
                <a:close/>
                <a:moveTo>
                  <a:pt x="46942" y="71282"/>
                </a:moveTo>
                <a:cubicBezTo>
                  <a:pt x="46942" y="74161"/>
                  <a:pt x="44605" y="76498"/>
                  <a:pt x="41726" y="76498"/>
                </a:cubicBezTo>
                <a:cubicBezTo>
                  <a:pt x="38848" y="76498"/>
                  <a:pt x="36510" y="74161"/>
                  <a:pt x="36510" y="71282"/>
                </a:cubicBezTo>
                <a:cubicBezTo>
                  <a:pt x="36510" y="68404"/>
                  <a:pt x="38848" y="66066"/>
                  <a:pt x="41726" y="66066"/>
                </a:cubicBezTo>
                <a:cubicBezTo>
                  <a:pt x="44605" y="66066"/>
                  <a:pt x="46942" y="68404"/>
                  <a:pt x="46942" y="71282"/>
                </a:cubicBezTo>
                <a:close/>
                <a:moveTo>
                  <a:pt x="64328" y="76498"/>
                </a:moveTo>
                <a:cubicBezTo>
                  <a:pt x="61449" y="76498"/>
                  <a:pt x="59112" y="74161"/>
                  <a:pt x="59112" y="71282"/>
                </a:cubicBezTo>
                <a:cubicBezTo>
                  <a:pt x="59112" y="68404"/>
                  <a:pt x="61449" y="66066"/>
                  <a:pt x="64328" y="66066"/>
                </a:cubicBezTo>
                <a:cubicBezTo>
                  <a:pt x="67207" y="66066"/>
                  <a:pt x="69544" y="68404"/>
                  <a:pt x="69544" y="71282"/>
                </a:cubicBezTo>
                <a:cubicBezTo>
                  <a:pt x="69544" y="74161"/>
                  <a:pt x="67207" y="76498"/>
                  <a:pt x="64328" y="76498"/>
                </a:cubicBezTo>
                <a:close/>
                <a:moveTo>
                  <a:pt x="13909" y="92145"/>
                </a:moveTo>
                <a:cubicBezTo>
                  <a:pt x="13909" y="89255"/>
                  <a:pt x="16234" y="86930"/>
                  <a:pt x="19125" y="86930"/>
                </a:cubicBezTo>
                <a:lnTo>
                  <a:pt x="43465" y="86930"/>
                </a:lnTo>
                <a:cubicBezTo>
                  <a:pt x="46355" y="86930"/>
                  <a:pt x="48681" y="89255"/>
                  <a:pt x="48681" y="92145"/>
                </a:cubicBezTo>
                <a:cubicBezTo>
                  <a:pt x="48681" y="95036"/>
                  <a:pt x="46355" y="97361"/>
                  <a:pt x="43465" y="97361"/>
                </a:cubicBezTo>
                <a:lnTo>
                  <a:pt x="19125" y="97361"/>
                </a:lnTo>
                <a:cubicBezTo>
                  <a:pt x="16234" y="97361"/>
                  <a:pt x="13909" y="95036"/>
                  <a:pt x="13909" y="92145"/>
                </a:cubicBezTo>
                <a:close/>
                <a:moveTo>
                  <a:pt x="64328" y="86930"/>
                </a:moveTo>
                <a:cubicBezTo>
                  <a:pt x="67218" y="86930"/>
                  <a:pt x="69544" y="89255"/>
                  <a:pt x="69544" y="92145"/>
                </a:cubicBezTo>
                <a:cubicBezTo>
                  <a:pt x="69544" y="95036"/>
                  <a:pt x="67218" y="97361"/>
                  <a:pt x="64328" y="97361"/>
                </a:cubicBezTo>
                <a:cubicBezTo>
                  <a:pt x="61437" y="97361"/>
                  <a:pt x="59112" y="95036"/>
                  <a:pt x="59112" y="92145"/>
                </a:cubicBezTo>
                <a:cubicBezTo>
                  <a:pt x="59112" y="89255"/>
                  <a:pt x="61437" y="86930"/>
                  <a:pt x="64328" y="86930"/>
                </a:cubicBezTo>
                <a:close/>
              </a:path>
            </a:pathLst>
          </a:custGeom>
          <a:solidFill>
            <a:srgbClr val="FFF5F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794785" y="2797643"/>
            <a:ext cx="1525987" cy="2225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2" b="1" i="0" u="none" strike="noStrike" kern="1200" cap="none" spc="0" normalizeH="0" baseline="0" noProof="0" dirty="0">
                <a:ln>
                  <a:noFill/>
                </a:ln>
                <a:solidFill>
                  <a:srgbClr val="FFF5F5"/>
                </a:solidFill>
                <a:effectLst/>
                <a:uLnTx/>
                <a:uFillTx/>
                <a:latin typeface="Coda" pitchFamily="34" charset="0"/>
                <a:ea typeface="Coda" pitchFamily="34" charset="-122"/>
                <a:cs typeface="Coda" pitchFamily="34" charset="-120"/>
              </a:rPr>
              <a:t>The Overlap Formula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488793" y="3111583"/>
            <a:ext cx="5372746" cy="405340"/>
          </a:xfrm>
          <a:custGeom>
            <a:avLst/>
            <a:gdLst/>
            <a:ahLst/>
            <a:cxnLst/>
            <a:rect l="l" t="t" r="r" b="b"/>
            <a:pathLst>
              <a:path w="5372746" h="405340">
                <a:moveTo>
                  <a:pt x="0" y="0"/>
                </a:moveTo>
                <a:lnTo>
                  <a:pt x="5372746" y="0"/>
                </a:lnTo>
                <a:lnTo>
                  <a:pt x="5372746" y="405340"/>
                </a:lnTo>
                <a:lnTo>
                  <a:pt x="0" y="405340"/>
                </a:lnTo>
                <a:lnTo>
                  <a:pt x="0" y="0"/>
                </a:lnTo>
                <a:close/>
              </a:path>
            </a:pathLst>
          </a:custGeom>
          <a:solidFill>
            <a:srgbClr val="FFF5F5"/>
          </a:solidFill>
          <a:ln w="38100">
            <a:solidFill>
              <a:srgbClr val="FFF5F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564297" y="3218879"/>
            <a:ext cx="5221737" cy="190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1" b="1" i="0" u="none" strike="noStrike" kern="1200" cap="none" spc="0" normalizeH="0" baseline="0" noProof="0" dirty="0">
                <a:ln>
                  <a:noFill/>
                </a:ln>
                <a:solidFill>
                  <a:srgbClr val="2D3436"/>
                </a:solidFill>
                <a:effectLst/>
                <a:uLnTx/>
                <a:uFillTx/>
                <a:latin typeface="MiSans" pitchFamily="34" charset="0"/>
                <a:ea typeface="MiSans" pitchFamily="34" charset="-122"/>
                <a:cs typeface="MiSans" pitchFamily="34" charset="-120"/>
              </a:rPr>
              <a:t>(StartA &lt; EndB) AND (EndA &gt; StartB)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476871" y="3592428"/>
            <a:ext cx="5452224" cy="3099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76" b="0" i="0" u="none" strike="noStrike" kern="1200" cap="none" spc="0" normalizeH="0" baseline="0" noProof="0" dirty="0">
                <a:ln>
                  <a:noFill/>
                </a:ln>
                <a:solidFill>
                  <a:srgbClr val="FFF5F5"/>
                </a:solidFill>
                <a:effectLst/>
                <a:uLnTx/>
                <a:uFillTx/>
                <a:latin typeface="Liter" pitchFamily="34" charset="0"/>
                <a:ea typeface="Liter" pitchFamily="34" charset="-122"/>
                <a:cs typeface="Liter" pitchFamily="34" charset="-120"/>
              </a:rPr>
              <a:t>Two intervals overlap if each starts before the other ends. This correctly handles edge cases like back-to-back bookings.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6176348" y="1160386"/>
            <a:ext cx="5682712" cy="3044026"/>
          </a:xfrm>
          <a:custGeom>
            <a:avLst/>
            <a:gdLst/>
            <a:ahLst/>
            <a:cxnLst/>
            <a:rect l="l" t="t" r="r" b="b"/>
            <a:pathLst>
              <a:path w="5682712" h="3044026">
                <a:moveTo>
                  <a:pt x="0" y="0"/>
                </a:moveTo>
                <a:lnTo>
                  <a:pt x="5682712" y="0"/>
                </a:lnTo>
                <a:lnTo>
                  <a:pt x="5682712" y="3044026"/>
                </a:lnTo>
                <a:lnTo>
                  <a:pt x="0" y="304402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2D3436"/>
            </a:solidFill>
            <a:prstDash val="solid"/>
          </a:ln>
          <a:effectLst>
            <a:outerShdw blurRad="101600" dist="50800" dir="2700000" algn="bl" rotWithShape="0">
              <a:srgbClr val="FFFFFF">
                <a:alpha val="75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6331331" y="1315369"/>
            <a:ext cx="230488" cy="230488"/>
          </a:xfrm>
          <a:custGeom>
            <a:avLst/>
            <a:gdLst/>
            <a:ahLst/>
            <a:cxnLst/>
            <a:rect l="l" t="t" r="r" b="b"/>
            <a:pathLst>
              <a:path w="230488" h="230488">
                <a:moveTo>
                  <a:pt x="0" y="0"/>
                </a:moveTo>
                <a:lnTo>
                  <a:pt x="230488" y="0"/>
                </a:lnTo>
                <a:lnTo>
                  <a:pt x="230488" y="230488"/>
                </a:lnTo>
                <a:lnTo>
                  <a:pt x="0" y="230488"/>
                </a:lnTo>
                <a:lnTo>
                  <a:pt x="0" y="0"/>
                </a:lnTo>
                <a:close/>
              </a:path>
            </a:pathLst>
          </a:custGeom>
          <a:solidFill>
            <a:srgbClr val="4ECDC4"/>
          </a:solidFill>
          <a:ln w="38100">
            <a:solidFill>
              <a:srgbClr val="2D3436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6385972" y="1374978"/>
            <a:ext cx="125179" cy="111270"/>
          </a:xfrm>
          <a:custGeom>
            <a:avLst/>
            <a:gdLst/>
            <a:ahLst/>
            <a:cxnLst/>
            <a:rect l="l" t="t" r="r" b="b"/>
            <a:pathLst>
              <a:path w="125179" h="111270">
                <a:moveTo>
                  <a:pt x="78410" y="261"/>
                </a:moveTo>
                <a:cubicBezTo>
                  <a:pt x="74716" y="-804"/>
                  <a:pt x="70869" y="1347"/>
                  <a:pt x="69804" y="5042"/>
                </a:cubicBezTo>
                <a:lnTo>
                  <a:pt x="41987" y="102403"/>
                </a:lnTo>
                <a:cubicBezTo>
                  <a:pt x="40922" y="106098"/>
                  <a:pt x="43074" y="109944"/>
                  <a:pt x="46768" y="111009"/>
                </a:cubicBezTo>
                <a:cubicBezTo>
                  <a:pt x="50463" y="112074"/>
                  <a:pt x="54309" y="109922"/>
                  <a:pt x="55374" y="106228"/>
                </a:cubicBezTo>
                <a:lnTo>
                  <a:pt x="83192" y="8867"/>
                </a:lnTo>
                <a:cubicBezTo>
                  <a:pt x="84257" y="5172"/>
                  <a:pt x="82105" y="1326"/>
                  <a:pt x="78410" y="261"/>
                </a:cubicBezTo>
                <a:close/>
                <a:moveTo>
                  <a:pt x="92450" y="29839"/>
                </a:moveTo>
                <a:cubicBezTo>
                  <a:pt x="89733" y="32555"/>
                  <a:pt x="89733" y="36967"/>
                  <a:pt x="92450" y="39683"/>
                </a:cubicBezTo>
                <a:lnTo>
                  <a:pt x="108401" y="55635"/>
                </a:lnTo>
                <a:lnTo>
                  <a:pt x="92450" y="71587"/>
                </a:lnTo>
                <a:cubicBezTo>
                  <a:pt x="89733" y="74303"/>
                  <a:pt x="89733" y="78715"/>
                  <a:pt x="92450" y="81431"/>
                </a:cubicBezTo>
                <a:cubicBezTo>
                  <a:pt x="95166" y="84148"/>
                  <a:pt x="99578" y="84148"/>
                  <a:pt x="102294" y="81431"/>
                </a:cubicBezTo>
                <a:lnTo>
                  <a:pt x="123158" y="60568"/>
                </a:lnTo>
                <a:cubicBezTo>
                  <a:pt x="125874" y="57852"/>
                  <a:pt x="125874" y="53440"/>
                  <a:pt x="123158" y="50723"/>
                </a:cubicBezTo>
                <a:lnTo>
                  <a:pt x="102294" y="29860"/>
                </a:lnTo>
                <a:cubicBezTo>
                  <a:pt x="99578" y="27144"/>
                  <a:pt x="95166" y="27144"/>
                  <a:pt x="92450" y="29860"/>
                </a:cubicBezTo>
                <a:close/>
                <a:moveTo>
                  <a:pt x="32751" y="29839"/>
                </a:moveTo>
                <a:cubicBezTo>
                  <a:pt x="30034" y="27122"/>
                  <a:pt x="25622" y="27122"/>
                  <a:pt x="22906" y="29839"/>
                </a:cubicBezTo>
                <a:lnTo>
                  <a:pt x="2043" y="50702"/>
                </a:lnTo>
                <a:cubicBezTo>
                  <a:pt x="-674" y="53418"/>
                  <a:pt x="-674" y="57830"/>
                  <a:pt x="2043" y="60546"/>
                </a:cubicBezTo>
                <a:lnTo>
                  <a:pt x="22906" y="81410"/>
                </a:lnTo>
                <a:cubicBezTo>
                  <a:pt x="25622" y="84126"/>
                  <a:pt x="30034" y="84126"/>
                  <a:pt x="32751" y="81410"/>
                </a:cubicBezTo>
                <a:cubicBezTo>
                  <a:pt x="35467" y="78693"/>
                  <a:pt x="35467" y="74281"/>
                  <a:pt x="32751" y="71565"/>
                </a:cubicBezTo>
                <a:lnTo>
                  <a:pt x="16799" y="55635"/>
                </a:lnTo>
                <a:lnTo>
                  <a:pt x="32729" y="39683"/>
                </a:lnTo>
                <a:cubicBezTo>
                  <a:pt x="35446" y="36967"/>
                  <a:pt x="35446" y="32555"/>
                  <a:pt x="32729" y="29839"/>
                </a:cubicBezTo>
                <a:close/>
              </a:path>
            </a:pathLst>
          </a:custGeom>
          <a:solidFill>
            <a:srgbClr val="FFF5F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6637323" y="1319343"/>
            <a:ext cx="1295499" cy="2225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2" b="1" i="0" u="none" strike="noStrike" kern="1200" cap="none" spc="0" normalizeH="0" baseline="0" noProof="0" dirty="0">
                <a:ln>
                  <a:noFill/>
                </a:ln>
                <a:solidFill>
                  <a:srgbClr val="2D3436"/>
                </a:solidFill>
                <a:effectLst/>
                <a:uLnTx/>
                <a:uFillTx/>
                <a:latin typeface="Coda" pitchFamily="34" charset="0"/>
                <a:ea typeface="Coda" pitchFamily="34" charset="-122"/>
                <a:cs typeface="Coda" pitchFamily="34" charset="-120"/>
              </a:rPr>
              <a:t>PL/pgSQL Trigger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6331331" y="1633283"/>
            <a:ext cx="5372746" cy="2416146"/>
          </a:xfrm>
          <a:custGeom>
            <a:avLst/>
            <a:gdLst/>
            <a:ahLst/>
            <a:cxnLst/>
            <a:rect l="l" t="t" r="r" b="b"/>
            <a:pathLst>
              <a:path w="5372746" h="2416146">
                <a:moveTo>
                  <a:pt x="0" y="0"/>
                </a:moveTo>
                <a:lnTo>
                  <a:pt x="5372746" y="0"/>
                </a:lnTo>
                <a:lnTo>
                  <a:pt x="5372746" y="2416146"/>
                </a:lnTo>
                <a:lnTo>
                  <a:pt x="0" y="2416146"/>
                </a:lnTo>
                <a:lnTo>
                  <a:pt x="0" y="0"/>
                </a:lnTo>
                <a:close/>
              </a:path>
            </a:pathLst>
          </a:custGeom>
          <a:solidFill>
            <a:srgbClr val="2D3436"/>
          </a:solidFill>
          <a:ln w="38100">
            <a:solidFill>
              <a:srgbClr val="2D3436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6406835" y="1712761"/>
            <a:ext cx="2516798" cy="22571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1" b="0" i="0" u="none" strike="noStrike" kern="1200" cap="none" spc="0" normalizeH="0" baseline="0" noProof="0" dirty="0">
                <a:ln>
                  <a:noFill/>
                </a:ln>
                <a:solidFill>
                  <a:srgbClr val="4ECDC4"/>
                </a:solidFill>
                <a:effectLst/>
                <a:uLnTx/>
                <a:uFillTx/>
                <a:latin typeface="MiSans" pitchFamily="34" charset="0"/>
                <a:ea typeface="MiSans" pitchFamily="34" charset="-122"/>
                <a:cs typeface="MiSans" pitchFamily="34" charset="-120"/>
              </a:rPr>
              <a:t>CREATE FUNCTION check_room_double_booking() RETURNS TRIGGER AS $$ BEGIN IF EXISTS ( SELECT 1 FROM hotel_bookings WHERE room_id = NEW.room_id AND status != 'cancelled' AND booking_id != COALESCE( NEW.booking_id, -1) AND check_in &lt; NEW.check_out AND check_out &gt; NEW.check_in ) THEN RAISE EXCEPTION 'Room % already booked!', NEW.room_id; END IF; RETURN NEW; END; $$ LANGUAGE plpgsql;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6176348" y="4331578"/>
            <a:ext cx="5682712" cy="1494196"/>
          </a:xfrm>
          <a:custGeom>
            <a:avLst/>
            <a:gdLst/>
            <a:ahLst/>
            <a:cxnLst/>
            <a:rect l="l" t="t" r="r" b="b"/>
            <a:pathLst>
              <a:path w="5682712" h="1494196">
                <a:moveTo>
                  <a:pt x="0" y="0"/>
                </a:moveTo>
                <a:lnTo>
                  <a:pt x="5682712" y="0"/>
                </a:lnTo>
                <a:lnTo>
                  <a:pt x="5682712" y="1494196"/>
                </a:lnTo>
                <a:lnTo>
                  <a:pt x="0" y="149419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2D3436"/>
            </a:solidFill>
            <a:prstDash val="solid"/>
          </a:ln>
          <a:effectLst>
            <a:outerShdw blurRad="101600" dist="50800" dir="2700000" algn="bl" rotWithShape="0">
              <a:srgbClr val="FFFFFF">
                <a:alpha val="75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6331331" y="4486561"/>
            <a:ext cx="230488" cy="230488"/>
          </a:xfrm>
          <a:custGeom>
            <a:avLst/>
            <a:gdLst/>
            <a:ahLst/>
            <a:cxnLst/>
            <a:rect l="l" t="t" r="r" b="b"/>
            <a:pathLst>
              <a:path w="230488" h="230488">
                <a:moveTo>
                  <a:pt x="0" y="0"/>
                </a:moveTo>
                <a:lnTo>
                  <a:pt x="230488" y="0"/>
                </a:lnTo>
                <a:lnTo>
                  <a:pt x="230488" y="230488"/>
                </a:lnTo>
                <a:lnTo>
                  <a:pt x="0" y="230488"/>
                </a:lnTo>
                <a:lnTo>
                  <a:pt x="0" y="0"/>
                </a:lnTo>
                <a:close/>
              </a:path>
            </a:pathLst>
          </a:custGeom>
          <a:solidFill>
            <a:srgbClr val="FFE66D"/>
          </a:solidFill>
          <a:ln w="38100">
            <a:solidFill>
              <a:srgbClr val="2D3436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6392927" y="4546169"/>
            <a:ext cx="111270" cy="111270"/>
          </a:xfrm>
          <a:custGeom>
            <a:avLst/>
            <a:gdLst/>
            <a:ahLst/>
            <a:cxnLst/>
            <a:rect l="l" t="t" r="r" b="b"/>
            <a:pathLst>
              <a:path w="111270" h="111270">
                <a:moveTo>
                  <a:pt x="55635" y="0"/>
                </a:moveTo>
                <a:cubicBezTo>
                  <a:pt x="56635" y="0"/>
                  <a:pt x="57634" y="217"/>
                  <a:pt x="58547" y="630"/>
                </a:cubicBezTo>
                <a:lnTo>
                  <a:pt x="99491" y="17994"/>
                </a:lnTo>
                <a:cubicBezTo>
                  <a:pt x="104272" y="20016"/>
                  <a:pt x="107836" y="24731"/>
                  <a:pt x="107814" y="30425"/>
                </a:cubicBezTo>
                <a:cubicBezTo>
                  <a:pt x="107706" y="51984"/>
                  <a:pt x="98839" y="91428"/>
                  <a:pt x="61394" y="109357"/>
                </a:cubicBezTo>
                <a:cubicBezTo>
                  <a:pt x="57765" y="111096"/>
                  <a:pt x="53549" y="111096"/>
                  <a:pt x="49919" y="109357"/>
                </a:cubicBezTo>
                <a:cubicBezTo>
                  <a:pt x="12453" y="91428"/>
                  <a:pt x="3608" y="51984"/>
                  <a:pt x="3499" y="30425"/>
                </a:cubicBezTo>
                <a:cubicBezTo>
                  <a:pt x="3477" y="24731"/>
                  <a:pt x="7041" y="20016"/>
                  <a:pt x="11822" y="17994"/>
                </a:cubicBezTo>
                <a:lnTo>
                  <a:pt x="52745" y="630"/>
                </a:lnTo>
                <a:cubicBezTo>
                  <a:pt x="53657" y="217"/>
                  <a:pt x="54635" y="0"/>
                  <a:pt x="55635" y="0"/>
                </a:cubicBezTo>
                <a:close/>
                <a:moveTo>
                  <a:pt x="55635" y="14517"/>
                </a:moveTo>
                <a:lnTo>
                  <a:pt x="55635" y="96687"/>
                </a:lnTo>
                <a:cubicBezTo>
                  <a:pt x="85626" y="82170"/>
                  <a:pt x="93688" y="50006"/>
                  <a:pt x="93884" y="30751"/>
                </a:cubicBezTo>
                <a:lnTo>
                  <a:pt x="55635" y="14539"/>
                </a:lnTo>
                <a:lnTo>
                  <a:pt x="55635" y="14539"/>
                </a:lnTo>
                <a:close/>
              </a:path>
            </a:pathLst>
          </a:custGeom>
          <a:solidFill>
            <a:srgbClr val="2D3436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6637323" y="4490535"/>
            <a:ext cx="1478300" cy="2225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2" b="1" i="0" u="none" strike="noStrike" kern="1200" cap="none" spc="0" normalizeH="0" baseline="0" noProof="0" dirty="0">
                <a:ln>
                  <a:noFill/>
                </a:ln>
                <a:solidFill>
                  <a:srgbClr val="2D3436"/>
                </a:solidFill>
                <a:effectLst/>
                <a:uLnTx/>
                <a:uFillTx/>
                <a:latin typeface="Coda" pitchFamily="34" charset="0"/>
                <a:ea typeface="Coda" pitchFamily="34" charset="-122"/>
                <a:cs typeface="Coda" pitchFamily="34" charset="-120"/>
              </a:rPr>
              <a:t>Trigger Registration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6331331" y="4804475"/>
            <a:ext cx="5372746" cy="866316"/>
          </a:xfrm>
          <a:custGeom>
            <a:avLst/>
            <a:gdLst/>
            <a:ahLst/>
            <a:cxnLst/>
            <a:rect l="l" t="t" r="r" b="b"/>
            <a:pathLst>
              <a:path w="5372746" h="866316">
                <a:moveTo>
                  <a:pt x="0" y="0"/>
                </a:moveTo>
                <a:lnTo>
                  <a:pt x="5372746" y="0"/>
                </a:lnTo>
                <a:lnTo>
                  <a:pt x="5372746" y="866316"/>
                </a:lnTo>
                <a:lnTo>
                  <a:pt x="0" y="866316"/>
                </a:lnTo>
                <a:lnTo>
                  <a:pt x="0" y="0"/>
                </a:lnTo>
                <a:close/>
              </a:path>
            </a:pathLst>
          </a:custGeom>
          <a:solidFill>
            <a:srgbClr val="2D3436"/>
          </a:solidFill>
          <a:ln w="38100">
            <a:solidFill>
              <a:srgbClr val="2D3436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6406835" y="4883953"/>
            <a:ext cx="2114811" cy="7073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1" b="0" i="0" u="none" strike="noStrike" kern="1200" cap="none" spc="0" normalizeH="0" baseline="0" noProof="0" dirty="0">
                <a:ln>
                  <a:noFill/>
                </a:ln>
                <a:solidFill>
                  <a:srgbClr val="FFE66D"/>
                </a:solidFill>
                <a:effectLst/>
                <a:uLnTx/>
                <a:uFillTx/>
                <a:latin typeface="MiSans" pitchFamily="34" charset="0"/>
                <a:ea typeface="MiSans" pitchFamily="34" charset="-122"/>
                <a:cs typeface="MiSans" pitchFamily="34" charset="-120"/>
              </a:rPr>
              <a:t>CREATE TRIGGER trg_no_double_booking BEFORE INSERT OR UPDATE ON hotel_bookings FOR EACH ROW EXECUTE FUNCTION check_room_double_booking();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333810" y="5984730"/>
            <a:ext cx="11524381" cy="540454"/>
          </a:xfrm>
          <a:custGeom>
            <a:avLst/>
            <a:gdLst/>
            <a:ahLst/>
            <a:cxnLst/>
            <a:rect l="l" t="t" r="r" b="b"/>
            <a:pathLst>
              <a:path w="11524381" h="540454">
                <a:moveTo>
                  <a:pt x="0" y="0"/>
                </a:moveTo>
                <a:lnTo>
                  <a:pt x="11524381" y="0"/>
                </a:lnTo>
                <a:lnTo>
                  <a:pt x="11524381" y="540454"/>
                </a:lnTo>
                <a:lnTo>
                  <a:pt x="0" y="540454"/>
                </a:lnTo>
                <a:lnTo>
                  <a:pt x="0" y="0"/>
                </a:lnTo>
                <a:close/>
              </a:path>
            </a:pathLst>
          </a:custGeom>
          <a:solidFill>
            <a:srgbClr val="FF6B6B"/>
          </a:solidFill>
          <a:ln w="50800">
            <a:solidFill>
              <a:srgbClr val="2D3436"/>
            </a:solidFill>
            <a:prstDash val="solid"/>
          </a:ln>
          <a:effectLst>
            <a:outerShdw blurRad="101600" dist="50800" dir="2700000" algn="bl" rotWithShape="0">
              <a:srgbClr val="FFFFFF">
                <a:alpha val="75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3311272" y="6107922"/>
            <a:ext cx="294070" cy="294070"/>
          </a:xfrm>
          <a:custGeom>
            <a:avLst/>
            <a:gdLst/>
            <a:ahLst/>
            <a:cxnLst/>
            <a:rect l="l" t="t" r="r" b="b"/>
            <a:pathLst>
              <a:path w="294070" h="294070">
                <a:moveTo>
                  <a:pt x="0" y="0"/>
                </a:moveTo>
                <a:lnTo>
                  <a:pt x="294070" y="0"/>
                </a:lnTo>
                <a:lnTo>
                  <a:pt x="294070" y="294070"/>
                </a:lnTo>
                <a:lnTo>
                  <a:pt x="0" y="294070"/>
                </a:lnTo>
                <a:lnTo>
                  <a:pt x="0" y="0"/>
                </a:lnTo>
                <a:close/>
              </a:path>
            </a:pathLst>
          </a:custGeom>
          <a:solidFill>
            <a:srgbClr val="FFF5F5"/>
          </a:solidFill>
          <a:ln w="38100">
            <a:solidFill>
              <a:srgbClr val="2D3436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3398699" y="6175478"/>
            <a:ext cx="119218" cy="158957"/>
          </a:xfrm>
          <a:custGeom>
            <a:avLst/>
            <a:gdLst/>
            <a:ahLst/>
            <a:cxnLst/>
            <a:rect l="l" t="t" r="r" b="b"/>
            <a:pathLst>
              <a:path w="119218" h="158957">
                <a:moveTo>
                  <a:pt x="77585" y="20739"/>
                </a:moveTo>
                <a:cubicBezTo>
                  <a:pt x="80813" y="16299"/>
                  <a:pt x="79820" y="10090"/>
                  <a:pt x="75380" y="6861"/>
                </a:cubicBezTo>
                <a:cubicBezTo>
                  <a:pt x="70941" y="3632"/>
                  <a:pt x="64732" y="4626"/>
                  <a:pt x="61503" y="9066"/>
                </a:cubicBezTo>
                <a:lnTo>
                  <a:pt x="28594" y="54300"/>
                </a:lnTo>
                <a:lnTo>
                  <a:pt x="16951" y="42658"/>
                </a:lnTo>
                <a:cubicBezTo>
                  <a:pt x="13070" y="38777"/>
                  <a:pt x="6768" y="38777"/>
                  <a:pt x="2887" y="42658"/>
                </a:cubicBezTo>
                <a:cubicBezTo>
                  <a:pt x="-993" y="46538"/>
                  <a:pt x="-993" y="52841"/>
                  <a:pt x="2887" y="56722"/>
                </a:cubicBezTo>
                <a:lnTo>
                  <a:pt x="22757" y="76591"/>
                </a:lnTo>
                <a:cubicBezTo>
                  <a:pt x="24806" y="78640"/>
                  <a:pt x="27662" y="79696"/>
                  <a:pt x="30550" y="79478"/>
                </a:cubicBezTo>
                <a:cubicBezTo>
                  <a:pt x="33437" y="79261"/>
                  <a:pt x="36107" y="77771"/>
                  <a:pt x="37814" y="75411"/>
                </a:cubicBezTo>
                <a:lnTo>
                  <a:pt x="77554" y="20770"/>
                </a:lnTo>
                <a:close/>
                <a:moveTo>
                  <a:pt x="117324" y="62962"/>
                </a:moveTo>
                <a:cubicBezTo>
                  <a:pt x="120553" y="58522"/>
                  <a:pt x="119559" y="52313"/>
                  <a:pt x="115120" y="49084"/>
                </a:cubicBezTo>
                <a:cubicBezTo>
                  <a:pt x="110680" y="45855"/>
                  <a:pt x="104471" y="46849"/>
                  <a:pt x="101242" y="51288"/>
                </a:cubicBezTo>
                <a:lnTo>
                  <a:pt x="48463" y="123844"/>
                </a:lnTo>
                <a:lnTo>
                  <a:pt x="26886" y="102266"/>
                </a:lnTo>
                <a:cubicBezTo>
                  <a:pt x="23005" y="98386"/>
                  <a:pt x="16703" y="98386"/>
                  <a:pt x="12822" y="102266"/>
                </a:cubicBezTo>
                <a:cubicBezTo>
                  <a:pt x="8941" y="106147"/>
                  <a:pt x="8941" y="112450"/>
                  <a:pt x="12822" y="116330"/>
                </a:cubicBezTo>
                <a:lnTo>
                  <a:pt x="42627" y="146135"/>
                </a:lnTo>
                <a:cubicBezTo>
                  <a:pt x="44676" y="148184"/>
                  <a:pt x="47532" y="149239"/>
                  <a:pt x="50419" y="149022"/>
                </a:cubicBezTo>
                <a:cubicBezTo>
                  <a:pt x="53306" y="148805"/>
                  <a:pt x="55976" y="147315"/>
                  <a:pt x="57684" y="144955"/>
                </a:cubicBezTo>
                <a:lnTo>
                  <a:pt x="117293" y="62993"/>
                </a:lnTo>
                <a:close/>
              </a:path>
            </a:pathLst>
          </a:custGeom>
          <a:solidFill>
            <a:srgbClr val="FF6B6B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3744430" y="6143687"/>
            <a:ext cx="5221737" cy="2225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26" b="1" i="0" u="none" strike="noStrike" kern="1200" cap="none" spc="0" normalizeH="0" baseline="0" noProof="0" dirty="0">
                <a:ln>
                  <a:noFill/>
                </a:ln>
                <a:solidFill>
                  <a:srgbClr val="FFF5F5"/>
                </a:solidFill>
                <a:effectLst/>
                <a:uLnTx/>
                <a:uFillTx/>
                <a:latin typeface="Liter" pitchFamily="34" charset="0"/>
                <a:ea typeface="Liter" pitchFamily="34" charset="-122"/>
                <a:cs typeface="Liter" pitchFamily="34" charset="-120"/>
              </a:rPr>
              <a:t>Prevents double-booking • Allows same-day turnover • Schema-level enforcement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720000">
            <a:off x="557761" y="405361"/>
            <a:ext cx="723900" cy="723900"/>
          </a:xfrm>
          <a:custGeom>
            <a:avLst/>
            <a:gdLst/>
            <a:ahLst/>
            <a:cxnLst/>
            <a:rect l="l" t="t" r="r" b="b"/>
            <a:pathLst>
              <a:path w="723900" h="723900">
                <a:moveTo>
                  <a:pt x="0" y="0"/>
                </a:moveTo>
                <a:lnTo>
                  <a:pt x="723900" y="0"/>
                </a:lnTo>
                <a:lnTo>
                  <a:pt x="723900" y="723900"/>
                </a:lnTo>
                <a:lnTo>
                  <a:pt x="0" y="723900"/>
                </a:lnTo>
                <a:lnTo>
                  <a:pt x="0" y="0"/>
                </a:lnTo>
                <a:close/>
              </a:path>
            </a:pathLst>
          </a:custGeom>
          <a:solidFill>
            <a:srgbClr val="FF6B6B"/>
          </a:solidFill>
          <a:ln w="50800">
            <a:solidFill>
              <a:srgbClr val="2D3436"/>
            </a:solidFill>
            <a:prstDash val="solid"/>
          </a:ln>
          <a:effectLst>
            <a:outerShdw blurRad="101600" dist="50800" dir="2700000" algn="bl" rotWithShape="0">
              <a:srgbClr val="FFFFFF">
                <a:alpha val="75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839450" y="781050"/>
            <a:ext cx="571500" cy="571500"/>
          </a:xfrm>
          <a:custGeom>
            <a:avLst/>
            <a:gdLst/>
            <a:ahLst/>
            <a:cxnLst/>
            <a:rect l="l" t="t" r="r" b="b"/>
            <a:pathLst>
              <a:path w="571500" h="571500">
                <a:moveTo>
                  <a:pt x="285750" y="0"/>
                </a:moveTo>
                <a:lnTo>
                  <a:pt x="285750" y="0"/>
                </a:lnTo>
                <a:cubicBezTo>
                  <a:pt x="443460" y="0"/>
                  <a:pt x="571500" y="128040"/>
                  <a:pt x="571500" y="285750"/>
                </a:cubicBezTo>
                <a:lnTo>
                  <a:pt x="571500" y="285750"/>
                </a:lnTo>
                <a:cubicBezTo>
                  <a:pt x="571500" y="443460"/>
                  <a:pt x="443460" y="571500"/>
                  <a:pt x="285750" y="571500"/>
                </a:cubicBezTo>
                <a:lnTo>
                  <a:pt x="285750" y="571500"/>
                </a:lnTo>
                <a:cubicBezTo>
                  <a:pt x="128040" y="571500"/>
                  <a:pt x="0" y="443460"/>
                  <a:pt x="0" y="285750"/>
                </a:cubicBezTo>
                <a:lnTo>
                  <a:pt x="0" y="285750"/>
                </a:lnTo>
                <a:cubicBezTo>
                  <a:pt x="0" y="128040"/>
                  <a:pt x="128040" y="0"/>
                  <a:pt x="285750" y="0"/>
                </a:cubicBezTo>
                <a:close/>
              </a:path>
            </a:pathLst>
          </a:custGeom>
          <a:solidFill>
            <a:srgbClr val="4ECDC4"/>
          </a:solidFill>
          <a:ln w="50800">
            <a:solidFill>
              <a:srgbClr val="2D3436"/>
            </a:solidFill>
            <a:prstDash val="solid"/>
          </a:ln>
          <a:effectLst>
            <a:outerShdw blurRad="101600" dist="50800" dir="2700000" algn="bl" rotWithShape="0">
              <a:srgbClr val="FFFFFF">
                <a:alpha val="75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 rot="2700000">
            <a:off x="838761" y="5105958"/>
            <a:ext cx="419100" cy="419100"/>
          </a:xfrm>
          <a:custGeom>
            <a:avLst/>
            <a:gdLst/>
            <a:ahLst/>
            <a:cxnLst/>
            <a:rect l="l" t="t" r="r" b="b"/>
            <a:pathLst>
              <a:path w="419100" h="419100">
                <a:moveTo>
                  <a:pt x="0" y="0"/>
                </a:moveTo>
                <a:lnTo>
                  <a:pt x="419100" y="0"/>
                </a:lnTo>
                <a:lnTo>
                  <a:pt x="419100" y="419100"/>
                </a:lnTo>
                <a:lnTo>
                  <a:pt x="0" y="419100"/>
                </a:lnTo>
                <a:lnTo>
                  <a:pt x="0" y="0"/>
                </a:lnTo>
                <a:close/>
              </a:path>
            </a:pathLst>
          </a:custGeom>
          <a:solidFill>
            <a:srgbClr val="FFE66D"/>
          </a:solidFill>
          <a:ln w="50800">
            <a:solidFill>
              <a:srgbClr val="2D3436"/>
            </a:solidFill>
            <a:prstDash val="solid"/>
          </a:ln>
          <a:effectLst>
            <a:outerShdw blurRad="101600" dist="50800" dir="2700000" algn="bl" rotWithShape="0">
              <a:srgbClr val="FFFFFF">
                <a:alpha val="75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253663" y="6076950"/>
            <a:ext cx="1333500" cy="361950"/>
          </a:xfrm>
          <a:custGeom>
            <a:avLst/>
            <a:gdLst/>
            <a:ahLst/>
            <a:cxnLst/>
            <a:rect l="l" t="t" r="r" b="b"/>
            <a:pathLst>
              <a:path w="876300" h="266700">
                <a:moveTo>
                  <a:pt x="0" y="0"/>
                </a:moveTo>
                <a:lnTo>
                  <a:pt x="876300" y="0"/>
                </a:lnTo>
                <a:lnTo>
                  <a:pt x="876300" y="266700"/>
                </a:lnTo>
                <a:lnTo>
                  <a:pt x="0" y="266700"/>
                </a:lnTo>
                <a:lnTo>
                  <a:pt x="0" y="0"/>
                </a:lnTo>
                <a:close/>
              </a:path>
            </a:pathLst>
          </a:custGeom>
          <a:solidFill>
            <a:srgbClr val="FF6B6B"/>
          </a:solidFill>
          <a:ln w="50800">
            <a:solidFill>
              <a:srgbClr val="2D3436"/>
            </a:solidFill>
            <a:prstDash val="solid"/>
          </a:ln>
          <a:effectLst>
            <a:outerShdw blurRad="101600" dist="50800" dir="2700000" algn="bl" rotWithShape="0">
              <a:srgbClr val="FFFFFF">
                <a:alpha val="75000"/>
              </a:srgbClr>
            </a:outerShdw>
          </a:effectLst>
        </p:spPr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The End →</a:t>
            </a:r>
          </a:p>
        </p:txBody>
      </p:sp>
      <p:sp>
        <p:nvSpPr>
          <p:cNvPr id="6" name="Shape 4"/>
          <p:cNvSpPr/>
          <p:nvPr/>
        </p:nvSpPr>
        <p:spPr>
          <a:xfrm>
            <a:off x="471488" y="2300288"/>
            <a:ext cx="276225" cy="276225"/>
          </a:xfrm>
          <a:custGeom>
            <a:avLst/>
            <a:gdLst/>
            <a:ahLst/>
            <a:cxnLst/>
            <a:rect l="l" t="t" r="r" b="b"/>
            <a:pathLst>
              <a:path w="276225" h="276225">
                <a:moveTo>
                  <a:pt x="138113" y="0"/>
                </a:moveTo>
                <a:lnTo>
                  <a:pt x="138113" y="0"/>
                </a:lnTo>
                <a:cubicBezTo>
                  <a:pt x="214339" y="0"/>
                  <a:pt x="276225" y="61886"/>
                  <a:pt x="276225" y="138113"/>
                </a:cubicBezTo>
                <a:lnTo>
                  <a:pt x="276225" y="138113"/>
                </a:lnTo>
                <a:cubicBezTo>
                  <a:pt x="276225" y="214339"/>
                  <a:pt x="214339" y="276225"/>
                  <a:pt x="138113" y="276225"/>
                </a:cubicBezTo>
                <a:lnTo>
                  <a:pt x="138113" y="276225"/>
                </a:lnTo>
                <a:cubicBezTo>
                  <a:pt x="61886" y="276225"/>
                  <a:pt x="0" y="214339"/>
                  <a:pt x="0" y="138113"/>
                </a:cubicBezTo>
                <a:lnTo>
                  <a:pt x="0" y="138113"/>
                </a:lnTo>
                <a:cubicBezTo>
                  <a:pt x="0" y="61886"/>
                  <a:pt x="61886" y="0"/>
                  <a:pt x="138112" y="0"/>
                </a:cubicBezTo>
                <a:close/>
              </a:path>
            </a:pathLst>
          </a:custGeom>
          <a:solidFill>
            <a:srgbClr val="4ECDC4"/>
          </a:solidFill>
          <a:ln w="38100">
            <a:solidFill>
              <a:srgbClr val="2D3436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hape 5"/>
          <p:cNvSpPr/>
          <p:nvPr/>
        </p:nvSpPr>
        <p:spPr>
          <a:xfrm rot="720000">
            <a:off x="8868814" y="1711682"/>
            <a:ext cx="200025" cy="581025"/>
          </a:xfrm>
          <a:custGeom>
            <a:avLst/>
            <a:gdLst/>
            <a:ahLst/>
            <a:cxnLst/>
            <a:rect l="l" t="t" r="r" b="b"/>
            <a:pathLst>
              <a:path w="200025" h="581025">
                <a:moveTo>
                  <a:pt x="0" y="0"/>
                </a:moveTo>
                <a:lnTo>
                  <a:pt x="200025" y="0"/>
                </a:lnTo>
                <a:lnTo>
                  <a:pt x="200025" y="581025"/>
                </a:lnTo>
                <a:lnTo>
                  <a:pt x="0" y="581025"/>
                </a:lnTo>
                <a:lnTo>
                  <a:pt x="0" y="0"/>
                </a:lnTo>
                <a:close/>
              </a:path>
            </a:pathLst>
          </a:custGeom>
          <a:solidFill>
            <a:srgbClr val="FFE66D"/>
          </a:solidFill>
          <a:ln w="38100">
            <a:solidFill>
              <a:srgbClr val="2D3436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0" y="6724650"/>
            <a:ext cx="12192000" cy="133350"/>
          </a:xfrm>
          <a:custGeom>
            <a:avLst/>
            <a:gdLst/>
            <a:ahLst/>
            <a:cxnLst/>
            <a:rect l="l" t="t" r="r" b="b"/>
            <a:pathLst>
              <a:path w="12192000" h="133350">
                <a:moveTo>
                  <a:pt x="0" y="0"/>
                </a:moveTo>
                <a:lnTo>
                  <a:pt x="12192000" y="0"/>
                </a:lnTo>
                <a:lnTo>
                  <a:pt x="12192000" y="133350"/>
                </a:lnTo>
                <a:lnTo>
                  <a:pt x="0" y="133350"/>
                </a:lnTo>
                <a:lnTo>
                  <a:pt x="0" y="0"/>
                </a:lnTo>
                <a:close/>
              </a:path>
            </a:pathLst>
          </a:custGeom>
          <a:solidFill>
            <a:srgbClr val="4ECDC4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7"/>
          <p:cNvSpPr/>
          <p:nvPr/>
        </p:nvSpPr>
        <p:spPr>
          <a:xfrm>
            <a:off x="0" y="6724650"/>
            <a:ext cx="12192000" cy="38100"/>
          </a:xfrm>
          <a:custGeom>
            <a:avLst/>
            <a:gdLst/>
            <a:ahLst/>
            <a:cxnLst/>
            <a:rect l="l" t="t" r="r" b="b"/>
            <a:pathLst>
              <a:path w="12192000" h="38100">
                <a:moveTo>
                  <a:pt x="0" y="0"/>
                </a:moveTo>
                <a:lnTo>
                  <a:pt x="12192000" y="0"/>
                </a:lnTo>
                <a:lnTo>
                  <a:pt x="12192000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2D3436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3283745" y="1410891"/>
            <a:ext cx="562629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2D3436"/>
                </a:solidFill>
                <a:effectLst/>
                <a:uLnTx/>
                <a:uFillTx/>
                <a:latin typeface="Coda" pitchFamily="34" charset="0"/>
                <a:ea typeface="Coda" pitchFamily="34" charset="-122"/>
                <a:cs typeface="Coda" pitchFamily="34" charset="-120"/>
              </a:rPr>
              <a:t>Hotel Reservation &amp; Flight Booking System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5343525" y="2715816"/>
            <a:ext cx="1504950" cy="57150"/>
          </a:xfrm>
          <a:custGeom>
            <a:avLst/>
            <a:gdLst/>
            <a:ahLst/>
            <a:cxnLst/>
            <a:rect l="l" t="t" r="r" b="b"/>
            <a:pathLst>
              <a:path w="1504950" h="57150">
                <a:moveTo>
                  <a:pt x="0" y="0"/>
                </a:moveTo>
                <a:lnTo>
                  <a:pt x="1504950" y="0"/>
                </a:lnTo>
                <a:lnTo>
                  <a:pt x="1504950" y="57150"/>
                </a:lnTo>
                <a:lnTo>
                  <a:pt x="0" y="57150"/>
                </a:lnTo>
                <a:lnTo>
                  <a:pt x="0" y="0"/>
                </a:lnTo>
                <a:close/>
              </a:path>
            </a:pathLst>
          </a:custGeom>
          <a:solidFill>
            <a:srgbClr val="4ECDC4"/>
          </a:solidFill>
          <a:ln w="25400">
            <a:solidFill>
              <a:srgbClr val="2D3436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2395538" y="2934891"/>
            <a:ext cx="7400925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2D3436"/>
                </a:solidFill>
                <a:effectLst/>
                <a:uLnTx/>
                <a:uFillTx/>
                <a:latin typeface="Liter" pitchFamily="34" charset="0"/>
                <a:ea typeface="Liter" pitchFamily="34" charset="-122"/>
                <a:cs typeface="Liter" pitchFamily="34" charset="-120"/>
              </a:rPr>
              <a:t>This system represents a </a:t>
            </a:r>
            <a:r>
              <a:rPr kumimoji="0" lang="en-US" sz="1350" b="1" i="0" u="none" strike="noStrike" kern="1200" cap="none" spc="0" normalizeH="0" baseline="0" noProof="0" dirty="0">
                <a:ln>
                  <a:noFill/>
                </a:ln>
                <a:solidFill>
                  <a:srgbClr val="FF6B6B"/>
                </a:solidFill>
                <a:effectLst/>
                <a:uLnTx/>
                <a:uFillTx/>
                <a:latin typeface="Liter" pitchFamily="34" charset="0"/>
                <a:ea typeface="Liter" pitchFamily="34" charset="-122"/>
                <a:cs typeface="Liter" pitchFamily="34" charset="-120"/>
              </a:rPr>
              <a:t>diamond-level implementation</a:t>
            </a: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2D3436"/>
                </a:solidFill>
                <a:effectLst/>
                <a:uLnTx/>
                <a:uFillTx/>
                <a:latin typeface="Liter" pitchFamily="34" charset="0"/>
                <a:ea typeface="Liter" pitchFamily="34" charset="-122"/>
                <a:cs typeface="Liter" pitchFamily="34" charset="-120"/>
              </a:rPr>
              <a:t> of a travel booking engine. By shifting business logic from application code into the database schema, HRFBS ensures a </a:t>
            </a:r>
            <a:r>
              <a:rPr kumimoji="0" lang="en-US" sz="1350" b="1" i="0" u="none" strike="noStrike" kern="1200" cap="none" spc="0" normalizeH="0" baseline="0" noProof="0" dirty="0">
                <a:ln>
                  <a:noFill/>
                </a:ln>
                <a:solidFill>
                  <a:srgbClr val="2D3436"/>
                </a:solidFill>
                <a:effectLst/>
                <a:highlight>
                  <a:srgbClr val="FFE66D">
                    <a:alpha val="100000"/>
                  </a:srgbClr>
                </a:highlight>
                <a:uLnTx/>
                <a:uFillTx/>
                <a:latin typeface="Liter" pitchFamily="34" charset="0"/>
                <a:ea typeface="Liter" pitchFamily="34" charset="-122"/>
                <a:cs typeface="Liter" pitchFamily="34" charset="-120"/>
              </a:rPr>
              <a:t>"Single Source of Truth" </a:t>
            </a: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2D3436"/>
                </a:solidFill>
                <a:effectLst/>
                <a:uLnTx/>
                <a:uFillTx/>
                <a:latin typeface="Liter" pitchFamily="34" charset="0"/>
                <a:ea typeface="Liter" pitchFamily="34" charset="-122"/>
                <a:cs typeface="Liter" pitchFamily="34" charset="-120"/>
              </a:rPr>
              <a:t>that is immune to common synchronization bugs.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1847850" y="4094559"/>
            <a:ext cx="2705100" cy="1485900"/>
          </a:xfrm>
          <a:custGeom>
            <a:avLst/>
            <a:gdLst/>
            <a:ahLst/>
            <a:cxnLst/>
            <a:rect l="l" t="t" r="r" b="b"/>
            <a:pathLst>
              <a:path w="2705100" h="1485900">
                <a:moveTo>
                  <a:pt x="0" y="0"/>
                </a:moveTo>
                <a:lnTo>
                  <a:pt x="2705100" y="0"/>
                </a:lnTo>
                <a:lnTo>
                  <a:pt x="2705100" y="1485900"/>
                </a:lnTo>
                <a:lnTo>
                  <a:pt x="0" y="14859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2D3436"/>
            </a:solidFill>
            <a:prstDash val="solid"/>
          </a:ln>
          <a:effectLst>
            <a:outerShdw blurRad="101600" dist="50800" dir="2700000" algn="bl" rotWithShape="0">
              <a:srgbClr val="FFFFFF">
                <a:alpha val="75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2990850" y="4246959"/>
            <a:ext cx="419100" cy="419100"/>
          </a:xfrm>
          <a:custGeom>
            <a:avLst/>
            <a:gdLst/>
            <a:ahLst/>
            <a:cxnLst/>
            <a:rect l="l" t="t" r="r" b="b"/>
            <a:pathLst>
              <a:path w="419100" h="419100">
                <a:moveTo>
                  <a:pt x="0" y="0"/>
                </a:moveTo>
                <a:lnTo>
                  <a:pt x="419100" y="0"/>
                </a:lnTo>
                <a:lnTo>
                  <a:pt x="419100" y="419100"/>
                </a:lnTo>
                <a:lnTo>
                  <a:pt x="0" y="419100"/>
                </a:lnTo>
                <a:lnTo>
                  <a:pt x="0" y="0"/>
                </a:lnTo>
                <a:close/>
              </a:path>
            </a:pathLst>
          </a:custGeom>
          <a:solidFill>
            <a:srgbClr val="FF6B6B"/>
          </a:solidFill>
          <a:ln w="50800">
            <a:solidFill>
              <a:srgbClr val="2D3436"/>
            </a:solidFill>
            <a:prstDash val="solid"/>
          </a:ln>
          <a:effectLst>
            <a:outerShdw blurRad="101600" dist="50800" dir="2700000" algn="bl" rotWithShape="0">
              <a:srgbClr val="FFFFFF">
                <a:alpha val="75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3117056" y="4361259"/>
            <a:ext cx="166688" cy="190500"/>
          </a:xfrm>
          <a:custGeom>
            <a:avLst/>
            <a:gdLst/>
            <a:ahLst/>
            <a:cxnLst/>
            <a:rect l="l" t="t" r="r" b="b"/>
            <a:pathLst>
              <a:path w="166688" h="190500">
                <a:moveTo>
                  <a:pt x="166688" y="76572"/>
                </a:moveTo>
                <a:cubicBezTo>
                  <a:pt x="161181" y="80218"/>
                  <a:pt x="154856" y="83158"/>
                  <a:pt x="148270" y="85502"/>
                </a:cubicBezTo>
                <a:cubicBezTo>
                  <a:pt x="130783" y="91753"/>
                  <a:pt x="107826" y="95250"/>
                  <a:pt x="83344" y="95250"/>
                </a:cubicBezTo>
                <a:cubicBezTo>
                  <a:pt x="58862" y="95250"/>
                  <a:pt x="35868" y="91715"/>
                  <a:pt x="18417" y="85502"/>
                </a:cubicBezTo>
                <a:cubicBezTo>
                  <a:pt x="11869" y="83158"/>
                  <a:pt x="5507" y="80218"/>
                  <a:pt x="0" y="76572"/>
                </a:cubicBezTo>
                <a:lnTo>
                  <a:pt x="0" y="107156"/>
                </a:lnTo>
                <a:cubicBezTo>
                  <a:pt x="0" y="123602"/>
                  <a:pt x="37319" y="136922"/>
                  <a:pt x="83344" y="136922"/>
                </a:cubicBezTo>
                <a:cubicBezTo>
                  <a:pt x="129369" y="136922"/>
                  <a:pt x="166688" y="123602"/>
                  <a:pt x="166688" y="107156"/>
                </a:cubicBezTo>
                <a:lnTo>
                  <a:pt x="166688" y="76572"/>
                </a:lnTo>
                <a:close/>
                <a:moveTo>
                  <a:pt x="166688" y="47625"/>
                </a:moveTo>
                <a:lnTo>
                  <a:pt x="166688" y="29766"/>
                </a:lnTo>
                <a:cubicBezTo>
                  <a:pt x="166688" y="13320"/>
                  <a:pt x="129369" y="0"/>
                  <a:pt x="83344" y="0"/>
                </a:cubicBezTo>
                <a:cubicBezTo>
                  <a:pt x="37319" y="0"/>
                  <a:pt x="0" y="13320"/>
                  <a:pt x="0" y="29766"/>
                </a:cubicBezTo>
                <a:lnTo>
                  <a:pt x="0" y="47625"/>
                </a:lnTo>
                <a:cubicBezTo>
                  <a:pt x="0" y="64071"/>
                  <a:pt x="37319" y="77391"/>
                  <a:pt x="83344" y="77391"/>
                </a:cubicBezTo>
                <a:cubicBezTo>
                  <a:pt x="129369" y="77391"/>
                  <a:pt x="166688" y="64071"/>
                  <a:pt x="166688" y="47625"/>
                </a:cubicBezTo>
                <a:close/>
                <a:moveTo>
                  <a:pt x="148270" y="145033"/>
                </a:moveTo>
                <a:cubicBezTo>
                  <a:pt x="130820" y="151247"/>
                  <a:pt x="107863" y="154781"/>
                  <a:pt x="83344" y="154781"/>
                </a:cubicBezTo>
                <a:cubicBezTo>
                  <a:pt x="58824" y="154781"/>
                  <a:pt x="35868" y="151247"/>
                  <a:pt x="18417" y="145033"/>
                </a:cubicBezTo>
                <a:cubicBezTo>
                  <a:pt x="11869" y="142689"/>
                  <a:pt x="5507" y="139750"/>
                  <a:pt x="0" y="136103"/>
                </a:cubicBezTo>
                <a:lnTo>
                  <a:pt x="0" y="160734"/>
                </a:lnTo>
                <a:cubicBezTo>
                  <a:pt x="0" y="177180"/>
                  <a:pt x="37319" y="190500"/>
                  <a:pt x="83344" y="190500"/>
                </a:cubicBezTo>
                <a:cubicBezTo>
                  <a:pt x="129369" y="190500"/>
                  <a:pt x="166688" y="177180"/>
                  <a:pt x="166688" y="160734"/>
                </a:cubicBezTo>
                <a:lnTo>
                  <a:pt x="166688" y="136103"/>
                </a:lnTo>
                <a:cubicBezTo>
                  <a:pt x="161181" y="139750"/>
                  <a:pt x="154856" y="142689"/>
                  <a:pt x="148270" y="145033"/>
                </a:cubicBezTo>
                <a:close/>
              </a:path>
            </a:pathLst>
          </a:custGeom>
          <a:solidFill>
            <a:srgbClr val="FFF5F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1938337" y="4761309"/>
            <a:ext cx="25241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1" i="0" u="none" strike="noStrike" kern="1200" cap="none" spc="0" normalizeH="0" baseline="0" noProof="0" dirty="0">
                <a:ln>
                  <a:noFill/>
                </a:ln>
                <a:solidFill>
                  <a:srgbClr val="2D3436"/>
                </a:solidFill>
                <a:effectLst/>
                <a:uLnTx/>
                <a:uFillTx/>
                <a:latin typeface="Coda" pitchFamily="34" charset="0"/>
                <a:ea typeface="Coda" pitchFamily="34" charset="-122"/>
                <a:cs typeface="Coda" pitchFamily="34" charset="-120"/>
              </a:rPr>
              <a:t>Schema-Level Integrity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1947863" y="5066109"/>
            <a:ext cx="250507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2D3436"/>
                </a:solidFill>
                <a:effectLst/>
                <a:uLnTx/>
                <a:uFillTx/>
                <a:latin typeface="Liter" pitchFamily="34" charset="0"/>
                <a:ea typeface="Liter" pitchFamily="34" charset="-122"/>
                <a:cs typeface="Liter" pitchFamily="34" charset="-120"/>
              </a:rPr>
              <a:t>Business logic enforced via constraints, triggers &amp; indexes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4743450" y="4094559"/>
            <a:ext cx="2705100" cy="1485900"/>
          </a:xfrm>
          <a:custGeom>
            <a:avLst/>
            <a:gdLst/>
            <a:ahLst/>
            <a:cxnLst/>
            <a:rect l="l" t="t" r="r" b="b"/>
            <a:pathLst>
              <a:path w="2705100" h="1485900">
                <a:moveTo>
                  <a:pt x="0" y="0"/>
                </a:moveTo>
                <a:lnTo>
                  <a:pt x="2705100" y="0"/>
                </a:lnTo>
                <a:lnTo>
                  <a:pt x="2705100" y="1485900"/>
                </a:lnTo>
                <a:lnTo>
                  <a:pt x="0" y="14859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2D3436"/>
            </a:solidFill>
            <a:prstDash val="solid"/>
          </a:ln>
          <a:effectLst>
            <a:outerShdw blurRad="101600" dist="50800" dir="2700000" algn="bl" rotWithShape="0">
              <a:srgbClr val="FFFFFF">
                <a:alpha val="75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5886450" y="4246959"/>
            <a:ext cx="419100" cy="419100"/>
          </a:xfrm>
          <a:custGeom>
            <a:avLst/>
            <a:gdLst/>
            <a:ahLst/>
            <a:cxnLst/>
            <a:rect l="l" t="t" r="r" b="b"/>
            <a:pathLst>
              <a:path w="419100" h="419100">
                <a:moveTo>
                  <a:pt x="0" y="0"/>
                </a:moveTo>
                <a:lnTo>
                  <a:pt x="419100" y="0"/>
                </a:lnTo>
                <a:lnTo>
                  <a:pt x="419100" y="419100"/>
                </a:lnTo>
                <a:lnTo>
                  <a:pt x="0" y="419100"/>
                </a:lnTo>
                <a:lnTo>
                  <a:pt x="0" y="0"/>
                </a:lnTo>
                <a:close/>
              </a:path>
            </a:pathLst>
          </a:custGeom>
          <a:solidFill>
            <a:srgbClr val="4ECDC4"/>
          </a:solidFill>
          <a:ln w="50800">
            <a:solidFill>
              <a:srgbClr val="2D3436"/>
            </a:solidFill>
            <a:prstDash val="solid"/>
          </a:ln>
          <a:effectLst>
            <a:outerShdw blurRad="101600" dist="50800" dir="2700000" algn="bl" rotWithShape="0">
              <a:srgbClr val="FFFFFF">
                <a:alpha val="75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6000750" y="4361259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11906" y="11906"/>
                </a:moveTo>
                <a:cubicBezTo>
                  <a:pt x="18492" y="11906"/>
                  <a:pt x="23812" y="17227"/>
                  <a:pt x="23812" y="23812"/>
                </a:cubicBezTo>
                <a:lnTo>
                  <a:pt x="23812" y="148828"/>
                </a:lnTo>
                <a:cubicBezTo>
                  <a:pt x="23812" y="152102"/>
                  <a:pt x="26491" y="154781"/>
                  <a:pt x="29766" y="154781"/>
                </a:cubicBezTo>
                <a:lnTo>
                  <a:pt x="178594" y="154781"/>
                </a:lnTo>
                <a:cubicBezTo>
                  <a:pt x="185179" y="154781"/>
                  <a:pt x="190500" y="160102"/>
                  <a:pt x="190500" y="166688"/>
                </a:cubicBezTo>
                <a:cubicBezTo>
                  <a:pt x="190500" y="173273"/>
                  <a:pt x="185179" y="178594"/>
                  <a:pt x="178594" y="178594"/>
                </a:cubicBezTo>
                <a:lnTo>
                  <a:pt x="29766" y="178594"/>
                </a:lnTo>
                <a:cubicBezTo>
                  <a:pt x="13320" y="178594"/>
                  <a:pt x="0" y="165274"/>
                  <a:pt x="0" y="148828"/>
                </a:cubicBezTo>
                <a:lnTo>
                  <a:pt x="0" y="23812"/>
                </a:lnTo>
                <a:cubicBezTo>
                  <a:pt x="0" y="17227"/>
                  <a:pt x="5321" y="11906"/>
                  <a:pt x="11906" y="11906"/>
                </a:cubicBezTo>
                <a:close/>
                <a:moveTo>
                  <a:pt x="47625" y="35719"/>
                </a:moveTo>
                <a:cubicBezTo>
                  <a:pt x="47625" y="29133"/>
                  <a:pt x="52946" y="23812"/>
                  <a:pt x="59531" y="23812"/>
                </a:cubicBezTo>
                <a:lnTo>
                  <a:pt x="130969" y="23812"/>
                </a:lnTo>
                <a:cubicBezTo>
                  <a:pt x="137554" y="23812"/>
                  <a:pt x="142875" y="29133"/>
                  <a:pt x="142875" y="35719"/>
                </a:cubicBezTo>
                <a:cubicBezTo>
                  <a:pt x="142875" y="42304"/>
                  <a:pt x="137554" y="47625"/>
                  <a:pt x="130969" y="47625"/>
                </a:cubicBezTo>
                <a:lnTo>
                  <a:pt x="59531" y="47625"/>
                </a:lnTo>
                <a:cubicBezTo>
                  <a:pt x="52946" y="47625"/>
                  <a:pt x="47625" y="42304"/>
                  <a:pt x="47625" y="35719"/>
                </a:cubicBezTo>
                <a:close/>
                <a:moveTo>
                  <a:pt x="59531" y="65484"/>
                </a:moveTo>
                <a:lnTo>
                  <a:pt x="107156" y="65484"/>
                </a:lnTo>
                <a:cubicBezTo>
                  <a:pt x="113742" y="65484"/>
                  <a:pt x="119063" y="70805"/>
                  <a:pt x="119063" y="77391"/>
                </a:cubicBezTo>
                <a:cubicBezTo>
                  <a:pt x="119063" y="83976"/>
                  <a:pt x="113742" y="89297"/>
                  <a:pt x="107156" y="89297"/>
                </a:cubicBezTo>
                <a:lnTo>
                  <a:pt x="59531" y="89297"/>
                </a:lnTo>
                <a:cubicBezTo>
                  <a:pt x="52946" y="89297"/>
                  <a:pt x="47625" y="83976"/>
                  <a:pt x="47625" y="77391"/>
                </a:cubicBezTo>
                <a:cubicBezTo>
                  <a:pt x="47625" y="70805"/>
                  <a:pt x="52946" y="65484"/>
                  <a:pt x="59531" y="65484"/>
                </a:cubicBezTo>
                <a:close/>
                <a:moveTo>
                  <a:pt x="59531" y="107156"/>
                </a:moveTo>
                <a:lnTo>
                  <a:pt x="154781" y="107156"/>
                </a:lnTo>
                <a:cubicBezTo>
                  <a:pt x="161367" y="107156"/>
                  <a:pt x="166688" y="112477"/>
                  <a:pt x="166688" y="119063"/>
                </a:cubicBezTo>
                <a:cubicBezTo>
                  <a:pt x="166688" y="125648"/>
                  <a:pt x="161367" y="130969"/>
                  <a:pt x="154781" y="130969"/>
                </a:cubicBezTo>
                <a:lnTo>
                  <a:pt x="59531" y="130969"/>
                </a:lnTo>
                <a:cubicBezTo>
                  <a:pt x="52946" y="130969"/>
                  <a:pt x="47625" y="125648"/>
                  <a:pt x="47625" y="119063"/>
                </a:cubicBezTo>
                <a:cubicBezTo>
                  <a:pt x="47625" y="112477"/>
                  <a:pt x="52946" y="107156"/>
                  <a:pt x="59531" y="107156"/>
                </a:cubicBezTo>
                <a:close/>
              </a:path>
            </a:pathLst>
          </a:custGeom>
          <a:solidFill>
            <a:srgbClr val="FFF5F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4833938" y="4761309"/>
            <a:ext cx="25241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1" i="0" u="none" strike="noStrike" kern="1200" cap="none" spc="0" normalizeH="0" baseline="0" noProof="0" dirty="0">
                <a:ln>
                  <a:noFill/>
                </a:ln>
                <a:solidFill>
                  <a:srgbClr val="2D3436"/>
                </a:solidFill>
                <a:effectLst/>
                <a:uLnTx/>
                <a:uFillTx/>
                <a:latin typeface="Coda" pitchFamily="34" charset="0"/>
                <a:ea typeface="Coda" pitchFamily="34" charset="-122"/>
                <a:cs typeface="Coda" pitchFamily="34" charset="-120"/>
              </a:rPr>
              <a:t>12 BI Queries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4843463" y="5066109"/>
            <a:ext cx="250507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2D3436"/>
                </a:solidFill>
                <a:effectLst/>
                <a:uLnTx/>
                <a:uFillTx/>
                <a:latin typeface="Liter" pitchFamily="34" charset="0"/>
                <a:ea typeface="Liter" pitchFamily="34" charset="-122"/>
                <a:cs typeface="Liter" pitchFamily="34" charset="-120"/>
              </a:rPr>
              <a:t>Actionable insights for stakeholders &amp; decision makers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7639050" y="4094559"/>
            <a:ext cx="2705100" cy="1485900"/>
          </a:xfrm>
          <a:custGeom>
            <a:avLst/>
            <a:gdLst/>
            <a:ahLst/>
            <a:cxnLst/>
            <a:rect l="l" t="t" r="r" b="b"/>
            <a:pathLst>
              <a:path w="2705100" h="1485900">
                <a:moveTo>
                  <a:pt x="0" y="0"/>
                </a:moveTo>
                <a:lnTo>
                  <a:pt x="2705100" y="0"/>
                </a:lnTo>
                <a:lnTo>
                  <a:pt x="2705100" y="1485900"/>
                </a:lnTo>
                <a:lnTo>
                  <a:pt x="0" y="14859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2D3436"/>
            </a:solidFill>
            <a:prstDash val="solid"/>
          </a:ln>
          <a:effectLst>
            <a:outerShdw blurRad="101600" dist="50800" dir="2700000" algn="bl" rotWithShape="0">
              <a:srgbClr val="FFFFFF">
                <a:alpha val="75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8782050" y="4246959"/>
            <a:ext cx="419100" cy="419100"/>
          </a:xfrm>
          <a:custGeom>
            <a:avLst/>
            <a:gdLst/>
            <a:ahLst/>
            <a:cxnLst/>
            <a:rect l="l" t="t" r="r" b="b"/>
            <a:pathLst>
              <a:path w="419100" h="419100">
                <a:moveTo>
                  <a:pt x="0" y="0"/>
                </a:moveTo>
                <a:lnTo>
                  <a:pt x="419100" y="0"/>
                </a:lnTo>
                <a:lnTo>
                  <a:pt x="419100" y="419100"/>
                </a:lnTo>
                <a:lnTo>
                  <a:pt x="0" y="419100"/>
                </a:lnTo>
                <a:lnTo>
                  <a:pt x="0" y="0"/>
                </a:lnTo>
                <a:close/>
              </a:path>
            </a:pathLst>
          </a:custGeom>
          <a:solidFill>
            <a:srgbClr val="FFE66D"/>
          </a:solidFill>
          <a:ln w="50800">
            <a:solidFill>
              <a:srgbClr val="2D3436"/>
            </a:solidFill>
            <a:prstDash val="solid"/>
          </a:ln>
          <a:effectLst>
            <a:outerShdw blurRad="101600" dist="50800" dir="2700000" algn="bl" rotWithShape="0">
              <a:srgbClr val="FFFFFF">
                <a:alpha val="75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8896350" y="4361259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43421" y="12576"/>
                </a:moveTo>
                <a:cubicBezTo>
                  <a:pt x="45095" y="10306"/>
                  <a:pt x="47774" y="8930"/>
                  <a:pt x="50602" y="8930"/>
                </a:cubicBezTo>
                <a:lnTo>
                  <a:pt x="139898" y="8930"/>
                </a:lnTo>
                <a:cubicBezTo>
                  <a:pt x="142726" y="8930"/>
                  <a:pt x="145405" y="10269"/>
                  <a:pt x="147079" y="12576"/>
                </a:cubicBezTo>
                <a:lnTo>
                  <a:pt x="188751" y="69131"/>
                </a:lnTo>
                <a:cubicBezTo>
                  <a:pt x="191281" y="72554"/>
                  <a:pt x="191021" y="77279"/>
                  <a:pt x="188193" y="80442"/>
                </a:cubicBezTo>
                <a:lnTo>
                  <a:pt x="101873" y="175692"/>
                </a:lnTo>
                <a:cubicBezTo>
                  <a:pt x="100199" y="177552"/>
                  <a:pt x="97780" y="178631"/>
                  <a:pt x="95250" y="178631"/>
                </a:cubicBezTo>
                <a:cubicBezTo>
                  <a:pt x="92720" y="178631"/>
                  <a:pt x="90339" y="177552"/>
                  <a:pt x="88627" y="175692"/>
                </a:cubicBezTo>
                <a:lnTo>
                  <a:pt x="2307" y="80442"/>
                </a:lnTo>
                <a:cubicBezTo>
                  <a:pt x="-558" y="77279"/>
                  <a:pt x="-781" y="72554"/>
                  <a:pt x="1749" y="69131"/>
                </a:cubicBezTo>
                <a:lnTo>
                  <a:pt x="43421" y="12576"/>
                </a:lnTo>
                <a:close/>
                <a:moveTo>
                  <a:pt x="57745" y="27384"/>
                </a:moveTo>
                <a:cubicBezTo>
                  <a:pt x="56517" y="28315"/>
                  <a:pt x="56183" y="29989"/>
                  <a:pt x="56964" y="31291"/>
                </a:cubicBezTo>
                <a:lnTo>
                  <a:pt x="78321" y="66898"/>
                </a:lnTo>
                <a:lnTo>
                  <a:pt x="23552" y="71438"/>
                </a:lnTo>
                <a:cubicBezTo>
                  <a:pt x="22027" y="71549"/>
                  <a:pt x="20836" y="72851"/>
                  <a:pt x="20836" y="74414"/>
                </a:cubicBezTo>
                <a:cubicBezTo>
                  <a:pt x="20836" y="75977"/>
                  <a:pt x="22027" y="77242"/>
                  <a:pt x="23552" y="77391"/>
                </a:cubicBezTo>
                <a:lnTo>
                  <a:pt x="94990" y="83344"/>
                </a:lnTo>
                <a:cubicBezTo>
                  <a:pt x="95138" y="83344"/>
                  <a:pt x="95324" y="83344"/>
                  <a:pt x="95473" y="83344"/>
                </a:cubicBezTo>
                <a:lnTo>
                  <a:pt x="166911" y="77391"/>
                </a:lnTo>
                <a:cubicBezTo>
                  <a:pt x="168436" y="77279"/>
                  <a:pt x="169627" y="75977"/>
                  <a:pt x="169627" y="74414"/>
                </a:cubicBezTo>
                <a:cubicBezTo>
                  <a:pt x="169627" y="72851"/>
                  <a:pt x="168436" y="71586"/>
                  <a:pt x="166911" y="71438"/>
                </a:cubicBezTo>
                <a:lnTo>
                  <a:pt x="112142" y="66861"/>
                </a:lnTo>
                <a:lnTo>
                  <a:pt x="133499" y="31291"/>
                </a:lnTo>
                <a:cubicBezTo>
                  <a:pt x="134280" y="29989"/>
                  <a:pt x="133945" y="28277"/>
                  <a:pt x="132717" y="27384"/>
                </a:cubicBezTo>
                <a:cubicBezTo>
                  <a:pt x="131490" y="26491"/>
                  <a:pt x="129778" y="26640"/>
                  <a:pt x="128736" y="27756"/>
                </a:cubicBezTo>
                <a:lnTo>
                  <a:pt x="95250" y="64071"/>
                </a:lnTo>
                <a:lnTo>
                  <a:pt x="61726" y="27756"/>
                </a:lnTo>
                <a:cubicBezTo>
                  <a:pt x="60685" y="26640"/>
                  <a:pt x="58973" y="26491"/>
                  <a:pt x="57745" y="27384"/>
                </a:cubicBezTo>
                <a:close/>
              </a:path>
            </a:pathLst>
          </a:custGeom>
          <a:solidFill>
            <a:srgbClr val="2D3436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7729538" y="4761309"/>
            <a:ext cx="25241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1" i="0" u="none" strike="noStrike" kern="1200" cap="none" spc="0" normalizeH="0" baseline="0" noProof="0" dirty="0">
                <a:ln>
                  <a:noFill/>
                </a:ln>
                <a:solidFill>
                  <a:srgbClr val="2D3436"/>
                </a:solidFill>
                <a:effectLst/>
                <a:uLnTx/>
                <a:uFillTx/>
                <a:latin typeface="Coda" pitchFamily="34" charset="0"/>
                <a:ea typeface="Coda" pitchFamily="34" charset="-122"/>
                <a:cs typeface="Coda" pitchFamily="34" charset="-120"/>
              </a:rPr>
              <a:t>Advanced Patterns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7739062" y="5066109"/>
            <a:ext cx="25050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2D3436"/>
                </a:solidFill>
                <a:effectLst/>
                <a:uLnTx/>
                <a:uFillTx/>
                <a:latin typeface="Liter" pitchFamily="34" charset="0"/>
                <a:ea typeface="Liter" pitchFamily="34" charset="-122"/>
                <a:cs typeface="Liter" pitchFamily="34" charset="-120"/>
              </a:rPr>
              <a:t>XOR, Partial Indexes, Temporal Triggers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4303365" y="5770959"/>
            <a:ext cx="1104900" cy="457200"/>
          </a:xfrm>
          <a:custGeom>
            <a:avLst/>
            <a:gdLst/>
            <a:ahLst/>
            <a:cxnLst/>
            <a:rect l="l" t="t" r="r" b="b"/>
            <a:pathLst>
              <a:path w="1104900" h="457200">
                <a:moveTo>
                  <a:pt x="0" y="0"/>
                </a:moveTo>
                <a:lnTo>
                  <a:pt x="1104900" y="0"/>
                </a:lnTo>
                <a:lnTo>
                  <a:pt x="11049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FF6B6B"/>
          </a:solidFill>
          <a:ln w="50800">
            <a:solidFill>
              <a:srgbClr val="2D3436"/>
            </a:solidFill>
            <a:prstDash val="solid"/>
          </a:ln>
          <a:effectLst>
            <a:outerShdw blurRad="101600" dist="50800" dir="2700000" algn="bl" rotWithShape="0">
              <a:srgbClr val="FFFFFF">
                <a:alpha val="75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4470053" y="5875734"/>
            <a:ext cx="772046" cy="242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1" i="0" u="none" strike="noStrike" kern="1200" cap="none" spc="0" normalizeH="0" baseline="0" noProof="0" dirty="0">
                <a:ln>
                  <a:noFill/>
                </a:ln>
                <a:solidFill>
                  <a:srgbClr val="FFF5F5"/>
                </a:solidFill>
                <a:effectLst/>
                <a:uLnTx/>
                <a:uFillTx/>
                <a:latin typeface="Coda" pitchFamily="34" charset="0"/>
                <a:ea typeface="Coda" pitchFamily="34" charset="-122"/>
                <a:cs typeface="Coda" pitchFamily="34" charset="-120"/>
              </a:rPr>
              <a:t>10 Tables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5599286" y="5770959"/>
            <a:ext cx="1200150" cy="457200"/>
          </a:xfrm>
          <a:custGeom>
            <a:avLst/>
            <a:gdLst/>
            <a:ahLst/>
            <a:cxnLst/>
            <a:rect l="l" t="t" r="r" b="b"/>
            <a:pathLst>
              <a:path w="1200150" h="457200">
                <a:moveTo>
                  <a:pt x="0" y="0"/>
                </a:moveTo>
                <a:lnTo>
                  <a:pt x="1200150" y="0"/>
                </a:lnTo>
                <a:lnTo>
                  <a:pt x="120015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4ECDC4"/>
          </a:solidFill>
          <a:ln w="50800">
            <a:solidFill>
              <a:srgbClr val="2D3436"/>
            </a:solidFill>
            <a:prstDash val="solid"/>
          </a:ln>
          <a:effectLst>
            <a:outerShdw blurRad="101600" dist="50800" dir="2700000" algn="bl" rotWithShape="0">
              <a:srgbClr val="FFFFFF">
                <a:alpha val="75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5765974" y="5875734"/>
            <a:ext cx="867147" cy="242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1" i="0" u="none" strike="noStrike" kern="1200" cap="none" spc="0" normalizeH="0" baseline="0" noProof="0" dirty="0">
                <a:ln>
                  <a:noFill/>
                </a:ln>
                <a:solidFill>
                  <a:srgbClr val="FFF5F5"/>
                </a:solidFill>
                <a:effectLst/>
                <a:uLnTx/>
                <a:uFillTx/>
                <a:latin typeface="Coda" pitchFamily="34" charset="0"/>
                <a:ea typeface="Coda" pitchFamily="34" charset="-122"/>
                <a:cs typeface="Coda" pitchFamily="34" charset="-120"/>
              </a:rPr>
              <a:t>3 Patterns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6990308" y="5770959"/>
            <a:ext cx="895350" cy="457200"/>
          </a:xfrm>
          <a:custGeom>
            <a:avLst/>
            <a:gdLst/>
            <a:ahLst/>
            <a:cxnLst/>
            <a:rect l="l" t="t" r="r" b="b"/>
            <a:pathLst>
              <a:path w="895350" h="457200">
                <a:moveTo>
                  <a:pt x="0" y="0"/>
                </a:moveTo>
                <a:lnTo>
                  <a:pt x="895350" y="0"/>
                </a:lnTo>
                <a:lnTo>
                  <a:pt x="89535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FFE66D"/>
          </a:solidFill>
          <a:ln w="50800">
            <a:solidFill>
              <a:srgbClr val="2D3436"/>
            </a:solidFill>
            <a:prstDash val="solid"/>
          </a:ln>
          <a:effectLst>
            <a:outerShdw blurRad="101600" dist="50800" dir="2700000" algn="bl" rotWithShape="0">
              <a:srgbClr val="FFFFFF">
                <a:alpha val="75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7156996" y="5875734"/>
            <a:ext cx="564952" cy="242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1" i="0" u="none" strike="noStrike" kern="1200" cap="none" spc="0" normalizeH="0" baseline="0" noProof="0" dirty="0">
                <a:ln>
                  <a:noFill/>
                </a:ln>
                <a:solidFill>
                  <a:srgbClr val="2D3436"/>
                </a:solidFill>
                <a:effectLst/>
                <a:uLnTx/>
                <a:uFillTx/>
                <a:latin typeface="Coda" pitchFamily="34" charset="0"/>
                <a:ea typeface="Coda" pitchFamily="34" charset="-122"/>
                <a:cs typeface="Coda" pitchFamily="34" charset="-120"/>
              </a:rPr>
              <a:t>1 Truth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DA52A93A-9A89-B6B1-F7FB-9BCF1853677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43425" y="467680"/>
            <a:ext cx="3118469" cy="67683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SineVTI">
  <a:themeElements>
    <a:clrScheme name="Custom 51">
      <a:dk1>
        <a:sysClr val="windowText" lastClr="000000"/>
      </a:dk1>
      <a:lt1>
        <a:sysClr val="window" lastClr="FFFFFF"/>
      </a:lt1>
      <a:dk2>
        <a:srgbClr val="12154E"/>
      </a:dk2>
      <a:lt2>
        <a:srgbClr val="EEEEEE"/>
      </a:lt2>
      <a:accent1>
        <a:srgbClr val="FD8686"/>
      </a:accent1>
      <a:accent2>
        <a:srgbClr val="B495C2"/>
      </a:accent2>
      <a:accent3>
        <a:srgbClr val="8F99BB"/>
      </a:accent3>
      <a:accent4>
        <a:srgbClr val="A3A3C1"/>
      </a:accent4>
      <a:accent5>
        <a:srgbClr val="7162FE"/>
      </a:accent5>
      <a:accent6>
        <a:srgbClr val="1EBE9B"/>
      </a:accent6>
      <a:hlink>
        <a:srgbClr val="EF08F7"/>
      </a:hlink>
      <a:folHlink>
        <a:srgbClr val="8477FE"/>
      </a:folHlink>
    </a:clrScheme>
    <a:fontScheme name="Custom 49">
      <a:majorFont>
        <a:latin typeface="Posterama"/>
        <a:ea typeface=""/>
        <a:cs typeface=""/>
      </a:majorFont>
      <a:minorFont>
        <a:latin typeface="Avenir Next L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ineVTI" id="{8435B2A2-1BD5-4C05-93E5-3C5388B709E3}" vid="{0D704B13-63FE-4848-A298-6B7359B95653}"/>
    </a:ext>
  </a:extLst>
</a:theme>
</file>

<file path=ppt/theme/theme2.xml><?xml version="1.0" encoding="utf-8"?>
<a:theme xmlns:a="http://schemas.openxmlformats.org/drawingml/2006/main" name="Custom Theme">
  <a:themeElements>
    <a:clrScheme name="Custom">
      <a:dk1>
        <a:srgbClr val="000000"/>
      </a:dk1>
      <a:lt1>
        <a:srgbClr val="FFFFFF"/>
      </a:lt1>
      <a:dk2>
        <a:srgbClr val="333333"/>
      </a:dk2>
      <a:lt2>
        <a:srgbClr val="EEEEEE"/>
      </a:lt2>
      <a:accent1>
        <a:srgbClr val="8DAAC2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9AC04D532CE49D4BA28633E8A9F78B03" ma:contentTypeVersion="11" ma:contentTypeDescription="Create a new document." ma:contentTypeScope="" ma:versionID="9de1f373d3f85013376e94f3e98adb65">
  <xsd:schema xmlns:xsd="http://www.w3.org/2001/XMLSchema" xmlns:xs="http://www.w3.org/2001/XMLSchema" xmlns:p="http://schemas.microsoft.com/office/2006/metadata/properties" xmlns:ns3="257c21ec-c115-41f2-b9af-828a3945ce97" xmlns:ns4="e3e9a9b0-607d-4988-9eab-146289363710" targetNamespace="http://schemas.microsoft.com/office/2006/metadata/properties" ma:root="true" ma:fieldsID="141ff8a6c95d56e072f75bb943c2e6e3" ns3:_="" ns4:_="">
    <xsd:import namespace="257c21ec-c115-41f2-b9af-828a3945ce97"/>
    <xsd:import namespace="e3e9a9b0-607d-4988-9eab-146289363710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KeyPoints" minOccurs="0"/>
                <xsd:element ref="ns3:MediaServiceKeyPoints" minOccurs="0"/>
                <xsd:element ref="ns3:MediaServiceObjectDetectorVersions" minOccurs="0"/>
                <xsd:element ref="ns3:_activity" minOccurs="0"/>
                <xsd:element ref="ns3:MediaServiceSearchProperties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57c21ec-c115-41f2-b9af-828a3945ce9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ObjectDetectorVersions" ma:index="1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_activity" ma:index="13" nillable="true" ma:displayName="_activity" ma:hidden="true" ma:internalName="_activity">
      <xsd:simpleType>
        <xsd:restriction base="dms:Note"/>
      </xsd:simpleType>
    </xsd:element>
    <xsd:element name="MediaServiceSearchProperties" ma:index="1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8" nillable="true" ma:displayName="MediaServiceDateTaken" ma:hidden="true" ma:indexed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3e9a9b0-607d-4988-9eab-146289363710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7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257c21ec-c115-41f2-b9af-828a3945ce97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6C600B5-0DBC-42D3-A8A5-747C185C320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257c21ec-c115-41f2-b9af-828a3945ce97"/>
    <ds:schemaRef ds:uri="e3e9a9b0-607d-4988-9eab-14628936371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F6240708-84DF-4C42-9449-1FC1D6EEF0FE}">
  <ds:schemaRefs>
    <ds:schemaRef ds:uri="http://www.w3.org/XML/1998/namespace"/>
    <ds:schemaRef ds:uri="http://purl.org/dc/elements/1.1/"/>
    <ds:schemaRef ds:uri="http://purl.org/dc/dcmitype/"/>
    <ds:schemaRef ds:uri="http://purl.org/dc/terms/"/>
    <ds:schemaRef ds:uri="http://schemas.openxmlformats.org/package/2006/metadata/core-properties"/>
    <ds:schemaRef ds:uri="http://schemas.microsoft.com/office/2006/documentManagement/types"/>
    <ds:schemaRef ds:uri="http://schemas.microsoft.com/office/infopath/2007/PartnerControls"/>
    <ds:schemaRef ds:uri="e3e9a9b0-607d-4988-9eab-146289363710"/>
    <ds:schemaRef ds:uri="257c21ec-c115-41f2-b9af-828a3945ce97"/>
    <ds:schemaRef ds:uri="http://schemas.microsoft.com/office/2006/metadata/properties"/>
  </ds:schemaRefs>
</ds:datastoreItem>
</file>

<file path=customXml/itemProps3.xml><?xml version="1.0" encoding="utf-8"?>
<ds:datastoreItem xmlns:ds="http://schemas.openxmlformats.org/officeDocument/2006/customXml" ds:itemID="{F1C35A70-A60E-4C26-8987-22C568272986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720</TotalTime>
  <Words>1236</Words>
  <Application>Microsoft Macintosh PowerPoint</Application>
  <PresentationFormat>Widescreen</PresentationFormat>
  <Paragraphs>171</Paragraphs>
  <Slides>26</Slides>
  <Notes>5</Notes>
  <HiddenSlides>1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26</vt:i4>
      </vt:variant>
    </vt:vector>
  </HeadingPairs>
  <TitlesOfParts>
    <vt:vector size="36" baseType="lpstr">
      <vt:lpstr>Aptos</vt:lpstr>
      <vt:lpstr>Arial</vt:lpstr>
      <vt:lpstr>Avenir Next LT Pro</vt:lpstr>
      <vt:lpstr>Calibri</vt:lpstr>
      <vt:lpstr>Coda</vt:lpstr>
      <vt:lpstr>Liter</vt:lpstr>
      <vt:lpstr>MiSans</vt:lpstr>
      <vt:lpstr>Posterama</vt:lpstr>
      <vt:lpstr>SineVTI</vt:lpstr>
      <vt:lpstr>Custom Theme</vt:lpstr>
      <vt:lpstr>Hotel Reservation &amp; Flight Booking System</vt:lpstr>
      <vt:lpstr>PowerPoint Presentation</vt:lpstr>
      <vt:lpstr>PowerPoint Presentation</vt:lpstr>
      <vt:lpstr>Entity Extraction</vt:lpstr>
      <vt:lpstr>Entity Relationship Diagram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How much has each hotel made from confirmed bookings?</vt:lpstr>
      <vt:lpstr>Which rooms are free in Cairo between Apr, 1st and May, 1st?</vt:lpstr>
      <vt:lpstr>Who is spending the most across both booking types?</vt:lpstr>
      <vt:lpstr>For each flight, how full is it?</vt:lpstr>
      <vt:lpstr>Which hotels are guests actually happy with?</vt:lpstr>
      <vt:lpstr>How much came in each month, split by hotel vs flight?</vt:lpstr>
      <vt:lpstr>Which routes get the most bookings and revenue?</vt:lpstr>
      <vt:lpstr>Which customers booked both a hotel and a flight?</vt:lpstr>
      <vt:lpstr>What's the ratio of (confirmed/pending/cancelled) across both booking types?</vt:lpstr>
      <vt:lpstr>Which payment method brings in the most money?</vt:lpstr>
      <vt:lpstr>What does the day-by-day revenue growth look like?</vt:lpstr>
      <vt:lpstr>Every booking a customer ever made, hotel or flight, in one unified list.</vt:lpstr>
      <vt:lpstr>Decisions &amp; Problems Solved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Ahmed Taha</dc:creator>
  <cp:lastModifiedBy>احمد طه احمد عبدالرحيم</cp:lastModifiedBy>
  <cp:revision>2</cp:revision>
  <dcterms:created xsi:type="dcterms:W3CDTF">2026-03-25T15:59:10Z</dcterms:created>
  <dcterms:modified xsi:type="dcterms:W3CDTF">2026-03-26T06:26:16Z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0x0101009AC04D532CE49D4BA28633E8A9F78B03</vt:lpwstr>
  </property>
</Properties>
</file>